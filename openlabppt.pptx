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5"/>
  </p:notesMasterIdLst>
  <p:sldIdLst>
    <p:sldId id="256" r:id="rId2"/>
    <p:sldId id="258" r:id="rId3"/>
    <p:sldId id="257" r:id="rId4"/>
    <p:sldId id="312" r:id="rId5"/>
    <p:sldId id="259" r:id="rId6"/>
    <p:sldId id="319" r:id="rId7"/>
    <p:sldId id="315" r:id="rId8"/>
    <p:sldId id="260" r:id="rId9"/>
    <p:sldId id="313" r:id="rId10"/>
    <p:sldId id="316" r:id="rId11"/>
    <p:sldId id="317" r:id="rId12"/>
    <p:sldId id="318" r:id="rId13"/>
    <p:sldId id="293" r:id="rId14"/>
  </p:sldIdLst>
  <p:sldSz cx="9144000" cy="5143500" type="screen16x9"/>
  <p:notesSz cx="6858000" cy="9144000"/>
  <p:embeddedFontLst>
    <p:embeddedFont>
      <p:font typeface="Anaheim" panose="020B0604020202020204" charset="0"/>
      <p:regular r:id="rId16"/>
    </p:embeddedFont>
    <p:embeddedFont>
      <p:font typeface="Asap" panose="020B0604020202020204" charset="0"/>
      <p:regular r:id="rId17"/>
      <p:bold r:id="rId18"/>
      <p:italic r:id="rId19"/>
      <p:boldItalic r:id="rId20"/>
    </p:embeddedFont>
    <p:embeddedFont>
      <p:font typeface="Bakbak One" panose="020B0604020202020204" charset="0"/>
      <p:regular r:id="rId21"/>
    </p:embeddedFont>
    <p:embeddedFont>
      <p:font typeface="Nunito Light" pitchFamily="2" charset="0"/>
      <p:regular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644DFE-711C-43D8-AFA7-DF7503CCA481}">
  <a:tblStyle styleId="{69644DFE-711C-43D8-AFA7-DF7503CCA4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58B7687-6ED1-45B0-A72F-36C1E54FD9E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116" d="100"/>
          <a:sy n="116" d="100"/>
        </p:scale>
        <p:origin x="350"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3"/>
        <p:cNvGrpSpPr/>
        <p:nvPr/>
      </p:nvGrpSpPr>
      <p:grpSpPr>
        <a:xfrm>
          <a:off x="0" y="0"/>
          <a:ext cx="0" cy="0"/>
          <a:chOff x="0" y="0"/>
          <a:chExt cx="0" cy="0"/>
        </a:xfrm>
      </p:grpSpPr>
      <p:sp>
        <p:nvSpPr>
          <p:cNvPr id="2354" name="Google Shape;2354;g1e4e0c0732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5" name="Google Shape;2355;g1e4e0c0732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9"/>
        <p:cNvGrpSpPr/>
        <p:nvPr/>
      </p:nvGrpSpPr>
      <p:grpSpPr>
        <a:xfrm>
          <a:off x="0" y="0"/>
          <a:ext cx="0" cy="0"/>
          <a:chOff x="0" y="0"/>
          <a:chExt cx="0" cy="0"/>
        </a:xfrm>
      </p:grpSpPr>
      <p:sp>
        <p:nvSpPr>
          <p:cNvPr id="3020" name="Google Shape;302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1" name="Google Shape;302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0"/>
        <p:cNvGrpSpPr/>
        <p:nvPr/>
      </p:nvGrpSpPr>
      <p:grpSpPr>
        <a:xfrm>
          <a:off x="0" y="0"/>
          <a:ext cx="0" cy="0"/>
          <a:chOff x="0" y="0"/>
          <a:chExt cx="0" cy="0"/>
        </a:xfrm>
      </p:grpSpPr>
      <p:sp>
        <p:nvSpPr>
          <p:cNvPr id="3011" name="Google Shape;3011;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2" name="Google Shape;3012;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6"/>
        <p:cNvGrpSpPr/>
        <p:nvPr/>
      </p:nvGrpSpPr>
      <p:grpSpPr>
        <a:xfrm>
          <a:off x="0" y="0"/>
          <a:ext cx="0" cy="0"/>
          <a:chOff x="0" y="0"/>
          <a:chExt cx="0" cy="0"/>
        </a:xfrm>
      </p:grpSpPr>
      <p:sp>
        <p:nvSpPr>
          <p:cNvPr id="3037" name="Google Shape;3037;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8" name="Google Shape;3038;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8"/>
        <p:cNvGrpSpPr/>
        <p:nvPr/>
      </p:nvGrpSpPr>
      <p:grpSpPr>
        <a:xfrm>
          <a:off x="0" y="0"/>
          <a:ext cx="0" cy="0"/>
          <a:chOff x="0" y="0"/>
          <a:chExt cx="0" cy="0"/>
        </a:xfrm>
      </p:grpSpPr>
      <p:sp>
        <p:nvSpPr>
          <p:cNvPr id="3809" name="Google Shape;38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0" name="Google Shape;38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9671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8"/>
        <p:cNvGrpSpPr/>
        <p:nvPr/>
      </p:nvGrpSpPr>
      <p:grpSpPr>
        <a:xfrm>
          <a:off x="0" y="0"/>
          <a:ext cx="0" cy="0"/>
          <a:chOff x="0" y="0"/>
          <a:chExt cx="0" cy="0"/>
        </a:xfrm>
      </p:grpSpPr>
      <p:sp>
        <p:nvSpPr>
          <p:cNvPr id="3809" name="Google Shape;38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0" name="Google Shape;38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8"/>
        <p:cNvGrpSpPr/>
        <p:nvPr/>
      </p:nvGrpSpPr>
      <p:grpSpPr>
        <a:xfrm>
          <a:off x="0" y="0"/>
          <a:ext cx="0" cy="0"/>
          <a:chOff x="0" y="0"/>
          <a:chExt cx="0" cy="0"/>
        </a:xfrm>
      </p:grpSpPr>
      <p:sp>
        <p:nvSpPr>
          <p:cNvPr id="3809" name="Google Shape;38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0" name="Google Shape;38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2261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8"/>
        <p:cNvGrpSpPr/>
        <p:nvPr/>
      </p:nvGrpSpPr>
      <p:grpSpPr>
        <a:xfrm>
          <a:off x="0" y="0"/>
          <a:ext cx="0" cy="0"/>
          <a:chOff x="0" y="0"/>
          <a:chExt cx="0" cy="0"/>
        </a:xfrm>
      </p:grpSpPr>
      <p:sp>
        <p:nvSpPr>
          <p:cNvPr id="3809" name="Google Shape;38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0" name="Google Shape;38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328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8"/>
        <p:cNvGrpSpPr/>
        <p:nvPr/>
      </p:nvGrpSpPr>
      <p:grpSpPr>
        <a:xfrm>
          <a:off x="0" y="0"/>
          <a:ext cx="0" cy="0"/>
          <a:chOff x="0" y="0"/>
          <a:chExt cx="0" cy="0"/>
        </a:xfrm>
      </p:grpSpPr>
      <p:sp>
        <p:nvSpPr>
          <p:cNvPr id="3809" name="Google Shape;38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0" name="Google Shape;38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477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8"/>
        <p:cNvGrpSpPr/>
        <p:nvPr/>
      </p:nvGrpSpPr>
      <p:grpSpPr>
        <a:xfrm>
          <a:off x="0" y="0"/>
          <a:ext cx="0" cy="0"/>
          <a:chOff x="0" y="0"/>
          <a:chExt cx="0" cy="0"/>
        </a:xfrm>
      </p:grpSpPr>
      <p:sp>
        <p:nvSpPr>
          <p:cNvPr id="3809" name="Google Shape;380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0" name="Google Shape;381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2820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0"/>
        <p:cNvGrpSpPr/>
        <p:nvPr/>
      </p:nvGrpSpPr>
      <p:grpSpPr>
        <a:xfrm>
          <a:off x="0" y="0"/>
          <a:ext cx="0" cy="0"/>
          <a:chOff x="0" y="0"/>
          <a:chExt cx="0" cy="0"/>
        </a:xfrm>
      </p:grpSpPr>
      <p:sp>
        <p:nvSpPr>
          <p:cNvPr id="10381" name="Google Shape;10381;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2" name="Google Shape;10382;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kbak One"/>
              <a:ea typeface="Bakbak One"/>
              <a:cs typeface="Bakbak One"/>
              <a:sym typeface="Bakbak One"/>
            </a:endParaRPr>
          </a:p>
        </p:txBody>
      </p:sp>
      <p:sp>
        <p:nvSpPr>
          <p:cNvPr id="11" name="Google Shape;11;p2"/>
          <p:cNvSpPr txBox="1">
            <a:spLocks noGrp="1"/>
          </p:cNvSpPr>
          <p:nvPr>
            <p:ph type="ctrTitle"/>
          </p:nvPr>
        </p:nvSpPr>
        <p:spPr>
          <a:xfrm>
            <a:off x="713225" y="1612350"/>
            <a:ext cx="4548900" cy="15531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800"/>
            </a:lvl1pPr>
            <a:lvl2pPr lvl="1"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2pPr>
            <a:lvl3pPr lvl="2"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3pPr>
            <a:lvl4pPr lvl="3"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4pPr>
            <a:lvl5pPr lvl="4"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5pPr>
            <a:lvl6pPr lvl="5"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6pPr>
            <a:lvl7pPr lvl="6"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7pPr>
            <a:lvl8pPr lvl="7"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8pPr>
            <a:lvl9pPr lvl="8" algn="ctr">
              <a:spcBef>
                <a:spcPts val="0"/>
              </a:spcBef>
              <a:spcAft>
                <a:spcPts val="0"/>
              </a:spcAft>
              <a:buClr>
                <a:srgbClr val="191919"/>
              </a:buClr>
              <a:buSzPts val="5200"/>
              <a:buFont typeface="Bakbak One"/>
              <a:buNone/>
              <a:defRPr sz="5200">
                <a:solidFill>
                  <a:srgbClr val="191919"/>
                </a:solidFill>
                <a:latin typeface="Bakbak One"/>
                <a:ea typeface="Bakbak One"/>
                <a:cs typeface="Bakbak One"/>
                <a:sym typeface="Bakbak One"/>
              </a:defRPr>
            </a:lvl9pPr>
          </a:lstStyle>
          <a:p>
            <a:endParaRPr/>
          </a:p>
        </p:txBody>
      </p:sp>
      <p:sp>
        <p:nvSpPr>
          <p:cNvPr id="12" name="Google Shape;12;p2"/>
          <p:cNvSpPr txBox="1">
            <a:spLocks noGrp="1"/>
          </p:cNvSpPr>
          <p:nvPr>
            <p:ph type="subTitle" idx="1"/>
          </p:nvPr>
        </p:nvSpPr>
        <p:spPr>
          <a:xfrm>
            <a:off x="713225" y="3165450"/>
            <a:ext cx="4548900" cy="3657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800"/>
              <a:buFont typeface="Bakbak One"/>
              <a:buNone/>
              <a:defRPr sz="1800">
                <a:latin typeface="Bakbak One"/>
                <a:ea typeface="Bakbak One"/>
                <a:cs typeface="Bakbak One"/>
                <a:sym typeface="Bakbak One"/>
              </a:defRPr>
            </a:lvl2pPr>
            <a:lvl3pPr lvl="2" algn="ctr">
              <a:lnSpc>
                <a:spcPct val="100000"/>
              </a:lnSpc>
              <a:spcBef>
                <a:spcPts val="0"/>
              </a:spcBef>
              <a:spcAft>
                <a:spcPts val="0"/>
              </a:spcAft>
              <a:buSzPts val="1800"/>
              <a:buFont typeface="Bakbak One"/>
              <a:buNone/>
              <a:defRPr sz="1800">
                <a:latin typeface="Bakbak One"/>
                <a:ea typeface="Bakbak One"/>
                <a:cs typeface="Bakbak One"/>
                <a:sym typeface="Bakbak One"/>
              </a:defRPr>
            </a:lvl3pPr>
            <a:lvl4pPr lvl="3" algn="ctr">
              <a:lnSpc>
                <a:spcPct val="100000"/>
              </a:lnSpc>
              <a:spcBef>
                <a:spcPts val="0"/>
              </a:spcBef>
              <a:spcAft>
                <a:spcPts val="0"/>
              </a:spcAft>
              <a:buSzPts val="1800"/>
              <a:buFont typeface="Bakbak One"/>
              <a:buNone/>
              <a:defRPr sz="1800">
                <a:latin typeface="Bakbak One"/>
                <a:ea typeface="Bakbak One"/>
                <a:cs typeface="Bakbak One"/>
                <a:sym typeface="Bakbak One"/>
              </a:defRPr>
            </a:lvl4pPr>
            <a:lvl5pPr lvl="4" algn="ctr">
              <a:lnSpc>
                <a:spcPct val="100000"/>
              </a:lnSpc>
              <a:spcBef>
                <a:spcPts val="0"/>
              </a:spcBef>
              <a:spcAft>
                <a:spcPts val="0"/>
              </a:spcAft>
              <a:buSzPts val="1800"/>
              <a:buFont typeface="Bakbak One"/>
              <a:buNone/>
              <a:defRPr sz="1800">
                <a:latin typeface="Bakbak One"/>
                <a:ea typeface="Bakbak One"/>
                <a:cs typeface="Bakbak One"/>
                <a:sym typeface="Bakbak One"/>
              </a:defRPr>
            </a:lvl5pPr>
            <a:lvl6pPr lvl="5" algn="ctr">
              <a:lnSpc>
                <a:spcPct val="100000"/>
              </a:lnSpc>
              <a:spcBef>
                <a:spcPts val="0"/>
              </a:spcBef>
              <a:spcAft>
                <a:spcPts val="0"/>
              </a:spcAft>
              <a:buSzPts val="1800"/>
              <a:buFont typeface="Bakbak One"/>
              <a:buNone/>
              <a:defRPr sz="1800">
                <a:latin typeface="Bakbak One"/>
                <a:ea typeface="Bakbak One"/>
                <a:cs typeface="Bakbak One"/>
                <a:sym typeface="Bakbak One"/>
              </a:defRPr>
            </a:lvl6pPr>
            <a:lvl7pPr lvl="6" algn="ctr">
              <a:lnSpc>
                <a:spcPct val="100000"/>
              </a:lnSpc>
              <a:spcBef>
                <a:spcPts val="0"/>
              </a:spcBef>
              <a:spcAft>
                <a:spcPts val="0"/>
              </a:spcAft>
              <a:buSzPts val="1800"/>
              <a:buFont typeface="Bakbak One"/>
              <a:buNone/>
              <a:defRPr sz="1800">
                <a:latin typeface="Bakbak One"/>
                <a:ea typeface="Bakbak One"/>
                <a:cs typeface="Bakbak One"/>
                <a:sym typeface="Bakbak One"/>
              </a:defRPr>
            </a:lvl7pPr>
            <a:lvl8pPr lvl="7" algn="ctr">
              <a:lnSpc>
                <a:spcPct val="100000"/>
              </a:lnSpc>
              <a:spcBef>
                <a:spcPts val="0"/>
              </a:spcBef>
              <a:spcAft>
                <a:spcPts val="0"/>
              </a:spcAft>
              <a:buSzPts val="1800"/>
              <a:buFont typeface="Bakbak One"/>
              <a:buNone/>
              <a:defRPr sz="1800">
                <a:latin typeface="Bakbak One"/>
                <a:ea typeface="Bakbak One"/>
                <a:cs typeface="Bakbak One"/>
                <a:sym typeface="Bakbak One"/>
              </a:defRPr>
            </a:lvl8pPr>
            <a:lvl9pPr lvl="8" algn="ctr">
              <a:lnSpc>
                <a:spcPct val="100000"/>
              </a:lnSpc>
              <a:spcBef>
                <a:spcPts val="0"/>
              </a:spcBef>
              <a:spcAft>
                <a:spcPts val="0"/>
              </a:spcAft>
              <a:buSzPts val="1800"/>
              <a:buFont typeface="Bakbak One"/>
              <a:buNone/>
              <a:defRPr sz="1800">
                <a:latin typeface="Bakbak One"/>
                <a:ea typeface="Bakbak One"/>
                <a:cs typeface="Bakbak One"/>
                <a:sym typeface="Bakbak 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713225" y="2031775"/>
            <a:ext cx="3712200" cy="15912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Font typeface="Bakbak One"/>
              <a:buNone/>
              <a:defRPr sz="3600">
                <a:latin typeface="Bakbak One"/>
                <a:ea typeface="Bakbak One"/>
                <a:cs typeface="Bakbak One"/>
                <a:sym typeface="Bakbak One"/>
              </a:defRPr>
            </a:lvl2pPr>
            <a:lvl3pPr lvl="2" algn="ctr">
              <a:spcBef>
                <a:spcPts val="0"/>
              </a:spcBef>
              <a:spcAft>
                <a:spcPts val="0"/>
              </a:spcAft>
              <a:buSzPts val="3600"/>
              <a:buFont typeface="Bakbak One"/>
              <a:buNone/>
              <a:defRPr sz="3600">
                <a:latin typeface="Bakbak One"/>
                <a:ea typeface="Bakbak One"/>
                <a:cs typeface="Bakbak One"/>
                <a:sym typeface="Bakbak One"/>
              </a:defRPr>
            </a:lvl3pPr>
            <a:lvl4pPr lvl="3" algn="ctr">
              <a:spcBef>
                <a:spcPts val="0"/>
              </a:spcBef>
              <a:spcAft>
                <a:spcPts val="0"/>
              </a:spcAft>
              <a:buSzPts val="3600"/>
              <a:buFont typeface="Bakbak One"/>
              <a:buNone/>
              <a:defRPr sz="3600">
                <a:latin typeface="Bakbak One"/>
                <a:ea typeface="Bakbak One"/>
                <a:cs typeface="Bakbak One"/>
                <a:sym typeface="Bakbak One"/>
              </a:defRPr>
            </a:lvl4pPr>
            <a:lvl5pPr lvl="4" algn="ctr">
              <a:spcBef>
                <a:spcPts val="0"/>
              </a:spcBef>
              <a:spcAft>
                <a:spcPts val="0"/>
              </a:spcAft>
              <a:buSzPts val="3600"/>
              <a:buFont typeface="Bakbak One"/>
              <a:buNone/>
              <a:defRPr sz="3600">
                <a:latin typeface="Bakbak One"/>
                <a:ea typeface="Bakbak One"/>
                <a:cs typeface="Bakbak One"/>
                <a:sym typeface="Bakbak One"/>
              </a:defRPr>
            </a:lvl5pPr>
            <a:lvl6pPr lvl="5" algn="ctr">
              <a:spcBef>
                <a:spcPts val="0"/>
              </a:spcBef>
              <a:spcAft>
                <a:spcPts val="0"/>
              </a:spcAft>
              <a:buSzPts val="3600"/>
              <a:buFont typeface="Bakbak One"/>
              <a:buNone/>
              <a:defRPr sz="3600">
                <a:latin typeface="Bakbak One"/>
                <a:ea typeface="Bakbak One"/>
                <a:cs typeface="Bakbak One"/>
                <a:sym typeface="Bakbak One"/>
              </a:defRPr>
            </a:lvl6pPr>
            <a:lvl7pPr lvl="6" algn="ctr">
              <a:spcBef>
                <a:spcPts val="0"/>
              </a:spcBef>
              <a:spcAft>
                <a:spcPts val="0"/>
              </a:spcAft>
              <a:buSzPts val="3600"/>
              <a:buFont typeface="Bakbak One"/>
              <a:buNone/>
              <a:defRPr sz="3600">
                <a:latin typeface="Bakbak One"/>
                <a:ea typeface="Bakbak One"/>
                <a:cs typeface="Bakbak One"/>
                <a:sym typeface="Bakbak One"/>
              </a:defRPr>
            </a:lvl7pPr>
            <a:lvl8pPr lvl="7" algn="ctr">
              <a:spcBef>
                <a:spcPts val="0"/>
              </a:spcBef>
              <a:spcAft>
                <a:spcPts val="0"/>
              </a:spcAft>
              <a:buSzPts val="3600"/>
              <a:buFont typeface="Bakbak One"/>
              <a:buNone/>
              <a:defRPr sz="3600">
                <a:latin typeface="Bakbak One"/>
                <a:ea typeface="Bakbak One"/>
                <a:cs typeface="Bakbak One"/>
                <a:sym typeface="Bakbak One"/>
              </a:defRPr>
            </a:lvl8pPr>
            <a:lvl9pPr lvl="8" algn="ctr">
              <a:spcBef>
                <a:spcPts val="0"/>
              </a:spcBef>
              <a:spcAft>
                <a:spcPts val="0"/>
              </a:spcAft>
              <a:buSzPts val="3600"/>
              <a:buFont typeface="Bakbak One"/>
              <a:buNone/>
              <a:defRPr sz="3600">
                <a:latin typeface="Bakbak One"/>
                <a:ea typeface="Bakbak One"/>
                <a:cs typeface="Bakbak One"/>
                <a:sym typeface="Bakbak One"/>
              </a:defRPr>
            </a:lvl9pPr>
          </a:lstStyle>
          <a:p>
            <a:endParaRPr/>
          </a:p>
        </p:txBody>
      </p:sp>
      <p:sp>
        <p:nvSpPr>
          <p:cNvPr id="16" name="Google Shape;16;p3"/>
          <p:cNvSpPr txBox="1">
            <a:spLocks noGrp="1"/>
          </p:cNvSpPr>
          <p:nvPr>
            <p:ph type="subTitle" idx="1"/>
          </p:nvPr>
        </p:nvSpPr>
        <p:spPr>
          <a:xfrm>
            <a:off x="713175" y="3623275"/>
            <a:ext cx="3712200" cy="532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 name="Google Shape;17;p3"/>
          <p:cNvSpPr txBox="1">
            <a:spLocks noGrp="1"/>
          </p:cNvSpPr>
          <p:nvPr>
            <p:ph type="title" idx="2" hasCustomPrompt="1"/>
          </p:nvPr>
        </p:nvSpPr>
        <p:spPr>
          <a:xfrm>
            <a:off x="776475" y="1216350"/>
            <a:ext cx="1233300" cy="809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9600"/>
              <a:buNone/>
              <a:defRPr sz="5000" b="1">
                <a:solidFill>
                  <a:schemeClr val="lt1"/>
                </a:solidFill>
              </a:defRPr>
            </a:lvl1pPr>
            <a:lvl2pPr lvl="1" algn="ctr" rtl="0">
              <a:spcBef>
                <a:spcPts val="0"/>
              </a:spcBef>
              <a:spcAft>
                <a:spcPts val="0"/>
              </a:spcAft>
              <a:buSzPts val="9600"/>
              <a:buFont typeface="Bakbak One"/>
              <a:buNone/>
              <a:defRPr sz="9600">
                <a:latin typeface="Bakbak One"/>
                <a:ea typeface="Bakbak One"/>
                <a:cs typeface="Bakbak One"/>
                <a:sym typeface="Bakbak One"/>
              </a:defRPr>
            </a:lvl2pPr>
            <a:lvl3pPr lvl="2" algn="ctr" rtl="0">
              <a:spcBef>
                <a:spcPts val="0"/>
              </a:spcBef>
              <a:spcAft>
                <a:spcPts val="0"/>
              </a:spcAft>
              <a:buSzPts val="9600"/>
              <a:buFont typeface="Bakbak One"/>
              <a:buNone/>
              <a:defRPr sz="9600">
                <a:latin typeface="Bakbak One"/>
                <a:ea typeface="Bakbak One"/>
                <a:cs typeface="Bakbak One"/>
                <a:sym typeface="Bakbak One"/>
              </a:defRPr>
            </a:lvl3pPr>
            <a:lvl4pPr lvl="3" algn="ctr" rtl="0">
              <a:spcBef>
                <a:spcPts val="0"/>
              </a:spcBef>
              <a:spcAft>
                <a:spcPts val="0"/>
              </a:spcAft>
              <a:buSzPts val="9600"/>
              <a:buFont typeface="Bakbak One"/>
              <a:buNone/>
              <a:defRPr sz="9600">
                <a:latin typeface="Bakbak One"/>
                <a:ea typeface="Bakbak One"/>
                <a:cs typeface="Bakbak One"/>
                <a:sym typeface="Bakbak One"/>
              </a:defRPr>
            </a:lvl4pPr>
            <a:lvl5pPr lvl="4" algn="ctr" rtl="0">
              <a:spcBef>
                <a:spcPts val="0"/>
              </a:spcBef>
              <a:spcAft>
                <a:spcPts val="0"/>
              </a:spcAft>
              <a:buSzPts val="9600"/>
              <a:buFont typeface="Bakbak One"/>
              <a:buNone/>
              <a:defRPr sz="9600">
                <a:latin typeface="Bakbak One"/>
                <a:ea typeface="Bakbak One"/>
                <a:cs typeface="Bakbak One"/>
                <a:sym typeface="Bakbak One"/>
              </a:defRPr>
            </a:lvl5pPr>
            <a:lvl6pPr lvl="5" algn="ctr" rtl="0">
              <a:spcBef>
                <a:spcPts val="0"/>
              </a:spcBef>
              <a:spcAft>
                <a:spcPts val="0"/>
              </a:spcAft>
              <a:buSzPts val="9600"/>
              <a:buFont typeface="Bakbak One"/>
              <a:buNone/>
              <a:defRPr sz="9600">
                <a:latin typeface="Bakbak One"/>
                <a:ea typeface="Bakbak One"/>
                <a:cs typeface="Bakbak One"/>
                <a:sym typeface="Bakbak One"/>
              </a:defRPr>
            </a:lvl6pPr>
            <a:lvl7pPr lvl="6" algn="ctr" rtl="0">
              <a:spcBef>
                <a:spcPts val="0"/>
              </a:spcBef>
              <a:spcAft>
                <a:spcPts val="0"/>
              </a:spcAft>
              <a:buSzPts val="9600"/>
              <a:buFont typeface="Bakbak One"/>
              <a:buNone/>
              <a:defRPr sz="9600">
                <a:latin typeface="Bakbak One"/>
                <a:ea typeface="Bakbak One"/>
                <a:cs typeface="Bakbak One"/>
                <a:sym typeface="Bakbak One"/>
              </a:defRPr>
            </a:lvl7pPr>
            <a:lvl8pPr lvl="7" algn="ctr" rtl="0">
              <a:spcBef>
                <a:spcPts val="0"/>
              </a:spcBef>
              <a:spcAft>
                <a:spcPts val="0"/>
              </a:spcAft>
              <a:buSzPts val="9600"/>
              <a:buFont typeface="Bakbak One"/>
              <a:buNone/>
              <a:defRPr sz="9600">
                <a:latin typeface="Bakbak One"/>
                <a:ea typeface="Bakbak One"/>
                <a:cs typeface="Bakbak One"/>
                <a:sym typeface="Bakbak One"/>
              </a:defRPr>
            </a:lvl8pPr>
            <a:lvl9pPr lvl="8" algn="ctr" rtl="0">
              <a:spcBef>
                <a:spcPts val="0"/>
              </a:spcBef>
              <a:spcAft>
                <a:spcPts val="0"/>
              </a:spcAft>
              <a:buSzPts val="9600"/>
              <a:buFont typeface="Bakbak One"/>
              <a:buNone/>
              <a:defRPr sz="9600">
                <a:latin typeface="Bakbak One"/>
                <a:ea typeface="Bakbak One"/>
                <a:cs typeface="Bakbak One"/>
                <a:sym typeface="Bakbak One"/>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20000" y="1215751"/>
            <a:ext cx="7704000" cy="372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2" name="Google Shape;22;p4"/>
          <p:cNvGrpSpPr/>
          <p:nvPr/>
        </p:nvGrpSpPr>
        <p:grpSpPr>
          <a:xfrm>
            <a:off x="8536254" y="391075"/>
            <a:ext cx="276300" cy="4383600"/>
            <a:chOff x="8536254" y="391075"/>
            <a:chExt cx="276300" cy="4383600"/>
          </a:xfrm>
        </p:grpSpPr>
        <p:sp>
          <p:nvSpPr>
            <p:cNvPr id="23" name="Google Shape;23;p4"/>
            <p:cNvSpPr/>
            <p:nvPr/>
          </p:nvSpPr>
          <p:spPr>
            <a:xfrm>
              <a:off x="8536254" y="391075"/>
              <a:ext cx="2763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a:off x="8543825" y="3202624"/>
              <a:ext cx="6160" cy="13260"/>
            </a:xfrm>
            <a:custGeom>
              <a:avLst/>
              <a:gdLst/>
              <a:ahLst/>
              <a:cxnLst/>
              <a:rect l="l" t="t" r="r" b="b"/>
              <a:pathLst>
                <a:path w="118" h="254" extrusionOk="0">
                  <a:moveTo>
                    <a:pt x="1" y="0"/>
                  </a:moveTo>
                  <a:lnTo>
                    <a:pt x="1" y="253"/>
                  </a:lnTo>
                  <a:lnTo>
                    <a:pt x="20" y="234"/>
                  </a:lnTo>
                  <a:cubicBezTo>
                    <a:pt x="98" y="176"/>
                    <a:pt x="118" y="117"/>
                    <a:pt x="79" y="59"/>
                  </a:cubicBezTo>
                  <a:cubicBezTo>
                    <a:pt x="59" y="39"/>
                    <a:pt x="20"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8543825" y="3236766"/>
              <a:ext cx="66092" cy="48185"/>
            </a:xfrm>
            <a:custGeom>
              <a:avLst/>
              <a:gdLst/>
              <a:ahLst/>
              <a:cxnLst/>
              <a:rect l="l" t="t" r="r" b="b"/>
              <a:pathLst>
                <a:path w="1266" h="923" extrusionOk="0">
                  <a:moveTo>
                    <a:pt x="1128" y="1"/>
                  </a:moveTo>
                  <a:cubicBezTo>
                    <a:pt x="1110" y="1"/>
                    <a:pt x="1090" y="3"/>
                    <a:pt x="1071" y="8"/>
                  </a:cubicBezTo>
                  <a:lnTo>
                    <a:pt x="1" y="630"/>
                  </a:lnTo>
                  <a:lnTo>
                    <a:pt x="1" y="922"/>
                  </a:lnTo>
                  <a:lnTo>
                    <a:pt x="1188" y="241"/>
                  </a:lnTo>
                  <a:cubicBezTo>
                    <a:pt x="1246" y="202"/>
                    <a:pt x="1265" y="144"/>
                    <a:pt x="1246" y="66"/>
                  </a:cubicBezTo>
                  <a:cubicBezTo>
                    <a:pt x="1231" y="23"/>
                    <a:pt x="1184" y="1"/>
                    <a:pt x="11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a:off x="8543825" y="3271273"/>
              <a:ext cx="126023" cy="82745"/>
            </a:xfrm>
            <a:custGeom>
              <a:avLst/>
              <a:gdLst/>
              <a:ahLst/>
              <a:cxnLst/>
              <a:rect l="l" t="t" r="r" b="b"/>
              <a:pathLst>
                <a:path w="2414" h="1585" extrusionOk="0">
                  <a:moveTo>
                    <a:pt x="2277" y="1"/>
                  </a:moveTo>
                  <a:cubicBezTo>
                    <a:pt x="2259" y="1"/>
                    <a:pt x="2240" y="3"/>
                    <a:pt x="2219" y="8"/>
                  </a:cubicBezTo>
                  <a:lnTo>
                    <a:pt x="1" y="1292"/>
                  </a:lnTo>
                  <a:lnTo>
                    <a:pt x="1" y="1584"/>
                  </a:lnTo>
                  <a:lnTo>
                    <a:pt x="2335" y="242"/>
                  </a:lnTo>
                  <a:cubicBezTo>
                    <a:pt x="2413" y="203"/>
                    <a:pt x="2413" y="125"/>
                    <a:pt x="2394" y="47"/>
                  </a:cubicBezTo>
                  <a:cubicBezTo>
                    <a:pt x="2365" y="19"/>
                    <a:pt x="2326" y="1"/>
                    <a:pt x="22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8543825" y="3306877"/>
              <a:ext cx="186946" cy="117200"/>
            </a:xfrm>
            <a:custGeom>
              <a:avLst/>
              <a:gdLst/>
              <a:ahLst/>
              <a:cxnLst/>
              <a:rect l="l" t="t" r="r" b="b"/>
              <a:pathLst>
                <a:path w="3581" h="2245" extrusionOk="0">
                  <a:moveTo>
                    <a:pt x="3405" y="0"/>
                  </a:moveTo>
                  <a:cubicBezTo>
                    <a:pt x="3386" y="0"/>
                    <a:pt x="3367" y="2"/>
                    <a:pt x="3347" y="7"/>
                  </a:cubicBezTo>
                  <a:lnTo>
                    <a:pt x="1" y="1953"/>
                  </a:lnTo>
                  <a:lnTo>
                    <a:pt x="1" y="2245"/>
                  </a:lnTo>
                  <a:lnTo>
                    <a:pt x="3483" y="221"/>
                  </a:lnTo>
                  <a:cubicBezTo>
                    <a:pt x="3561" y="182"/>
                    <a:pt x="3581" y="105"/>
                    <a:pt x="3522" y="66"/>
                  </a:cubicBezTo>
                  <a:cubicBezTo>
                    <a:pt x="3508" y="22"/>
                    <a:pt x="3460" y="0"/>
                    <a:pt x="34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8543825" y="3341385"/>
              <a:ext cx="246877" cy="151760"/>
            </a:xfrm>
            <a:custGeom>
              <a:avLst/>
              <a:gdLst/>
              <a:ahLst/>
              <a:cxnLst/>
              <a:rect l="l" t="t" r="r" b="b"/>
              <a:pathLst>
                <a:path w="4729" h="2907" extrusionOk="0">
                  <a:moveTo>
                    <a:pt x="4583" y="0"/>
                  </a:moveTo>
                  <a:cubicBezTo>
                    <a:pt x="4567" y="0"/>
                    <a:pt x="4550" y="3"/>
                    <a:pt x="4534" y="8"/>
                  </a:cubicBezTo>
                  <a:lnTo>
                    <a:pt x="1" y="2615"/>
                  </a:lnTo>
                  <a:lnTo>
                    <a:pt x="1" y="2907"/>
                  </a:lnTo>
                  <a:lnTo>
                    <a:pt x="4651" y="222"/>
                  </a:lnTo>
                  <a:cubicBezTo>
                    <a:pt x="4690" y="202"/>
                    <a:pt x="4728" y="125"/>
                    <a:pt x="4690" y="47"/>
                  </a:cubicBezTo>
                  <a:cubicBezTo>
                    <a:pt x="4675" y="18"/>
                    <a:pt x="4630" y="0"/>
                    <a:pt x="45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8600726" y="3406426"/>
              <a:ext cx="208256" cy="117201"/>
            </a:xfrm>
            <a:custGeom>
              <a:avLst/>
              <a:gdLst/>
              <a:ahLst/>
              <a:cxnLst/>
              <a:rect l="l" t="t" r="r" b="b"/>
              <a:pathLst>
                <a:path w="4806" h="2849" extrusionOk="0">
                  <a:moveTo>
                    <a:pt x="4657" y="0"/>
                  </a:moveTo>
                  <a:cubicBezTo>
                    <a:pt x="4642" y="0"/>
                    <a:pt x="4626" y="3"/>
                    <a:pt x="4611" y="8"/>
                  </a:cubicBezTo>
                  <a:lnTo>
                    <a:pt x="0" y="2673"/>
                  </a:lnTo>
                  <a:cubicBezTo>
                    <a:pt x="39" y="2673"/>
                    <a:pt x="59" y="2693"/>
                    <a:pt x="59" y="2693"/>
                  </a:cubicBezTo>
                  <a:cubicBezTo>
                    <a:pt x="137" y="2751"/>
                    <a:pt x="175" y="2790"/>
                    <a:pt x="234" y="2848"/>
                  </a:cubicBezTo>
                  <a:lnTo>
                    <a:pt x="4728" y="241"/>
                  </a:lnTo>
                  <a:cubicBezTo>
                    <a:pt x="4767" y="202"/>
                    <a:pt x="4806" y="144"/>
                    <a:pt x="4767" y="66"/>
                  </a:cubicBezTo>
                  <a:cubicBezTo>
                    <a:pt x="4752" y="22"/>
                    <a:pt x="4705" y="0"/>
                    <a:pt x="4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8781023" y="2548968"/>
              <a:ext cx="27460" cy="25789"/>
            </a:xfrm>
            <a:custGeom>
              <a:avLst/>
              <a:gdLst/>
              <a:ahLst/>
              <a:cxnLst/>
              <a:rect l="l" t="t" r="r" b="b"/>
              <a:pathLst>
                <a:path w="526" h="494" extrusionOk="0">
                  <a:moveTo>
                    <a:pt x="146" y="0"/>
                  </a:moveTo>
                  <a:cubicBezTo>
                    <a:pt x="93" y="0"/>
                    <a:pt x="35" y="22"/>
                    <a:pt x="20" y="66"/>
                  </a:cubicBezTo>
                  <a:cubicBezTo>
                    <a:pt x="1" y="105"/>
                    <a:pt x="1" y="182"/>
                    <a:pt x="59" y="221"/>
                  </a:cubicBezTo>
                  <a:lnTo>
                    <a:pt x="526" y="494"/>
                  </a:lnTo>
                  <a:lnTo>
                    <a:pt x="526" y="202"/>
                  </a:lnTo>
                  <a:lnTo>
                    <a:pt x="195" y="7"/>
                  </a:lnTo>
                  <a:cubicBezTo>
                    <a:pt x="181" y="2"/>
                    <a:pt x="164" y="0"/>
                    <a:pt x="1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8721091" y="2584311"/>
              <a:ext cx="87391" cy="60558"/>
            </a:xfrm>
            <a:custGeom>
              <a:avLst/>
              <a:gdLst/>
              <a:ahLst/>
              <a:cxnLst/>
              <a:rect l="l" t="t" r="r" b="b"/>
              <a:pathLst>
                <a:path w="1674" h="1160" extrusionOk="0">
                  <a:moveTo>
                    <a:pt x="120" y="0"/>
                  </a:moveTo>
                  <a:cubicBezTo>
                    <a:pt x="72" y="0"/>
                    <a:pt x="33" y="18"/>
                    <a:pt x="20" y="70"/>
                  </a:cubicBezTo>
                  <a:cubicBezTo>
                    <a:pt x="1" y="108"/>
                    <a:pt x="1" y="186"/>
                    <a:pt x="79" y="225"/>
                  </a:cubicBezTo>
                  <a:lnTo>
                    <a:pt x="1674" y="1159"/>
                  </a:lnTo>
                  <a:lnTo>
                    <a:pt x="1674" y="867"/>
                  </a:lnTo>
                  <a:lnTo>
                    <a:pt x="195" y="11"/>
                  </a:lnTo>
                  <a:cubicBezTo>
                    <a:pt x="169" y="5"/>
                    <a:pt x="144" y="0"/>
                    <a:pt x="1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8660168" y="2618557"/>
              <a:ext cx="147323" cy="94334"/>
            </a:xfrm>
            <a:custGeom>
              <a:avLst/>
              <a:gdLst/>
              <a:ahLst/>
              <a:cxnLst/>
              <a:rect l="l" t="t" r="r" b="b"/>
              <a:pathLst>
                <a:path w="2822" h="1807" extrusionOk="0">
                  <a:moveTo>
                    <a:pt x="144" y="1"/>
                  </a:moveTo>
                  <a:cubicBezTo>
                    <a:pt x="103" y="1"/>
                    <a:pt x="61" y="28"/>
                    <a:pt x="20" y="56"/>
                  </a:cubicBezTo>
                  <a:cubicBezTo>
                    <a:pt x="1" y="114"/>
                    <a:pt x="1" y="192"/>
                    <a:pt x="78" y="231"/>
                  </a:cubicBezTo>
                  <a:lnTo>
                    <a:pt x="2822" y="1807"/>
                  </a:lnTo>
                  <a:lnTo>
                    <a:pt x="2822" y="1515"/>
                  </a:lnTo>
                  <a:lnTo>
                    <a:pt x="195" y="17"/>
                  </a:lnTo>
                  <a:cubicBezTo>
                    <a:pt x="178" y="5"/>
                    <a:pt x="161" y="1"/>
                    <a:pt x="1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8600237" y="2652647"/>
              <a:ext cx="208246" cy="130304"/>
            </a:xfrm>
            <a:custGeom>
              <a:avLst/>
              <a:gdLst/>
              <a:ahLst/>
              <a:cxnLst/>
              <a:rect l="l" t="t" r="r" b="b"/>
              <a:pathLst>
                <a:path w="3989" h="2496" extrusionOk="0">
                  <a:moveTo>
                    <a:pt x="154" y="1"/>
                  </a:moveTo>
                  <a:cubicBezTo>
                    <a:pt x="97" y="1"/>
                    <a:pt x="52" y="32"/>
                    <a:pt x="20" y="64"/>
                  </a:cubicBezTo>
                  <a:cubicBezTo>
                    <a:pt x="1" y="122"/>
                    <a:pt x="1" y="181"/>
                    <a:pt x="79" y="239"/>
                  </a:cubicBezTo>
                  <a:lnTo>
                    <a:pt x="3989" y="2496"/>
                  </a:lnTo>
                  <a:lnTo>
                    <a:pt x="3989" y="2204"/>
                  </a:lnTo>
                  <a:lnTo>
                    <a:pt x="195" y="6"/>
                  </a:lnTo>
                  <a:cubicBezTo>
                    <a:pt x="181" y="2"/>
                    <a:pt x="167" y="1"/>
                    <a:pt x="1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8540305" y="2688146"/>
              <a:ext cx="268177" cy="164916"/>
            </a:xfrm>
            <a:custGeom>
              <a:avLst/>
              <a:gdLst/>
              <a:ahLst/>
              <a:cxnLst/>
              <a:rect l="l" t="t" r="r" b="b"/>
              <a:pathLst>
                <a:path w="5137" h="3159" extrusionOk="0">
                  <a:moveTo>
                    <a:pt x="117" y="1"/>
                  </a:moveTo>
                  <a:cubicBezTo>
                    <a:pt x="79" y="1"/>
                    <a:pt x="43" y="19"/>
                    <a:pt x="20" y="65"/>
                  </a:cubicBezTo>
                  <a:cubicBezTo>
                    <a:pt x="1" y="123"/>
                    <a:pt x="1" y="182"/>
                    <a:pt x="79" y="240"/>
                  </a:cubicBezTo>
                  <a:lnTo>
                    <a:pt x="5137" y="3158"/>
                  </a:lnTo>
                  <a:lnTo>
                    <a:pt x="5137" y="2867"/>
                  </a:lnTo>
                  <a:lnTo>
                    <a:pt x="195" y="26"/>
                  </a:lnTo>
                  <a:cubicBezTo>
                    <a:pt x="171" y="10"/>
                    <a:pt x="144" y="1"/>
                    <a:pt x="11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8541300" y="2528844"/>
              <a:ext cx="41712" cy="32576"/>
            </a:xfrm>
            <a:custGeom>
              <a:avLst/>
              <a:gdLst/>
              <a:ahLst/>
              <a:cxnLst/>
              <a:rect l="l" t="t" r="r" b="b"/>
              <a:pathLst>
                <a:path w="799" h="624" extrusionOk="0">
                  <a:moveTo>
                    <a:pt x="1" y="1"/>
                  </a:moveTo>
                  <a:lnTo>
                    <a:pt x="1" y="293"/>
                  </a:lnTo>
                  <a:lnTo>
                    <a:pt x="604" y="624"/>
                  </a:lnTo>
                  <a:lnTo>
                    <a:pt x="682" y="624"/>
                  </a:lnTo>
                  <a:cubicBezTo>
                    <a:pt x="740" y="624"/>
                    <a:pt x="760" y="604"/>
                    <a:pt x="779" y="585"/>
                  </a:cubicBezTo>
                  <a:cubicBezTo>
                    <a:pt x="799" y="526"/>
                    <a:pt x="799" y="448"/>
                    <a:pt x="740" y="410"/>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8541300" y="2463849"/>
              <a:ext cx="97571" cy="66092"/>
            </a:xfrm>
            <a:custGeom>
              <a:avLst/>
              <a:gdLst/>
              <a:ahLst/>
              <a:cxnLst/>
              <a:rect l="l" t="t" r="r" b="b"/>
              <a:pathLst>
                <a:path w="1869" h="1266" extrusionOk="0">
                  <a:moveTo>
                    <a:pt x="1" y="1"/>
                  </a:moveTo>
                  <a:lnTo>
                    <a:pt x="1" y="293"/>
                  </a:lnTo>
                  <a:lnTo>
                    <a:pt x="1674" y="1265"/>
                  </a:lnTo>
                  <a:lnTo>
                    <a:pt x="1752" y="1265"/>
                  </a:lnTo>
                  <a:cubicBezTo>
                    <a:pt x="1810" y="1265"/>
                    <a:pt x="1830" y="1246"/>
                    <a:pt x="1849" y="1207"/>
                  </a:cubicBezTo>
                  <a:cubicBezTo>
                    <a:pt x="1869" y="1168"/>
                    <a:pt x="1869" y="1090"/>
                    <a:pt x="1810" y="1051"/>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8541300" y="2398854"/>
              <a:ext cx="153430" cy="98563"/>
            </a:xfrm>
            <a:custGeom>
              <a:avLst/>
              <a:gdLst/>
              <a:ahLst/>
              <a:cxnLst/>
              <a:rect l="l" t="t" r="r" b="b"/>
              <a:pathLst>
                <a:path w="2939" h="1888" extrusionOk="0">
                  <a:moveTo>
                    <a:pt x="1" y="1"/>
                  </a:moveTo>
                  <a:lnTo>
                    <a:pt x="1" y="293"/>
                  </a:lnTo>
                  <a:lnTo>
                    <a:pt x="2744" y="1888"/>
                  </a:lnTo>
                  <a:lnTo>
                    <a:pt x="2822" y="1888"/>
                  </a:lnTo>
                  <a:cubicBezTo>
                    <a:pt x="2880" y="1888"/>
                    <a:pt x="2900" y="1849"/>
                    <a:pt x="2919" y="1830"/>
                  </a:cubicBezTo>
                  <a:cubicBezTo>
                    <a:pt x="2939" y="1771"/>
                    <a:pt x="2939" y="1713"/>
                    <a:pt x="2861" y="1654"/>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8541300" y="2334902"/>
              <a:ext cx="209290" cy="130043"/>
            </a:xfrm>
            <a:custGeom>
              <a:avLst/>
              <a:gdLst/>
              <a:ahLst/>
              <a:cxnLst/>
              <a:rect l="l" t="t" r="r" b="b"/>
              <a:pathLst>
                <a:path w="4009" h="2491" extrusionOk="0">
                  <a:moveTo>
                    <a:pt x="1" y="0"/>
                  </a:moveTo>
                  <a:lnTo>
                    <a:pt x="1" y="292"/>
                  </a:lnTo>
                  <a:lnTo>
                    <a:pt x="3814" y="2490"/>
                  </a:lnTo>
                  <a:lnTo>
                    <a:pt x="3892" y="2490"/>
                  </a:lnTo>
                  <a:cubicBezTo>
                    <a:pt x="3950" y="2490"/>
                    <a:pt x="3970" y="2471"/>
                    <a:pt x="3989" y="2451"/>
                  </a:cubicBezTo>
                  <a:cubicBezTo>
                    <a:pt x="4009" y="2393"/>
                    <a:pt x="4009" y="2335"/>
                    <a:pt x="3931" y="2276"/>
                  </a:cubicBez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8540308" y="2269855"/>
              <a:ext cx="266141" cy="162566"/>
            </a:xfrm>
            <a:custGeom>
              <a:avLst/>
              <a:gdLst/>
              <a:ahLst/>
              <a:cxnLst/>
              <a:rect l="l" t="t" r="r" b="b"/>
              <a:pathLst>
                <a:path w="5098" h="3114" extrusionOk="0">
                  <a:moveTo>
                    <a:pt x="0" y="1"/>
                  </a:moveTo>
                  <a:lnTo>
                    <a:pt x="0" y="293"/>
                  </a:lnTo>
                  <a:lnTo>
                    <a:pt x="4903" y="3114"/>
                  </a:lnTo>
                  <a:lnTo>
                    <a:pt x="4981" y="3114"/>
                  </a:lnTo>
                  <a:cubicBezTo>
                    <a:pt x="5039" y="3114"/>
                    <a:pt x="5059" y="3094"/>
                    <a:pt x="5078" y="3055"/>
                  </a:cubicBezTo>
                  <a:cubicBezTo>
                    <a:pt x="5098" y="3016"/>
                    <a:pt x="5098" y="2939"/>
                    <a:pt x="5039" y="2880"/>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542733" y="3990617"/>
              <a:ext cx="70111" cy="79247"/>
            </a:xfrm>
            <a:custGeom>
              <a:avLst/>
              <a:gdLst/>
              <a:ahLst/>
              <a:cxnLst/>
              <a:rect l="l" t="t" r="r" b="b"/>
              <a:pathLst>
                <a:path w="1343" h="1518" extrusionOk="0">
                  <a:moveTo>
                    <a:pt x="0" y="0"/>
                  </a:moveTo>
                  <a:lnTo>
                    <a:pt x="0" y="1518"/>
                  </a:lnTo>
                  <a:lnTo>
                    <a:pt x="506" y="1226"/>
                  </a:lnTo>
                  <a:lnTo>
                    <a:pt x="312" y="1128"/>
                  </a:lnTo>
                  <a:cubicBezTo>
                    <a:pt x="273" y="1109"/>
                    <a:pt x="234" y="1031"/>
                    <a:pt x="273" y="973"/>
                  </a:cubicBezTo>
                  <a:cubicBezTo>
                    <a:pt x="287" y="929"/>
                    <a:pt x="335" y="907"/>
                    <a:pt x="382" y="907"/>
                  </a:cubicBezTo>
                  <a:cubicBezTo>
                    <a:pt x="398" y="907"/>
                    <a:pt x="414" y="910"/>
                    <a:pt x="428" y="914"/>
                  </a:cubicBezTo>
                  <a:lnTo>
                    <a:pt x="759" y="1090"/>
                  </a:lnTo>
                  <a:lnTo>
                    <a:pt x="1343" y="739"/>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8630731" y="3966377"/>
              <a:ext cx="86399" cy="54763"/>
            </a:xfrm>
            <a:custGeom>
              <a:avLst/>
              <a:gdLst/>
              <a:ahLst/>
              <a:cxnLst/>
              <a:rect l="l" t="t" r="r" b="b"/>
              <a:pathLst>
                <a:path w="1655" h="1049" extrusionOk="0">
                  <a:moveTo>
                    <a:pt x="798" y="251"/>
                  </a:moveTo>
                  <a:cubicBezTo>
                    <a:pt x="973" y="251"/>
                    <a:pt x="1109" y="270"/>
                    <a:pt x="1245" y="348"/>
                  </a:cubicBezTo>
                  <a:cubicBezTo>
                    <a:pt x="1343" y="407"/>
                    <a:pt x="1382" y="465"/>
                    <a:pt x="1382" y="543"/>
                  </a:cubicBezTo>
                  <a:cubicBezTo>
                    <a:pt x="1382" y="621"/>
                    <a:pt x="1343" y="659"/>
                    <a:pt x="1245" y="737"/>
                  </a:cubicBezTo>
                  <a:cubicBezTo>
                    <a:pt x="1119" y="815"/>
                    <a:pt x="954" y="854"/>
                    <a:pt x="793" y="854"/>
                  </a:cubicBezTo>
                  <a:cubicBezTo>
                    <a:pt x="633" y="854"/>
                    <a:pt x="477" y="815"/>
                    <a:pt x="370" y="737"/>
                  </a:cubicBezTo>
                  <a:cubicBezTo>
                    <a:pt x="273" y="679"/>
                    <a:pt x="214" y="621"/>
                    <a:pt x="214" y="543"/>
                  </a:cubicBezTo>
                  <a:cubicBezTo>
                    <a:pt x="214" y="465"/>
                    <a:pt x="273" y="426"/>
                    <a:pt x="370" y="348"/>
                  </a:cubicBezTo>
                  <a:cubicBezTo>
                    <a:pt x="487" y="270"/>
                    <a:pt x="662" y="251"/>
                    <a:pt x="798" y="251"/>
                  </a:cubicBezTo>
                  <a:close/>
                  <a:moveTo>
                    <a:pt x="837" y="0"/>
                  </a:moveTo>
                  <a:cubicBezTo>
                    <a:pt x="650" y="0"/>
                    <a:pt x="463" y="39"/>
                    <a:pt x="312" y="115"/>
                  </a:cubicBezTo>
                  <a:lnTo>
                    <a:pt x="331" y="134"/>
                  </a:lnTo>
                  <a:cubicBezTo>
                    <a:pt x="409" y="154"/>
                    <a:pt x="428" y="231"/>
                    <a:pt x="389" y="309"/>
                  </a:cubicBezTo>
                  <a:cubicBezTo>
                    <a:pt x="370" y="348"/>
                    <a:pt x="312" y="348"/>
                    <a:pt x="292" y="348"/>
                  </a:cubicBezTo>
                  <a:cubicBezTo>
                    <a:pt x="273" y="348"/>
                    <a:pt x="234" y="348"/>
                    <a:pt x="234" y="329"/>
                  </a:cubicBezTo>
                  <a:lnTo>
                    <a:pt x="117" y="251"/>
                  </a:lnTo>
                  <a:cubicBezTo>
                    <a:pt x="39" y="329"/>
                    <a:pt x="0" y="426"/>
                    <a:pt x="0" y="523"/>
                  </a:cubicBezTo>
                  <a:cubicBezTo>
                    <a:pt x="0" y="659"/>
                    <a:pt x="98" y="815"/>
                    <a:pt x="273" y="912"/>
                  </a:cubicBezTo>
                  <a:cubicBezTo>
                    <a:pt x="428" y="1010"/>
                    <a:pt x="623" y="1049"/>
                    <a:pt x="817" y="1049"/>
                  </a:cubicBezTo>
                  <a:cubicBezTo>
                    <a:pt x="1012" y="1049"/>
                    <a:pt x="1245" y="1010"/>
                    <a:pt x="1382" y="912"/>
                  </a:cubicBezTo>
                  <a:cubicBezTo>
                    <a:pt x="1557" y="815"/>
                    <a:pt x="1654" y="659"/>
                    <a:pt x="1654" y="523"/>
                  </a:cubicBezTo>
                  <a:cubicBezTo>
                    <a:pt x="1654" y="368"/>
                    <a:pt x="1557" y="231"/>
                    <a:pt x="1382" y="134"/>
                  </a:cubicBezTo>
                  <a:cubicBezTo>
                    <a:pt x="1231" y="44"/>
                    <a:pt x="1035" y="0"/>
                    <a:pt x="8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8552925" y="4037750"/>
              <a:ext cx="30475" cy="17275"/>
            </a:xfrm>
            <a:custGeom>
              <a:avLst/>
              <a:gdLst/>
              <a:ahLst/>
              <a:cxnLst/>
              <a:rect l="l" t="t" r="r" b="b"/>
              <a:pathLst>
                <a:path w="507" h="323" extrusionOk="0">
                  <a:moveTo>
                    <a:pt x="133" y="1"/>
                  </a:moveTo>
                  <a:cubicBezTo>
                    <a:pt x="89" y="1"/>
                    <a:pt x="46" y="18"/>
                    <a:pt x="20" y="70"/>
                  </a:cubicBezTo>
                  <a:cubicBezTo>
                    <a:pt x="1" y="109"/>
                    <a:pt x="1" y="187"/>
                    <a:pt x="59" y="225"/>
                  </a:cubicBezTo>
                  <a:lnTo>
                    <a:pt x="254" y="323"/>
                  </a:lnTo>
                  <a:lnTo>
                    <a:pt x="507" y="187"/>
                  </a:lnTo>
                  <a:lnTo>
                    <a:pt x="195" y="11"/>
                  </a:lnTo>
                  <a:cubicBezTo>
                    <a:pt x="176" y="5"/>
                    <a:pt x="154" y="1"/>
                    <a:pt x="1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8540312" y="3912397"/>
              <a:ext cx="106707" cy="70164"/>
            </a:xfrm>
            <a:custGeom>
              <a:avLst/>
              <a:gdLst/>
              <a:ahLst/>
              <a:cxnLst/>
              <a:rect l="l" t="t" r="r" b="b"/>
              <a:pathLst>
                <a:path w="2044" h="1344" extrusionOk="0">
                  <a:moveTo>
                    <a:pt x="1" y="1"/>
                  </a:moveTo>
                  <a:lnTo>
                    <a:pt x="1" y="293"/>
                  </a:lnTo>
                  <a:lnTo>
                    <a:pt x="1830" y="1343"/>
                  </a:lnTo>
                  <a:cubicBezTo>
                    <a:pt x="1869" y="1265"/>
                    <a:pt x="1927" y="1207"/>
                    <a:pt x="1966" y="1188"/>
                  </a:cubicBezTo>
                  <a:cubicBezTo>
                    <a:pt x="2005" y="1168"/>
                    <a:pt x="2024" y="1168"/>
                    <a:pt x="2044" y="1168"/>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8635701" y="3971901"/>
              <a:ext cx="20350" cy="13700"/>
            </a:xfrm>
            <a:custGeom>
              <a:avLst/>
              <a:gdLst/>
              <a:ahLst/>
              <a:cxnLst/>
              <a:rect l="l" t="t" r="r" b="b"/>
              <a:pathLst>
                <a:path w="293" h="234" extrusionOk="0">
                  <a:moveTo>
                    <a:pt x="195" y="0"/>
                  </a:moveTo>
                  <a:cubicBezTo>
                    <a:pt x="156" y="0"/>
                    <a:pt x="137" y="20"/>
                    <a:pt x="117" y="20"/>
                  </a:cubicBezTo>
                  <a:lnTo>
                    <a:pt x="1" y="136"/>
                  </a:lnTo>
                  <a:lnTo>
                    <a:pt x="117" y="214"/>
                  </a:lnTo>
                  <a:cubicBezTo>
                    <a:pt x="137" y="214"/>
                    <a:pt x="176" y="234"/>
                    <a:pt x="176" y="234"/>
                  </a:cubicBezTo>
                  <a:cubicBezTo>
                    <a:pt x="215" y="234"/>
                    <a:pt x="234" y="214"/>
                    <a:pt x="273" y="195"/>
                  </a:cubicBezTo>
                  <a:cubicBezTo>
                    <a:pt x="292" y="136"/>
                    <a:pt x="292" y="78"/>
                    <a:pt x="215" y="20"/>
                  </a:cubicBezTo>
                  <a:lnTo>
                    <a:pt x="19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5400000">
              <a:off x="8531151" y="1488845"/>
              <a:ext cx="84363" cy="47768"/>
            </a:xfrm>
            <a:custGeom>
              <a:avLst/>
              <a:gdLst/>
              <a:ahLst/>
              <a:cxnLst/>
              <a:rect l="l" t="t" r="r" b="b"/>
              <a:pathLst>
                <a:path w="1616" h="915" extrusionOk="0">
                  <a:moveTo>
                    <a:pt x="253" y="0"/>
                  </a:moveTo>
                  <a:lnTo>
                    <a:pt x="0" y="136"/>
                  </a:lnTo>
                  <a:lnTo>
                    <a:pt x="1362" y="914"/>
                  </a:lnTo>
                  <a:lnTo>
                    <a:pt x="1615" y="778"/>
                  </a:lnTo>
                  <a:lnTo>
                    <a:pt x="2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8525539" y="1024194"/>
              <a:ext cx="42756" cy="11224"/>
            </a:xfrm>
            <a:custGeom>
              <a:avLst/>
              <a:gdLst/>
              <a:ahLst/>
              <a:cxnLst/>
              <a:rect l="l" t="t" r="r" b="b"/>
              <a:pathLst>
                <a:path w="819" h="215" extrusionOk="0">
                  <a:moveTo>
                    <a:pt x="1" y="0"/>
                  </a:moveTo>
                  <a:lnTo>
                    <a:pt x="429" y="214"/>
                  </a:lnTo>
                  <a:lnTo>
                    <a:pt x="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rot="-5400000">
              <a:off x="8482887" y="1179608"/>
              <a:ext cx="211326" cy="94491"/>
            </a:xfrm>
            <a:custGeom>
              <a:avLst/>
              <a:gdLst/>
              <a:ahLst/>
              <a:cxnLst/>
              <a:rect l="l" t="t" r="r" b="b"/>
              <a:pathLst>
                <a:path w="4048" h="1810" extrusionOk="0">
                  <a:moveTo>
                    <a:pt x="1" y="0"/>
                  </a:moveTo>
                  <a:lnTo>
                    <a:pt x="3114" y="1810"/>
                  </a:lnTo>
                  <a:lnTo>
                    <a:pt x="4048" y="1265"/>
                  </a:lnTo>
                  <a:lnTo>
                    <a:pt x="18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rot="-5400000">
              <a:off x="8527575" y="1312627"/>
              <a:ext cx="237742" cy="137195"/>
            </a:xfrm>
            <a:custGeom>
              <a:avLst/>
              <a:gdLst/>
              <a:ahLst/>
              <a:cxnLst/>
              <a:rect l="l" t="t" r="r" b="b"/>
              <a:pathLst>
                <a:path w="4554" h="2628" extrusionOk="0">
                  <a:moveTo>
                    <a:pt x="935" y="1"/>
                  </a:moveTo>
                  <a:lnTo>
                    <a:pt x="565" y="195"/>
                  </a:lnTo>
                  <a:lnTo>
                    <a:pt x="1051" y="487"/>
                  </a:lnTo>
                  <a:cubicBezTo>
                    <a:pt x="1129" y="546"/>
                    <a:pt x="1129" y="643"/>
                    <a:pt x="1090" y="682"/>
                  </a:cubicBezTo>
                  <a:cubicBezTo>
                    <a:pt x="1071" y="740"/>
                    <a:pt x="1032" y="740"/>
                    <a:pt x="993" y="740"/>
                  </a:cubicBezTo>
                  <a:cubicBezTo>
                    <a:pt x="974" y="740"/>
                    <a:pt x="954" y="740"/>
                    <a:pt x="954" y="721"/>
                  </a:cubicBezTo>
                  <a:lnTo>
                    <a:pt x="351" y="351"/>
                  </a:lnTo>
                  <a:lnTo>
                    <a:pt x="1" y="546"/>
                  </a:lnTo>
                  <a:lnTo>
                    <a:pt x="3620" y="2627"/>
                  </a:lnTo>
                  <a:lnTo>
                    <a:pt x="4553" y="2102"/>
                  </a:lnTo>
                  <a:lnTo>
                    <a:pt x="9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5400000">
              <a:off x="8583434" y="1450761"/>
              <a:ext cx="41712" cy="26468"/>
            </a:xfrm>
            <a:custGeom>
              <a:avLst/>
              <a:gdLst/>
              <a:ahLst/>
              <a:cxnLst/>
              <a:rect l="l" t="t" r="r" b="b"/>
              <a:pathLst>
                <a:path w="799" h="507" extrusionOk="0">
                  <a:moveTo>
                    <a:pt x="254" y="1"/>
                  </a:moveTo>
                  <a:lnTo>
                    <a:pt x="1" y="137"/>
                  </a:lnTo>
                  <a:lnTo>
                    <a:pt x="643" y="487"/>
                  </a:lnTo>
                  <a:cubicBezTo>
                    <a:pt x="662" y="487"/>
                    <a:pt x="682" y="507"/>
                    <a:pt x="682" y="507"/>
                  </a:cubicBezTo>
                  <a:cubicBezTo>
                    <a:pt x="740" y="507"/>
                    <a:pt x="759" y="487"/>
                    <a:pt x="779" y="468"/>
                  </a:cubicBezTo>
                  <a:cubicBezTo>
                    <a:pt x="798" y="409"/>
                    <a:pt x="798" y="331"/>
                    <a:pt x="740" y="293"/>
                  </a:cubicBezTo>
                  <a:lnTo>
                    <a:pt x="2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8544869" y="3509485"/>
              <a:ext cx="73191" cy="55755"/>
            </a:xfrm>
            <a:custGeom>
              <a:avLst/>
              <a:gdLst/>
              <a:ahLst/>
              <a:cxnLst/>
              <a:rect l="l" t="t" r="r" b="b"/>
              <a:pathLst>
                <a:path w="1402" h="1068" extrusionOk="0">
                  <a:moveTo>
                    <a:pt x="545" y="0"/>
                  </a:moveTo>
                  <a:cubicBezTo>
                    <a:pt x="347" y="0"/>
                    <a:pt x="151" y="44"/>
                    <a:pt x="0" y="134"/>
                  </a:cubicBezTo>
                  <a:lnTo>
                    <a:pt x="0" y="484"/>
                  </a:lnTo>
                  <a:cubicBezTo>
                    <a:pt x="39" y="426"/>
                    <a:pt x="78" y="387"/>
                    <a:pt x="137" y="348"/>
                  </a:cubicBezTo>
                  <a:cubicBezTo>
                    <a:pt x="253" y="290"/>
                    <a:pt x="428" y="251"/>
                    <a:pt x="565" y="251"/>
                  </a:cubicBezTo>
                  <a:cubicBezTo>
                    <a:pt x="740" y="251"/>
                    <a:pt x="876" y="290"/>
                    <a:pt x="1012" y="348"/>
                  </a:cubicBezTo>
                  <a:cubicBezTo>
                    <a:pt x="1109" y="406"/>
                    <a:pt x="1148" y="484"/>
                    <a:pt x="1148" y="543"/>
                  </a:cubicBezTo>
                  <a:cubicBezTo>
                    <a:pt x="1148" y="620"/>
                    <a:pt x="1109" y="679"/>
                    <a:pt x="1012" y="737"/>
                  </a:cubicBezTo>
                  <a:cubicBezTo>
                    <a:pt x="886" y="815"/>
                    <a:pt x="720" y="854"/>
                    <a:pt x="560" y="854"/>
                  </a:cubicBezTo>
                  <a:cubicBezTo>
                    <a:pt x="399" y="854"/>
                    <a:pt x="244" y="815"/>
                    <a:pt x="137" y="737"/>
                  </a:cubicBezTo>
                  <a:cubicBezTo>
                    <a:pt x="59" y="698"/>
                    <a:pt x="0" y="679"/>
                    <a:pt x="0" y="620"/>
                  </a:cubicBezTo>
                  <a:lnTo>
                    <a:pt x="0" y="971"/>
                  </a:lnTo>
                  <a:cubicBezTo>
                    <a:pt x="156" y="1010"/>
                    <a:pt x="370" y="1068"/>
                    <a:pt x="565" y="1068"/>
                  </a:cubicBezTo>
                  <a:cubicBezTo>
                    <a:pt x="759" y="1068"/>
                    <a:pt x="973" y="1010"/>
                    <a:pt x="1129" y="912"/>
                  </a:cubicBezTo>
                  <a:cubicBezTo>
                    <a:pt x="1304" y="815"/>
                    <a:pt x="1401" y="679"/>
                    <a:pt x="1401" y="523"/>
                  </a:cubicBezTo>
                  <a:cubicBezTo>
                    <a:pt x="1401" y="426"/>
                    <a:pt x="1343" y="329"/>
                    <a:pt x="1265" y="270"/>
                  </a:cubicBezTo>
                  <a:lnTo>
                    <a:pt x="1129" y="329"/>
                  </a:lnTo>
                  <a:cubicBezTo>
                    <a:pt x="1109" y="329"/>
                    <a:pt x="1070" y="367"/>
                    <a:pt x="1070" y="367"/>
                  </a:cubicBezTo>
                  <a:cubicBezTo>
                    <a:pt x="1031" y="367"/>
                    <a:pt x="1012" y="329"/>
                    <a:pt x="973" y="309"/>
                  </a:cubicBezTo>
                  <a:cubicBezTo>
                    <a:pt x="954" y="251"/>
                    <a:pt x="954" y="192"/>
                    <a:pt x="1031" y="134"/>
                  </a:cubicBezTo>
                  <a:lnTo>
                    <a:pt x="1070" y="115"/>
                  </a:lnTo>
                  <a:cubicBezTo>
                    <a:pt x="919" y="39"/>
                    <a:pt x="732" y="0"/>
                    <a:pt x="5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8594620" y="3514444"/>
              <a:ext cx="16288" cy="12216"/>
            </a:xfrm>
            <a:custGeom>
              <a:avLst/>
              <a:gdLst/>
              <a:ahLst/>
              <a:cxnLst/>
              <a:rect l="l" t="t" r="r" b="b"/>
              <a:pathLst>
                <a:path w="312" h="234" extrusionOk="0">
                  <a:moveTo>
                    <a:pt x="117" y="0"/>
                  </a:moveTo>
                  <a:lnTo>
                    <a:pt x="78" y="20"/>
                  </a:lnTo>
                  <a:cubicBezTo>
                    <a:pt x="20" y="78"/>
                    <a:pt x="1" y="136"/>
                    <a:pt x="20" y="195"/>
                  </a:cubicBezTo>
                  <a:cubicBezTo>
                    <a:pt x="59" y="234"/>
                    <a:pt x="98" y="234"/>
                    <a:pt x="117" y="234"/>
                  </a:cubicBezTo>
                  <a:cubicBezTo>
                    <a:pt x="156" y="234"/>
                    <a:pt x="176" y="234"/>
                    <a:pt x="176" y="214"/>
                  </a:cubicBezTo>
                  <a:lnTo>
                    <a:pt x="312" y="136"/>
                  </a:lnTo>
                  <a:cubicBezTo>
                    <a:pt x="273" y="97"/>
                    <a:pt x="215" y="39"/>
                    <a:pt x="176" y="20"/>
                  </a:cubicBezTo>
                  <a:cubicBezTo>
                    <a:pt x="156" y="20"/>
                    <a:pt x="117" y="0"/>
                    <a:pt x="1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8595348" y="707246"/>
              <a:ext cx="86347" cy="54920"/>
            </a:xfrm>
            <a:custGeom>
              <a:avLst/>
              <a:gdLst/>
              <a:ahLst/>
              <a:cxnLst/>
              <a:rect l="l" t="t" r="r" b="b"/>
              <a:pathLst>
                <a:path w="1654" h="1052" extrusionOk="0">
                  <a:moveTo>
                    <a:pt x="837" y="215"/>
                  </a:moveTo>
                  <a:cubicBezTo>
                    <a:pt x="992" y="215"/>
                    <a:pt x="1148" y="234"/>
                    <a:pt x="1265" y="312"/>
                  </a:cubicBezTo>
                  <a:cubicBezTo>
                    <a:pt x="1362" y="390"/>
                    <a:pt x="1420" y="468"/>
                    <a:pt x="1420" y="506"/>
                  </a:cubicBezTo>
                  <a:cubicBezTo>
                    <a:pt x="1420" y="584"/>
                    <a:pt x="1362" y="623"/>
                    <a:pt x="1265" y="701"/>
                  </a:cubicBezTo>
                  <a:cubicBezTo>
                    <a:pt x="1148" y="779"/>
                    <a:pt x="983" y="818"/>
                    <a:pt x="820" y="818"/>
                  </a:cubicBezTo>
                  <a:cubicBezTo>
                    <a:pt x="657" y="818"/>
                    <a:pt x="496" y="779"/>
                    <a:pt x="389" y="701"/>
                  </a:cubicBezTo>
                  <a:cubicBezTo>
                    <a:pt x="292" y="662"/>
                    <a:pt x="253" y="584"/>
                    <a:pt x="253" y="506"/>
                  </a:cubicBezTo>
                  <a:cubicBezTo>
                    <a:pt x="253" y="429"/>
                    <a:pt x="292" y="390"/>
                    <a:pt x="389" y="312"/>
                  </a:cubicBezTo>
                  <a:cubicBezTo>
                    <a:pt x="506" y="234"/>
                    <a:pt x="681" y="215"/>
                    <a:pt x="837" y="215"/>
                  </a:cubicBezTo>
                  <a:close/>
                  <a:moveTo>
                    <a:pt x="720" y="1"/>
                  </a:moveTo>
                  <a:cubicBezTo>
                    <a:pt x="545" y="20"/>
                    <a:pt x="389" y="40"/>
                    <a:pt x="272" y="117"/>
                  </a:cubicBezTo>
                  <a:cubicBezTo>
                    <a:pt x="97" y="215"/>
                    <a:pt x="0" y="370"/>
                    <a:pt x="0" y="506"/>
                  </a:cubicBezTo>
                  <a:cubicBezTo>
                    <a:pt x="0" y="662"/>
                    <a:pt x="97" y="798"/>
                    <a:pt x="272" y="896"/>
                  </a:cubicBezTo>
                  <a:cubicBezTo>
                    <a:pt x="447" y="993"/>
                    <a:pt x="642" y="1051"/>
                    <a:pt x="837" y="1051"/>
                  </a:cubicBezTo>
                  <a:cubicBezTo>
                    <a:pt x="1031" y="1051"/>
                    <a:pt x="1245" y="993"/>
                    <a:pt x="1401" y="896"/>
                  </a:cubicBezTo>
                  <a:cubicBezTo>
                    <a:pt x="1556" y="798"/>
                    <a:pt x="1654" y="662"/>
                    <a:pt x="1654" y="506"/>
                  </a:cubicBezTo>
                  <a:cubicBezTo>
                    <a:pt x="1654" y="370"/>
                    <a:pt x="1556" y="215"/>
                    <a:pt x="1401" y="117"/>
                  </a:cubicBezTo>
                  <a:cubicBezTo>
                    <a:pt x="1265" y="40"/>
                    <a:pt x="1090" y="1"/>
                    <a:pt x="953" y="1"/>
                  </a:cubicBezTo>
                  <a:lnTo>
                    <a:pt x="953" y="40"/>
                  </a:lnTo>
                  <a:cubicBezTo>
                    <a:pt x="953" y="117"/>
                    <a:pt x="914" y="176"/>
                    <a:pt x="837" y="176"/>
                  </a:cubicBezTo>
                  <a:cubicBezTo>
                    <a:pt x="759" y="176"/>
                    <a:pt x="720" y="117"/>
                    <a:pt x="720" y="40"/>
                  </a:cubicBezTo>
                  <a:lnTo>
                    <a:pt x="7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8632884" y="455357"/>
              <a:ext cx="12268" cy="251941"/>
            </a:xfrm>
            <a:custGeom>
              <a:avLst/>
              <a:gdLst/>
              <a:ahLst/>
              <a:cxnLst/>
              <a:rect l="l" t="t" r="r" b="b"/>
              <a:pathLst>
                <a:path w="235" h="4826" extrusionOk="0">
                  <a:moveTo>
                    <a:pt x="234" y="1"/>
                  </a:moveTo>
                  <a:lnTo>
                    <a:pt x="1" y="156"/>
                  </a:lnTo>
                  <a:lnTo>
                    <a:pt x="1" y="4826"/>
                  </a:lnTo>
                  <a:cubicBezTo>
                    <a:pt x="30" y="4816"/>
                    <a:pt x="69" y="4811"/>
                    <a:pt x="110" y="4811"/>
                  </a:cubicBezTo>
                  <a:cubicBezTo>
                    <a:pt x="152" y="4811"/>
                    <a:pt x="195" y="4816"/>
                    <a:pt x="234" y="4826"/>
                  </a:cubicBezTo>
                  <a:lnTo>
                    <a:pt x="2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8632884" y="706516"/>
              <a:ext cx="12268" cy="9919"/>
            </a:xfrm>
            <a:custGeom>
              <a:avLst/>
              <a:gdLst/>
              <a:ahLst/>
              <a:cxnLst/>
              <a:rect l="l" t="t" r="r" b="b"/>
              <a:pathLst>
                <a:path w="235" h="190" extrusionOk="0">
                  <a:moveTo>
                    <a:pt x="110" y="0"/>
                  </a:moveTo>
                  <a:cubicBezTo>
                    <a:pt x="69" y="0"/>
                    <a:pt x="30" y="5"/>
                    <a:pt x="1" y="15"/>
                  </a:cubicBezTo>
                  <a:lnTo>
                    <a:pt x="1" y="54"/>
                  </a:lnTo>
                  <a:cubicBezTo>
                    <a:pt x="1" y="131"/>
                    <a:pt x="40" y="190"/>
                    <a:pt x="118" y="190"/>
                  </a:cubicBezTo>
                  <a:cubicBezTo>
                    <a:pt x="195" y="190"/>
                    <a:pt x="234" y="131"/>
                    <a:pt x="234" y="54"/>
                  </a:cubicBezTo>
                  <a:lnTo>
                    <a:pt x="234" y="15"/>
                  </a:lnTo>
                  <a:cubicBezTo>
                    <a:pt x="195" y="5"/>
                    <a:pt x="152" y="0"/>
                    <a:pt x="1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8690779" y="574228"/>
              <a:ext cx="86399" cy="53876"/>
            </a:xfrm>
            <a:custGeom>
              <a:avLst/>
              <a:gdLst/>
              <a:ahLst/>
              <a:cxnLst/>
              <a:rect l="l" t="t" r="r" b="b"/>
              <a:pathLst>
                <a:path w="1655" h="1032" extrusionOk="0">
                  <a:moveTo>
                    <a:pt x="857" y="214"/>
                  </a:moveTo>
                  <a:cubicBezTo>
                    <a:pt x="1032" y="214"/>
                    <a:pt x="1168" y="233"/>
                    <a:pt x="1285" y="311"/>
                  </a:cubicBezTo>
                  <a:cubicBezTo>
                    <a:pt x="1363" y="389"/>
                    <a:pt x="1440" y="447"/>
                    <a:pt x="1440" y="506"/>
                  </a:cubicBezTo>
                  <a:cubicBezTo>
                    <a:pt x="1440" y="584"/>
                    <a:pt x="1382" y="623"/>
                    <a:pt x="1285" y="700"/>
                  </a:cubicBezTo>
                  <a:cubicBezTo>
                    <a:pt x="1168" y="769"/>
                    <a:pt x="1008" y="803"/>
                    <a:pt x="847" y="803"/>
                  </a:cubicBezTo>
                  <a:cubicBezTo>
                    <a:pt x="687" y="803"/>
                    <a:pt x="526" y="769"/>
                    <a:pt x="409" y="700"/>
                  </a:cubicBezTo>
                  <a:cubicBezTo>
                    <a:pt x="312" y="642"/>
                    <a:pt x="273" y="584"/>
                    <a:pt x="273" y="506"/>
                  </a:cubicBezTo>
                  <a:cubicBezTo>
                    <a:pt x="273" y="428"/>
                    <a:pt x="312" y="389"/>
                    <a:pt x="409" y="311"/>
                  </a:cubicBezTo>
                  <a:cubicBezTo>
                    <a:pt x="546" y="233"/>
                    <a:pt x="701" y="214"/>
                    <a:pt x="857" y="214"/>
                  </a:cubicBezTo>
                  <a:close/>
                  <a:moveTo>
                    <a:pt x="701" y="0"/>
                  </a:moveTo>
                  <a:cubicBezTo>
                    <a:pt x="546" y="19"/>
                    <a:pt x="390" y="39"/>
                    <a:pt x="273" y="117"/>
                  </a:cubicBezTo>
                  <a:cubicBezTo>
                    <a:pt x="98" y="214"/>
                    <a:pt x="1" y="350"/>
                    <a:pt x="1" y="506"/>
                  </a:cubicBezTo>
                  <a:cubicBezTo>
                    <a:pt x="1" y="642"/>
                    <a:pt x="98" y="798"/>
                    <a:pt x="273" y="895"/>
                  </a:cubicBezTo>
                  <a:cubicBezTo>
                    <a:pt x="448" y="992"/>
                    <a:pt x="643" y="1031"/>
                    <a:pt x="837" y="1031"/>
                  </a:cubicBezTo>
                  <a:cubicBezTo>
                    <a:pt x="1032" y="1031"/>
                    <a:pt x="1246"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6" y="156"/>
                    <a:pt x="837" y="156"/>
                  </a:cubicBezTo>
                  <a:cubicBezTo>
                    <a:pt x="760" y="156"/>
                    <a:pt x="701" y="117"/>
                    <a:pt x="701" y="39"/>
                  </a:cubicBezTo>
                  <a:lnTo>
                    <a:pt x="7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8727375" y="399498"/>
              <a:ext cx="13260" cy="174782"/>
            </a:xfrm>
            <a:custGeom>
              <a:avLst/>
              <a:gdLst/>
              <a:ahLst/>
              <a:cxnLst/>
              <a:rect l="l" t="t" r="r" b="b"/>
              <a:pathLst>
                <a:path w="254" h="3348" extrusionOk="0">
                  <a:moveTo>
                    <a:pt x="253" y="1"/>
                  </a:moveTo>
                  <a:lnTo>
                    <a:pt x="0" y="156"/>
                  </a:lnTo>
                  <a:lnTo>
                    <a:pt x="0" y="3347"/>
                  </a:lnTo>
                  <a:cubicBezTo>
                    <a:pt x="49" y="3328"/>
                    <a:pt x="93" y="3318"/>
                    <a:pt x="134" y="3318"/>
                  </a:cubicBezTo>
                  <a:cubicBezTo>
                    <a:pt x="175" y="3318"/>
                    <a:pt x="214" y="3328"/>
                    <a:pt x="253" y="3347"/>
                  </a:cubicBezTo>
                  <a:lnTo>
                    <a:pt x="2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8727375" y="572662"/>
              <a:ext cx="13260" cy="9710"/>
            </a:xfrm>
            <a:custGeom>
              <a:avLst/>
              <a:gdLst/>
              <a:ahLst/>
              <a:cxnLst/>
              <a:rect l="l" t="t" r="r" b="b"/>
              <a:pathLst>
                <a:path w="254" h="186" extrusionOk="0">
                  <a:moveTo>
                    <a:pt x="134" y="1"/>
                  </a:moveTo>
                  <a:cubicBezTo>
                    <a:pt x="93" y="1"/>
                    <a:pt x="49" y="11"/>
                    <a:pt x="0" y="30"/>
                  </a:cubicBezTo>
                  <a:lnTo>
                    <a:pt x="0" y="69"/>
                  </a:lnTo>
                  <a:cubicBezTo>
                    <a:pt x="0" y="147"/>
                    <a:pt x="59" y="186"/>
                    <a:pt x="136" y="186"/>
                  </a:cubicBezTo>
                  <a:cubicBezTo>
                    <a:pt x="195" y="186"/>
                    <a:pt x="253" y="147"/>
                    <a:pt x="253" y="69"/>
                  </a:cubicBezTo>
                  <a:lnTo>
                    <a:pt x="253" y="30"/>
                  </a:lnTo>
                  <a:cubicBezTo>
                    <a:pt x="214" y="11"/>
                    <a:pt x="175" y="1"/>
                    <a:pt x="1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8567149" y="4050012"/>
              <a:ext cx="232625" cy="135159"/>
            </a:xfrm>
            <a:custGeom>
              <a:avLst/>
              <a:gdLst/>
              <a:ahLst/>
              <a:cxnLst/>
              <a:rect l="l" t="t" r="r" b="b"/>
              <a:pathLst>
                <a:path w="4456" h="2589" extrusionOk="0">
                  <a:moveTo>
                    <a:pt x="215" y="1"/>
                  </a:moveTo>
                  <a:cubicBezTo>
                    <a:pt x="156" y="20"/>
                    <a:pt x="117" y="59"/>
                    <a:pt x="59" y="98"/>
                  </a:cubicBezTo>
                  <a:cubicBezTo>
                    <a:pt x="39" y="118"/>
                    <a:pt x="20" y="118"/>
                    <a:pt x="1" y="118"/>
                  </a:cubicBezTo>
                  <a:lnTo>
                    <a:pt x="4261" y="2588"/>
                  </a:lnTo>
                  <a:cubicBezTo>
                    <a:pt x="4320" y="2550"/>
                    <a:pt x="4378" y="2491"/>
                    <a:pt x="4417" y="2472"/>
                  </a:cubicBezTo>
                  <a:cubicBezTo>
                    <a:pt x="4436" y="2472"/>
                    <a:pt x="4456" y="2452"/>
                    <a:pt x="4456" y="2452"/>
                  </a:cubicBezTo>
                  <a:lnTo>
                    <a:pt x="4436" y="2433"/>
                  </a:lnTo>
                  <a:lnTo>
                    <a:pt x="21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8624500" y="4422243"/>
              <a:ext cx="86399" cy="55807"/>
            </a:xfrm>
            <a:custGeom>
              <a:avLst/>
              <a:gdLst/>
              <a:ahLst/>
              <a:cxnLst/>
              <a:rect l="l" t="t" r="r" b="b"/>
              <a:pathLst>
                <a:path w="1655" h="1069" extrusionOk="0">
                  <a:moveTo>
                    <a:pt x="818" y="252"/>
                  </a:moveTo>
                  <a:cubicBezTo>
                    <a:pt x="973" y="252"/>
                    <a:pt x="1129" y="290"/>
                    <a:pt x="1246" y="349"/>
                  </a:cubicBezTo>
                  <a:cubicBezTo>
                    <a:pt x="1343" y="407"/>
                    <a:pt x="1401" y="485"/>
                    <a:pt x="1401" y="543"/>
                  </a:cubicBezTo>
                  <a:cubicBezTo>
                    <a:pt x="1401" y="621"/>
                    <a:pt x="1343" y="660"/>
                    <a:pt x="1246" y="738"/>
                  </a:cubicBezTo>
                  <a:cubicBezTo>
                    <a:pt x="1129" y="816"/>
                    <a:pt x="964" y="855"/>
                    <a:pt x="801" y="855"/>
                  </a:cubicBezTo>
                  <a:cubicBezTo>
                    <a:pt x="638" y="855"/>
                    <a:pt x="477" y="816"/>
                    <a:pt x="370" y="738"/>
                  </a:cubicBezTo>
                  <a:cubicBezTo>
                    <a:pt x="273" y="699"/>
                    <a:pt x="234" y="621"/>
                    <a:pt x="234" y="543"/>
                  </a:cubicBezTo>
                  <a:cubicBezTo>
                    <a:pt x="234" y="485"/>
                    <a:pt x="273" y="427"/>
                    <a:pt x="370" y="349"/>
                  </a:cubicBezTo>
                  <a:cubicBezTo>
                    <a:pt x="487" y="290"/>
                    <a:pt x="643" y="252"/>
                    <a:pt x="818" y="252"/>
                  </a:cubicBezTo>
                  <a:close/>
                  <a:moveTo>
                    <a:pt x="845" y="1"/>
                  </a:moveTo>
                  <a:cubicBezTo>
                    <a:pt x="660" y="1"/>
                    <a:pt x="473" y="40"/>
                    <a:pt x="312" y="115"/>
                  </a:cubicBezTo>
                  <a:cubicBezTo>
                    <a:pt x="370" y="135"/>
                    <a:pt x="390" y="213"/>
                    <a:pt x="370" y="290"/>
                  </a:cubicBezTo>
                  <a:cubicBezTo>
                    <a:pt x="351" y="329"/>
                    <a:pt x="293" y="329"/>
                    <a:pt x="273" y="329"/>
                  </a:cubicBezTo>
                  <a:cubicBezTo>
                    <a:pt x="254" y="329"/>
                    <a:pt x="234" y="329"/>
                    <a:pt x="234" y="310"/>
                  </a:cubicBezTo>
                  <a:lnTo>
                    <a:pt x="137" y="252"/>
                  </a:lnTo>
                  <a:cubicBezTo>
                    <a:pt x="59" y="329"/>
                    <a:pt x="1" y="427"/>
                    <a:pt x="1" y="524"/>
                  </a:cubicBezTo>
                  <a:cubicBezTo>
                    <a:pt x="1" y="680"/>
                    <a:pt x="98" y="816"/>
                    <a:pt x="273" y="913"/>
                  </a:cubicBezTo>
                  <a:cubicBezTo>
                    <a:pt x="448" y="1010"/>
                    <a:pt x="643" y="1069"/>
                    <a:pt x="837" y="1069"/>
                  </a:cubicBezTo>
                  <a:cubicBezTo>
                    <a:pt x="1032" y="1069"/>
                    <a:pt x="1246" y="1010"/>
                    <a:pt x="1382" y="913"/>
                  </a:cubicBezTo>
                  <a:cubicBezTo>
                    <a:pt x="1557" y="816"/>
                    <a:pt x="1654" y="680"/>
                    <a:pt x="1654" y="524"/>
                  </a:cubicBezTo>
                  <a:cubicBezTo>
                    <a:pt x="1654" y="388"/>
                    <a:pt x="1557" y="232"/>
                    <a:pt x="1382" y="135"/>
                  </a:cubicBezTo>
                  <a:cubicBezTo>
                    <a:pt x="1232" y="45"/>
                    <a:pt x="1040" y="1"/>
                    <a:pt x="8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8542225" y="4275912"/>
              <a:ext cx="258049" cy="158494"/>
            </a:xfrm>
            <a:custGeom>
              <a:avLst/>
              <a:gdLst/>
              <a:ahLst/>
              <a:cxnLst/>
              <a:rect l="l" t="t" r="r" b="b"/>
              <a:pathLst>
                <a:path w="4943" h="3036" extrusionOk="0">
                  <a:moveTo>
                    <a:pt x="1" y="0"/>
                  </a:moveTo>
                  <a:lnTo>
                    <a:pt x="1" y="292"/>
                  </a:lnTo>
                  <a:lnTo>
                    <a:pt x="4748" y="3035"/>
                  </a:lnTo>
                  <a:cubicBezTo>
                    <a:pt x="4787" y="2977"/>
                    <a:pt x="4845" y="2938"/>
                    <a:pt x="4923" y="2899"/>
                  </a:cubicBezTo>
                  <a:cubicBezTo>
                    <a:pt x="4923" y="2899"/>
                    <a:pt x="4942" y="2899"/>
                    <a:pt x="4942" y="2860"/>
                  </a:cubicBezTo>
                  <a:lnTo>
                    <a:pt x="3600" y="2082"/>
                  </a:lnTo>
                  <a:lnTo>
                    <a:pt x="3600" y="2101"/>
                  </a:lnTo>
                  <a:cubicBezTo>
                    <a:pt x="3600" y="2179"/>
                    <a:pt x="3561" y="2237"/>
                    <a:pt x="3483" y="2237"/>
                  </a:cubicBezTo>
                  <a:cubicBezTo>
                    <a:pt x="3405" y="2237"/>
                    <a:pt x="3367" y="2179"/>
                    <a:pt x="3367" y="2101"/>
                  </a:cubicBezTo>
                  <a:lnTo>
                    <a:pt x="3367" y="1946"/>
                  </a:lnTo>
                  <a:lnTo>
                    <a:pt x="954" y="545"/>
                  </a:lnTo>
                  <a:lnTo>
                    <a:pt x="954" y="584"/>
                  </a:lnTo>
                  <a:cubicBezTo>
                    <a:pt x="954" y="642"/>
                    <a:pt x="896" y="701"/>
                    <a:pt x="837" y="701"/>
                  </a:cubicBezTo>
                  <a:cubicBezTo>
                    <a:pt x="760" y="701"/>
                    <a:pt x="701" y="642"/>
                    <a:pt x="701" y="584"/>
                  </a:cubicBezTo>
                  <a:lnTo>
                    <a:pt x="701" y="409"/>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8542225" y="4371343"/>
              <a:ext cx="99607" cy="64056"/>
            </a:xfrm>
            <a:custGeom>
              <a:avLst/>
              <a:gdLst/>
              <a:ahLst/>
              <a:cxnLst/>
              <a:rect l="l" t="t" r="r" b="b"/>
              <a:pathLst>
                <a:path w="1908" h="1227" extrusionOk="0">
                  <a:moveTo>
                    <a:pt x="1" y="1"/>
                  </a:moveTo>
                  <a:lnTo>
                    <a:pt x="1" y="293"/>
                  </a:lnTo>
                  <a:lnTo>
                    <a:pt x="1674" y="1227"/>
                  </a:lnTo>
                  <a:cubicBezTo>
                    <a:pt x="1732" y="1188"/>
                    <a:pt x="1771" y="1168"/>
                    <a:pt x="1830" y="1110"/>
                  </a:cubicBezTo>
                  <a:cubicBezTo>
                    <a:pt x="1849" y="1090"/>
                    <a:pt x="1869" y="1090"/>
                    <a:pt x="1907" y="1090"/>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8629616" y="4428246"/>
              <a:ext cx="14252" cy="11224"/>
            </a:xfrm>
            <a:custGeom>
              <a:avLst/>
              <a:gdLst/>
              <a:ahLst/>
              <a:cxnLst/>
              <a:rect l="l" t="t" r="r" b="b"/>
              <a:pathLst>
                <a:path w="273" h="215" extrusionOk="0">
                  <a:moveTo>
                    <a:pt x="195" y="0"/>
                  </a:moveTo>
                  <a:cubicBezTo>
                    <a:pt x="175" y="0"/>
                    <a:pt x="156" y="20"/>
                    <a:pt x="136" y="20"/>
                  </a:cubicBezTo>
                  <a:cubicBezTo>
                    <a:pt x="78" y="78"/>
                    <a:pt x="39" y="98"/>
                    <a:pt x="0" y="137"/>
                  </a:cubicBezTo>
                  <a:lnTo>
                    <a:pt x="97" y="195"/>
                  </a:lnTo>
                  <a:cubicBezTo>
                    <a:pt x="136" y="195"/>
                    <a:pt x="156" y="214"/>
                    <a:pt x="156" y="214"/>
                  </a:cubicBezTo>
                  <a:cubicBezTo>
                    <a:pt x="195" y="214"/>
                    <a:pt x="233" y="195"/>
                    <a:pt x="253" y="175"/>
                  </a:cubicBezTo>
                  <a:cubicBezTo>
                    <a:pt x="272" y="117"/>
                    <a:pt x="272" y="39"/>
                    <a:pt x="1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8578821" y="4140806"/>
              <a:ext cx="13260" cy="165594"/>
            </a:xfrm>
            <a:custGeom>
              <a:avLst/>
              <a:gdLst/>
              <a:ahLst/>
              <a:cxnLst/>
              <a:rect l="l" t="t" r="r" b="b"/>
              <a:pathLst>
                <a:path w="254" h="3172" extrusionOk="0">
                  <a:moveTo>
                    <a:pt x="0" y="1"/>
                  </a:moveTo>
                  <a:lnTo>
                    <a:pt x="0" y="3016"/>
                  </a:lnTo>
                  <a:lnTo>
                    <a:pt x="253" y="3172"/>
                  </a:lnTo>
                  <a:lnTo>
                    <a:pt x="253" y="156"/>
                  </a:lnTo>
                  <a:cubicBezTo>
                    <a:pt x="175" y="98"/>
                    <a:pt x="78" y="59"/>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8717947" y="4221045"/>
              <a:ext cx="12268" cy="165594"/>
            </a:xfrm>
            <a:custGeom>
              <a:avLst/>
              <a:gdLst/>
              <a:ahLst/>
              <a:cxnLst/>
              <a:rect l="l" t="t" r="r" b="b"/>
              <a:pathLst>
                <a:path w="235" h="3172" extrusionOk="0">
                  <a:moveTo>
                    <a:pt x="1" y="1"/>
                  </a:moveTo>
                  <a:lnTo>
                    <a:pt x="1" y="3016"/>
                  </a:lnTo>
                  <a:lnTo>
                    <a:pt x="234" y="3172"/>
                  </a:lnTo>
                  <a:lnTo>
                    <a:pt x="234" y="156"/>
                  </a:lnTo>
                  <a:cubicBezTo>
                    <a:pt x="156" y="98"/>
                    <a:pt x="59" y="59"/>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8717947" y="4378495"/>
              <a:ext cx="12268" cy="15244"/>
            </a:xfrm>
            <a:custGeom>
              <a:avLst/>
              <a:gdLst/>
              <a:ahLst/>
              <a:cxnLst/>
              <a:rect l="l" t="t" r="r" b="b"/>
              <a:pathLst>
                <a:path w="235" h="292" extrusionOk="0">
                  <a:moveTo>
                    <a:pt x="1" y="0"/>
                  </a:moveTo>
                  <a:lnTo>
                    <a:pt x="1" y="175"/>
                  </a:lnTo>
                  <a:cubicBezTo>
                    <a:pt x="1" y="253"/>
                    <a:pt x="39" y="292"/>
                    <a:pt x="117" y="292"/>
                  </a:cubicBezTo>
                  <a:cubicBezTo>
                    <a:pt x="195" y="292"/>
                    <a:pt x="234" y="253"/>
                    <a:pt x="234" y="175"/>
                  </a:cubicBezTo>
                  <a:lnTo>
                    <a:pt x="234" y="156"/>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8578821" y="4298881"/>
              <a:ext cx="13260" cy="15244"/>
            </a:xfrm>
            <a:custGeom>
              <a:avLst/>
              <a:gdLst/>
              <a:ahLst/>
              <a:cxnLst/>
              <a:rect l="l" t="t" r="r" b="b"/>
              <a:pathLst>
                <a:path w="254" h="292" extrusionOk="0">
                  <a:moveTo>
                    <a:pt x="0" y="0"/>
                  </a:moveTo>
                  <a:lnTo>
                    <a:pt x="0" y="175"/>
                  </a:lnTo>
                  <a:cubicBezTo>
                    <a:pt x="0" y="253"/>
                    <a:pt x="59" y="292"/>
                    <a:pt x="136" y="292"/>
                  </a:cubicBezTo>
                  <a:cubicBezTo>
                    <a:pt x="195" y="292"/>
                    <a:pt x="253" y="253"/>
                    <a:pt x="253" y="175"/>
                  </a:cubicBezTo>
                  <a:lnTo>
                    <a:pt x="253" y="156"/>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rot="-7124984" flipH="1">
              <a:off x="8542225" y="4124687"/>
              <a:ext cx="258051" cy="158496"/>
            </a:xfrm>
            <a:custGeom>
              <a:avLst/>
              <a:gdLst/>
              <a:ahLst/>
              <a:cxnLst/>
              <a:rect l="l" t="t" r="r" b="b"/>
              <a:pathLst>
                <a:path w="4943" h="3036" extrusionOk="0">
                  <a:moveTo>
                    <a:pt x="1" y="0"/>
                  </a:moveTo>
                  <a:lnTo>
                    <a:pt x="1" y="292"/>
                  </a:lnTo>
                  <a:lnTo>
                    <a:pt x="4748" y="3035"/>
                  </a:lnTo>
                  <a:cubicBezTo>
                    <a:pt x="4787" y="2977"/>
                    <a:pt x="4845" y="2938"/>
                    <a:pt x="4923" y="2899"/>
                  </a:cubicBezTo>
                  <a:cubicBezTo>
                    <a:pt x="4923" y="2899"/>
                    <a:pt x="4942" y="2899"/>
                    <a:pt x="4942" y="2860"/>
                  </a:cubicBezTo>
                  <a:lnTo>
                    <a:pt x="3600" y="2082"/>
                  </a:lnTo>
                  <a:lnTo>
                    <a:pt x="3600" y="2101"/>
                  </a:lnTo>
                  <a:cubicBezTo>
                    <a:pt x="3600" y="2179"/>
                    <a:pt x="3561" y="2237"/>
                    <a:pt x="3483" y="2237"/>
                  </a:cubicBezTo>
                  <a:cubicBezTo>
                    <a:pt x="3405" y="2237"/>
                    <a:pt x="3367" y="2179"/>
                    <a:pt x="3367" y="2101"/>
                  </a:cubicBezTo>
                  <a:lnTo>
                    <a:pt x="3367" y="1946"/>
                  </a:lnTo>
                  <a:lnTo>
                    <a:pt x="954" y="545"/>
                  </a:lnTo>
                  <a:lnTo>
                    <a:pt x="954" y="584"/>
                  </a:lnTo>
                  <a:cubicBezTo>
                    <a:pt x="954" y="642"/>
                    <a:pt x="896" y="701"/>
                    <a:pt x="837" y="701"/>
                  </a:cubicBezTo>
                  <a:cubicBezTo>
                    <a:pt x="760" y="701"/>
                    <a:pt x="701" y="642"/>
                    <a:pt x="701" y="584"/>
                  </a:cubicBezTo>
                  <a:lnTo>
                    <a:pt x="701" y="409"/>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8561047" y="4686627"/>
              <a:ext cx="193002" cy="83319"/>
            </a:xfrm>
            <a:custGeom>
              <a:avLst/>
              <a:gdLst/>
              <a:ahLst/>
              <a:cxnLst/>
              <a:rect l="l" t="t" r="r" b="b"/>
              <a:pathLst>
                <a:path w="3697" h="1596" extrusionOk="0">
                  <a:moveTo>
                    <a:pt x="2763" y="1"/>
                  </a:moveTo>
                  <a:lnTo>
                    <a:pt x="0" y="1596"/>
                  </a:lnTo>
                  <a:lnTo>
                    <a:pt x="1849" y="1596"/>
                  </a:lnTo>
                  <a:lnTo>
                    <a:pt x="3697" y="526"/>
                  </a:lnTo>
                  <a:lnTo>
                    <a:pt x="3327" y="312"/>
                  </a:lnTo>
                  <a:lnTo>
                    <a:pt x="2724" y="682"/>
                  </a:lnTo>
                  <a:cubicBezTo>
                    <a:pt x="2705" y="682"/>
                    <a:pt x="2666" y="701"/>
                    <a:pt x="2666" y="701"/>
                  </a:cubicBezTo>
                  <a:cubicBezTo>
                    <a:pt x="2627" y="701"/>
                    <a:pt x="2607" y="682"/>
                    <a:pt x="2568" y="662"/>
                  </a:cubicBezTo>
                  <a:cubicBezTo>
                    <a:pt x="2549" y="604"/>
                    <a:pt x="2549" y="526"/>
                    <a:pt x="2627" y="487"/>
                  </a:cubicBezTo>
                  <a:lnTo>
                    <a:pt x="3113" y="195"/>
                  </a:lnTo>
                  <a:lnTo>
                    <a:pt x="2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8693075" y="4693725"/>
              <a:ext cx="40675" cy="31551"/>
            </a:xfrm>
            <a:custGeom>
              <a:avLst/>
              <a:gdLst/>
              <a:ahLst/>
              <a:cxnLst/>
              <a:rect l="l" t="t" r="r" b="b"/>
              <a:pathLst>
                <a:path w="779" h="546" extrusionOk="0">
                  <a:moveTo>
                    <a:pt x="526" y="1"/>
                  </a:moveTo>
                  <a:lnTo>
                    <a:pt x="78" y="332"/>
                  </a:lnTo>
                  <a:cubicBezTo>
                    <a:pt x="20" y="351"/>
                    <a:pt x="1" y="429"/>
                    <a:pt x="20" y="487"/>
                  </a:cubicBezTo>
                  <a:cubicBezTo>
                    <a:pt x="39" y="546"/>
                    <a:pt x="98" y="546"/>
                    <a:pt x="117" y="546"/>
                  </a:cubicBezTo>
                  <a:cubicBezTo>
                    <a:pt x="137" y="546"/>
                    <a:pt x="176" y="546"/>
                    <a:pt x="176" y="526"/>
                  </a:cubicBezTo>
                  <a:lnTo>
                    <a:pt x="779" y="156"/>
                  </a:lnTo>
                  <a:lnTo>
                    <a:pt x="5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flipH="1">
              <a:off x="8709375" y="4646800"/>
              <a:ext cx="97575" cy="64049"/>
            </a:xfrm>
            <a:custGeom>
              <a:avLst/>
              <a:gdLst/>
              <a:ahLst/>
              <a:cxnLst/>
              <a:rect l="l" t="t" r="r" b="b"/>
              <a:pathLst>
                <a:path w="1908" h="1227" extrusionOk="0">
                  <a:moveTo>
                    <a:pt x="1" y="1"/>
                  </a:moveTo>
                  <a:lnTo>
                    <a:pt x="1" y="293"/>
                  </a:lnTo>
                  <a:lnTo>
                    <a:pt x="1674" y="1227"/>
                  </a:lnTo>
                  <a:cubicBezTo>
                    <a:pt x="1732" y="1188"/>
                    <a:pt x="1771" y="1168"/>
                    <a:pt x="1830" y="1110"/>
                  </a:cubicBezTo>
                  <a:cubicBezTo>
                    <a:pt x="1849" y="1090"/>
                    <a:pt x="1869" y="1090"/>
                    <a:pt x="1907" y="1090"/>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8783525" y="4424050"/>
              <a:ext cx="24050" cy="21550"/>
            </a:xfrm>
            <a:custGeom>
              <a:avLst/>
              <a:gdLst/>
              <a:ahLst/>
              <a:cxnLst/>
              <a:rect l="l" t="t" r="r" b="b"/>
              <a:pathLst>
                <a:path w="962" h="862" extrusionOk="0">
                  <a:moveTo>
                    <a:pt x="506" y="0"/>
                  </a:moveTo>
                  <a:lnTo>
                    <a:pt x="962" y="254"/>
                  </a:lnTo>
                  <a:lnTo>
                    <a:pt x="962" y="862"/>
                  </a:lnTo>
                  <a:lnTo>
                    <a:pt x="0" y="254"/>
                  </a:lnTo>
                  <a:close/>
                </a:path>
              </a:pathLst>
            </a:custGeom>
            <a:solidFill>
              <a:schemeClr val="accent6"/>
            </a:solidFill>
            <a:ln>
              <a:noFill/>
            </a:ln>
          </p:spPr>
        </p:sp>
        <p:sp>
          <p:nvSpPr>
            <p:cNvPr id="72" name="Google Shape;72;p4"/>
            <p:cNvSpPr/>
            <p:nvPr/>
          </p:nvSpPr>
          <p:spPr>
            <a:xfrm>
              <a:off x="8633300" y="396950"/>
              <a:ext cx="12675" cy="88675"/>
            </a:xfrm>
            <a:custGeom>
              <a:avLst/>
              <a:gdLst/>
              <a:ahLst/>
              <a:cxnLst/>
              <a:rect l="l" t="t" r="r" b="b"/>
              <a:pathLst>
                <a:path w="507" h="3547" extrusionOk="0">
                  <a:moveTo>
                    <a:pt x="0" y="3547"/>
                  </a:moveTo>
                  <a:lnTo>
                    <a:pt x="0" y="0"/>
                  </a:lnTo>
                  <a:lnTo>
                    <a:pt x="507" y="0"/>
                  </a:lnTo>
                  <a:lnTo>
                    <a:pt x="507" y="3243"/>
                  </a:lnTo>
                  <a:close/>
                </a:path>
              </a:pathLst>
            </a:custGeom>
            <a:solidFill>
              <a:schemeClr val="accent6"/>
            </a:solidFill>
            <a:ln>
              <a:noFill/>
            </a:ln>
          </p:spPr>
        </p:sp>
        <p:sp>
          <p:nvSpPr>
            <p:cNvPr id="73" name="Google Shape;73;p4"/>
            <p:cNvSpPr/>
            <p:nvPr/>
          </p:nvSpPr>
          <p:spPr>
            <a:xfrm>
              <a:off x="8727025" y="396950"/>
              <a:ext cx="15200" cy="62075"/>
            </a:xfrm>
            <a:custGeom>
              <a:avLst/>
              <a:gdLst/>
              <a:ahLst/>
              <a:cxnLst/>
              <a:rect l="l" t="t" r="r" b="b"/>
              <a:pathLst>
                <a:path w="608" h="2483" extrusionOk="0">
                  <a:moveTo>
                    <a:pt x="0" y="2483"/>
                  </a:moveTo>
                  <a:lnTo>
                    <a:pt x="0" y="51"/>
                  </a:lnTo>
                  <a:lnTo>
                    <a:pt x="608" y="0"/>
                  </a:lnTo>
                  <a:lnTo>
                    <a:pt x="608" y="1318"/>
                  </a:lnTo>
                  <a:close/>
                </a:path>
              </a:pathLst>
            </a:custGeom>
            <a:solidFill>
              <a:schemeClr val="accent6"/>
            </a:solidFill>
            <a:ln>
              <a:noFill/>
            </a:ln>
          </p:spPr>
        </p:sp>
        <p:sp>
          <p:nvSpPr>
            <p:cNvPr id="74" name="Google Shape;74;p4"/>
            <p:cNvSpPr/>
            <p:nvPr/>
          </p:nvSpPr>
          <p:spPr>
            <a:xfrm>
              <a:off x="8783500" y="4171400"/>
              <a:ext cx="24075" cy="22150"/>
            </a:xfrm>
            <a:custGeom>
              <a:avLst/>
              <a:gdLst/>
              <a:ahLst/>
              <a:cxnLst/>
              <a:rect l="l" t="t" r="r" b="b"/>
              <a:pathLst>
                <a:path w="963" h="886" extrusionOk="0">
                  <a:moveTo>
                    <a:pt x="203" y="0"/>
                  </a:moveTo>
                  <a:lnTo>
                    <a:pt x="963" y="456"/>
                  </a:lnTo>
                  <a:lnTo>
                    <a:pt x="937" y="886"/>
                  </a:lnTo>
                  <a:lnTo>
                    <a:pt x="0" y="380"/>
                  </a:lnTo>
                  <a:close/>
                </a:path>
              </a:pathLst>
            </a:custGeom>
            <a:solidFill>
              <a:schemeClr val="accent6"/>
            </a:solidFill>
            <a:ln>
              <a:noFill/>
            </a:ln>
          </p:spPr>
        </p:sp>
        <p:sp>
          <p:nvSpPr>
            <p:cNvPr id="75" name="Google Shape;75;p4"/>
            <p:cNvSpPr/>
            <p:nvPr/>
          </p:nvSpPr>
          <p:spPr>
            <a:xfrm>
              <a:off x="8708025" y="4225950"/>
              <a:ext cx="32300" cy="24700"/>
            </a:xfrm>
            <a:custGeom>
              <a:avLst/>
              <a:gdLst/>
              <a:ahLst/>
              <a:cxnLst/>
              <a:rect l="l" t="t" r="r" b="b"/>
              <a:pathLst>
                <a:path w="1292" h="988" extrusionOk="0">
                  <a:moveTo>
                    <a:pt x="0" y="202"/>
                  </a:moveTo>
                  <a:lnTo>
                    <a:pt x="1292" y="988"/>
                  </a:lnTo>
                  <a:lnTo>
                    <a:pt x="1013" y="354"/>
                  </a:lnTo>
                  <a:lnTo>
                    <a:pt x="228" y="0"/>
                  </a:lnTo>
                  <a:close/>
                </a:path>
              </a:pathLst>
            </a:custGeom>
            <a:solidFill>
              <a:schemeClr val="accent6"/>
            </a:solidFill>
            <a:ln>
              <a:noFill/>
            </a:ln>
          </p:spPr>
        </p:sp>
        <p:sp>
          <p:nvSpPr>
            <p:cNvPr id="76" name="Google Shape;76;p4"/>
            <p:cNvSpPr/>
            <p:nvPr/>
          </p:nvSpPr>
          <p:spPr>
            <a:xfrm>
              <a:off x="8569300" y="4140800"/>
              <a:ext cx="32300" cy="24700"/>
            </a:xfrm>
            <a:custGeom>
              <a:avLst/>
              <a:gdLst/>
              <a:ahLst/>
              <a:cxnLst/>
              <a:rect l="l" t="t" r="r" b="b"/>
              <a:pathLst>
                <a:path w="1292" h="988" extrusionOk="0">
                  <a:moveTo>
                    <a:pt x="0" y="202"/>
                  </a:moveTo>
                  <a:lnTo>
                    <a:pt x="1292" y="988"/>
                  </a:lnTo>
                  <a:lnTo>
                    <a:pt x="1013" y="354"/>
                  </a:lnTo>
                  <a:lnTo>
                    <a:pt x="228" y="0"/>
                  </a:lnTo>
                  <a:close/>
                </a:path>
              </a:pathLst>
            </a:custGeom>
            <a:solidFill>
              <a:schemeClr val="accent6"/>
            </a:solidFill>
            <a:ln>
              <a:noFill/>
            </a:ln>
          </p:spPr>
        </p:sp>
        <p:sp>
          <p:nvSpPr>
            <p:cNvPr id="77" name="Google Shape;77;p4"/>
            <p:cNvSpPr/>
            <p:nvPr/>
          </p:nvSpPr>
          <p:spPr>
            <a:xfrm>
              <a:off x="8782713" y="4268275"/>
              <a:ext cx="24050" cy="21550"/>
            </a:xfrm>
            <a:custGeom>
              <a:avLst/>
              <a:gdLst/>
              <a:ahLst/>
              <a:cxnLst/>
              <a:rect l="l" t="t" r="r" b="b"/>
              <a:pathLst>
                <a:path w="962" h="862" extrusionOk="0">
                  <a:moveTo>
                    <a:pt x="506" y="0"/>
                  </a:moveTo>
                  <a:lnTo>
                    <a:pt x="962" y="254"/>
                  </a:lnTo>
                  <a:lnTo>
                    <a:pt x="962" y="862"/>
                  </a:lnTo>
                  <a:lnTo>
                    <a:pt x="0" y="254"/>
                  </a:lnTo>
                  <a:close/>
                </a:path>
              </a:pathLst>
            </a:custGeom>
            <a:solidFill>
              <a:schemeClr val="accent6"/>
            </a:solidFill>
            <a:ln>
              <a:noFill/>
            </a:ln>
          </p:spPr>
        </p:sp>
        <p:sp>
          <p:nvSpPr>
            <p:cNvPr id="78" name="Google Shape;78;p4"/>
            <p:cNvSpPr/>
            <p:nvPr/>
          </p:nvSpPr>
          <p:spPr>
            <a:xfrm>
              <a:off x="8598126" y="743301"/>
              <a:ext cx="208256" cy="117201"/>
            </a:xfrm>
            <a:custGeom>
              <a:avLst/>
              <a:gdLst/>
              <a:ahLst/>
              <a:cxnLst/>
              <a:rect l="l" t="t" r="r" b="b"/>
              <a:pathLst>
                <a:path w="4806" h="2849" extrusionOk="0">
                  <a:moveTo>
                    <a:pt x="4657" y="0"/>
                  </a:moveTo>
                  <a:cubicBezTo>
                    <a:pt x="4642" y="0"/>
                    <a:pt x="4626" y="3"/>
                    <a:pt x="4611" y="8"/>
                  </a:cubicBezTo>
                  <a:lnTo>
                    <a:pt x="0" y="2673"/>
                  </a:lnTo>
                  <a:cubicBezTo>
                    <a:pt x="39" y="2673"/>
                    <a:pt x="59" y="2693"/>
                    <a:pt x="59" y="2693"/>
                  </a:cubicBezTo>
                  <a:cubicBezTo>
                    <a:pt x="137" y="2751"/>
                    <a:pt x="175" y="2790"/>
                    <a:pt x="234" y="2848"/>
                  </a:cubicBezTo>
                  <a:lnTo>
                    <a:pt x="4728" y="241"/>
                  </a:lnTo>
                  <a:cubicBezTo>
                    <a:pt x="4767" y="202"/>
                    <a:pt x="4806" y="144"/>
                    <a:pt x="4767" y="66"/>
                  </a:cubicBezTo>
                  <a:cubicBezTo>
                    <a:pt x="4752" y="22"/>
                    <a:pt x="4705" y="0"/>
                    <a:pt x="4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8542269" y="846360"/>
              <a:ext cx="73191" cy="55755"/>
            </a:xfrm>
            <a:custGeom>
              <a:avLst/>
              <a:gdLst/>
              <a:ahLst/>
              <a:cxnLst/>
              <a:rect l="l" t="t" r="r" b="b"/>
              <a:pathLst>
                <a:path w="1402" h="1068" extrusionOk="0">
                  <a:moveTo>
                    <a:pt x="545" y="0"/>
                  </a:moveTo>
                  <a:cubicBezTo>
                    <a:pt x="347" y="0"/>
                    <a:pt x="151" y="44"/>
                    <a:pt x="0" y="134"/>
                  </a:cubicBezTo>
                  <a:lnTo>
                    <a:pt x="0" y="484"/>
                  </a:lnTo>
                  <a:cubicBezTo>
                    <a:pt x="39" y="426"/>
                    <a:pt x="78" y="387"/>
                    <a:pt x="137" y="348"/>
                  </a:cubicBezTo>
                  <a:cubicBezTo>
                    <a:pt x="253" y="290"/>
                    <a:pt x="428" y="251"/>
                    <a:pt x="565" y="251"/>
                  </a:cubicBezTo>
                  <a:cubicBezTo>
                    <a:pt x="740" y="251"/>
                    <a:pt x="876" y="290"/>
                    <a:pt x="1012" y="348"/>
                  </a:cubicBezTo>
                  <a:cubicBezTo>
                    <a:pt x="1109" y="406"/>
                    <a:pt x="1148" y="484"/>
                    <a:pt x="1148" y="543"/>
                  </a:cubicBezTo>
                  <a:cubicBezTo>
                    <a:pt x="1148" y="620"/>
                    <a:pt x="1109" y="679"/>
                    <a:pt x="1012" y="737"/>
                  </a:cubicBezTo>
                  <a:cubicBezTo>
                    <a:pt x="886" y="815"/>
                    <a:pt x="720" y="854"/>
                    <a:pt x="560" y="854"/>
                  </a:cubicBezTo>
                  <a:cubicBezTo>
                    <a:pt x="399" y="854"/>
                    <a:pt x="244" y="815"/>
                    <a:pt x="137" y="737"/>
                  </a:cubicBezTo>
                  <a:cubicBezTo>
                    <a:pt x="59" y="698"/>
                    <a:pt x="0" y="679"/>
                    <a:pt x="0" y="620"/>
                  </a:cubicBezTo>
                  <a:lnTo>
                    <a:pt x="0" y="971"/>
                  </a:lnTo>
                  <a:cubicBezTo>
                    <a:pt x="156" y="1010"/>
                    <a:pt x="370" y="1068"/>
                    <a:pt x="565" y="1068"/>
                  </a:cubicBezTo>
                  <a:cubicBezTo>
                    <a:pt x="759" y="1068"/>
                    <a:pt x="973" y="1010"/>
                    <a:pt x="1129" y="912"/>
                  </a:cubicBezTo>
                  <a:cubicBezTo>
                    <a:pt x="1304" y="815"/>
                    <a:pt x="1401" y="679"/>
                    <a:pt x="1401" y="523"/>
                  </a:cubicBezTo>
                  <a:cubicBezTo>
                    <a:pt x="1401" y="426"/>
                    <a:pt x="1343" y="329"/>
                    <a:pt x="1265" y="270"/>
                  </a:cubicBezTo>
                  <a:lnTo>
                    <a:pt x="1129" y="329"/>
                  </a:lnTo>
                  <a:cubicBezTo>
                    <a:pt x="1109" y="329"/>
                    <a:pt x="1070" y="367"/>
                    <a:pt x="1070" y="367"/>
                  </a:cubicBezTo>
                  <a:cubicBezTo>
                    <a:pt x="1031" y="367"/>
                    <a:pt x="1012" y="329"/>
                    <a:pt x="973" y="309"/>
                  </a:cubicBezTo>
                  <a:cubicBezTo>
                    <a:pt x="954" y="251"/>
                    <a:pt x="954" y="192"/>
                    <a:pt x="1031" y="134"/>
                  </a:cubicBezTo>
                  <a:lnTo>
                    <a:pt x="1070" y="115"/>
                  </a:lnTo>
                  <a:cubicBezTo>
                    <a:pt x="919" y="39"/>
                    <a:pt x="732" y="0"/>
                    <a:pt x="5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5"/>
        <p:cNvGrpSpPr/>
        <p:nvPr/>
      </p:nvGrpSpPr>
      <p:grpSpPr>
        <a:xfrm>
          <a:off x="0" y="0"/>
          <a:ext cx="0" cy="0"/>
          <a:chOff x="0" y="0"/>
          <a:chExt cx="0" cy="0"/>
        </a:xfrm>
      </p:grpSpPr>
      <p:sp>
        <p:nvSpPr>
          <p:cNvPr id="156" name="Google Shape;156;p9"/>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txBox="1">
            <a:spLocks noGrp="1"/>
          </p:cNvSpPr>
          <p:nvPr>
            <p:ph type="title"/>
          </p:nvPr>
        </p:nvSpPr>
        <p:spPr>
          <a:xfrm>
            <a:off x="4210350" y="1621000"/>
            <a:ext cx="3965700" cy="128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9000"/>
            </a:lvl1pPr>
            <a:lvl2pPr lvl="1" algn="ctr" rtl="0">
              <a:spcBef>
                <a:spcPts val="0"/>
              </a:spcBef>
              <a:spcAft>
                <a:spcPts val="0"/>
              </a:spcAft>
              <a:buSzPts val="3500"/>
              <a:buFont typeface="Bakbak One"/>
              <a:buNone/>
              <a:defRPr>
                <a:latin typeface="Bakbak One"/>
                <a:ea typeface="Bakbak One"/>
                <a:cs typeface="Bakbak One"/>
                <a:sym typeface="Bakbak One"/>
              </a:defRPr>
            </a:lvl2pPr>
            <a:lvl3pPr lvl="2" algn="ctr" rtl="0">
              <a:spcBef>
                <a:spcPts val="0"/>
              </a:spcBef>
              <a:spcAft>
                <a:spcPts val="0"/>
              </a:spcAft>
              <a:buSzPts val="3500"/>
              <a:buFont typeface="Bakbak One"/>
              <a:buNone/>
              <a:defRPr>
                <a:latin typeface="Bakbak One"/>
                <a:ea typeface="Bakbak One"/>
                <a:cs typeface="Bakbak One"/>
                <a:sym typeface="Bakbak One"/>
              </a:defRPr>
            </a:lvl3pPr>
            <a:lvl4pPr lvl="3" algn="ctr" rtl="0">
              <a:spcBef>
                <a:spcPts val="0"/>
              </a:spcBef>
              <a:spcAft>
                <a:spcPts val="0"/>
              </a:spcAft>
              <a:buSzPts val="3500"/>
              <a:buFont typeface="Bakbak One"/>
              <a:buNone/>
              <a:defRPr>
                <a:latin typeface="Bakbak One"/>
                <a:ea typeface="Bakbak One"/>
                <a:cs typeface="Bakbak One"/>
                <a:sym typeface="Bakbak One"/>
              </a:defRPr>
            </a:lvl4pPr>
            <a:lvl5pPr lvl="4" algn="ctr" rtl="0">
              <a:spcBef>
                <a:spcPts val="0"/>
              </a:spcBef>
              <a:spcAft>
                <a:spcPts val="0"/>
              </a:spcAft>
              <a:buSzPts val="3500"/>
              <a:buFont typeface="Bakbak One"/>
              <a:buNone/>
              <a:defRPr>
                <a:latin typeface="Bakbak One"/>
                <a:ea typeface="Bakbak One"/>
                <a:cs typeface="Bakbak One"/>
                <a:sym typeface="Bakbak One"/>
              </a:defRPr>
            </a:lvl5pPr>
            <a:lvl6pPr lvl="5" algn="ctr" rtl="0">
              <a:spcBef>
                <a:spcPts val="0"/>
              </a:spcBef>
              <a:spcAft>
                <a:spcPts val="0"/>
              </a:spcAft>
              <a:buSzPts val="3500"/>
              <a:buFont typeface="Bakbak One"/>
              <a:buNone/>
              <a:defRPr>
                <a:latin typeface="Bakbak One"/>
                <a:ea typeface="Bakbak One"/>
                <a:cs typeface="Bakbak One"/>
                <a:sym typeface="Bakbak One"/>
              </a:defRPr>
            </a:lvl6pPr>
            <a:lvl7pPr lvl="6" algn="ctr" rtl="0">
              <a:spcBef>
                <a:spcPts val="0"/>
              </a:spcBef>
              <a:spcAft>
                <a:spcPts val="0"/>
              </a:spcAft>
              <a:buSzPts val="3500"/>
              <a:buFont typeface="Bakbak One"/>
              <a:buNone/>
              <a:defRPr>
                <a:latin typeface="Bakbak One"/>
                <a:ea typeface="Bakbak One"/>
                <a:cs typeface="Bakbak One"/>
                <a:sym typeface="Bakbak One"/>
              </a:defRPr>
            </a:lvl7pPr>
            <a:lvl8pPr lvl="7" algn="ctr" rtl="0">
              <a:spcBef>
                <a:spcPts val="0"/>
              </a:spcBef>
              <a:spcAft>
                <a:spcPts val="0"/>
              </a:spcAft>
              <a:buSzPts val="3500"/>
              <a:buFont typeface="Bakbak One"/>
              <a:buNone/>
              <a:defRPr>
                <a:latin typeface="Bakbak One"/>
                <a:ea typeface="Bakbak One"/>
                <a:cs typeface="Bakbak One"/>
                <a:sym typeface="Bakbak One"/>
              </a:defRPr>
            </a:lvl8pPr>
            <a:lvl9pPr lvl="8" algn="ctr" rtl="0">
              <a:spcBef>
                <a:spcPts val="0"/>
              </a:spcBef>
              <a:spcAft>
                <a:spcPts val="0"/>
              </a:spcAft>
              <a:buSzPts val="3500"/>
              <a:buFont typeface="Bakbak One"/>
              <a:buNone/>
              <a:defRPr>
                <a:latin typeface="Bakbak One"/>
                <a:ea typeface="Bakbak One"/>
                <a:cs typeface="Bakbak One"/>
                <a:sym typeface="Bakbak One"/>
              </a:defRPr>
            </a:lvl9pPr>
          </a:lstStyle>
          <a:p>
            <a:endParaRPr/>
          </a:p>
        </p:txBody>
      </p:sp>
      <p:sp>
        <p:nvSpPr>
          <p:cNvPr id="158" name="Google Shape;158;p9"/>
          <p:cNvSpPr txBox="1">
            <a:spLocks noGrp="1"/>
          </p:cNvSpPr>
          <p:nvPr>
            <p:ph type="subTitle" idx="1"/>
          </p:nvPr>
        </p:nvSpPr>
        <p:spPr>
          <a:xfrm>
            <a:off x="4210450" y="2903800"/>
            <a:ext cx="3965700" cy="586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67"/>
        <p:cNvGrpSpPr/>
        <p:nvPr/>
      </p:nvGrpSpPr>
      <p:grpSpPr>
        <a:xfrm>
          <a:off x="0" y="0"/>
          <a:ext cx="0" cy="0"/>
          <a:chOff x="0" y="0"/>
          <a:chExt cx="0" cy="0"/>
        </a:xfrm>
      </p:grpSpPr>
      <p:sp>
        <p:nvSpPr>
          <p:cNvPr id="168" name="Google Shape;168;p13"/>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0" name="Google Shape;170;p13"/>
          <p:cNvSpPr txBox="1">
            <a:spLocks noGrp="1"/>
          </p:cNvSpPr>
          <p:nvPr>
            <p:ph type="subTitle" idx="1"/>
          </p:nvPr>
        </p:nvSpPr>
        <p:spPr>
          <a:xfrm>
            <a:off x="902401" y="2269375"/>
            <a:ext cx="281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1" name="Google Shape;171;p13"/>
          <p:cNvSpPr txBox="1">
            <a:spLocks noGrp="1"/>
          </p:cNvSpPr>
          <p:nvPr>
            <p:ph type="subTitle" idx="2"/>
          </p:nvPr>
        </p:nvSpPr>
        <p:spPr>
          <a:xfrm>
            <a:off x="902405" y="3855175"/>
            <a:ext cx="281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2" name="Google Shape;172;p13"/>
          <p:cNvSpPr txBox="1">
            <a:spLocks noGrp="1"/>
          </p:cNvSpPr>
          <p:nvPr>
            <p:ph type="subTitle" idx="3"/>
          </p:nvPr>
        </p:nvSpPr>
        <p:spPr>
          <a:xfrm>
            <a:off x="4827470" y="2269375"/>
            <a:ext cx="281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3" name="Google Shape;173;p13"/>
          <p:cNvSpPr txBox="1">
            <a:spLocks noGrp="1"/>
          </p:cNvSpPr>
          <p:nvPr>
            <p:ph type="subTitle" idx="4"/>
          </p:nvPr>
        </p:nvSpPr>
        <p:spPr>
          <a:xfrm>
            <a:off x="4827470" y="3855175"/>
            <a:ext cx="281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4" name="Google Shape;174;p13"/>
          <p:cNvSpPr txBox="1">
            <a:spLocks noGrp="1"/>
          </p:cNvSpPr>
          <p:nvPr>
            <p:ph type="title" idx="5" hasCustomPrompt="1"/>
          </p:nvPr>
        </p:nvSpPr>
        <p:spPr>
          <a:xfrm>
            <a:off x="902408" y="1497175"/>
            <a:ext cx="1030500" cy="4476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b="1">
                <a:solidFill>
                  <a:schemeClr val="lt1"/>
                </a:solidFill>
              </a:defRPr>
            </a:lvl1pPr>
            <a:lvl2pPr lvl="1" rtl="0">
              <a:spcBef>
                <a:spcPts val="0"/>
              </a:spcBef>
              <a:spcAft>
                <a:spcPts val="0"/>
              </a:spcAft>
              <a:buSzPts val="3000"/>
              <a:buFont typeface="Bakbak One"/>
              <a:buNone/>
              <a:defRPr sz="3000">
                <a:latin typeface="Bakbak One"/>
                <a:ea typeface="Bakbak One"/>
                <a:cs typeface="Bakbak One"/>
                <a:sym typeface="Bakbak One"/>
              </a:defRPr>
            </a:lvl2pPr>
            <a:lvl3pPr lvl="2" rtl="0">
              <a:spcBef>
                <a:spcPts val="0"/>
              </a:spcBef>
              <a:spcAft>
                <a:spcPts val="0"/>
              </a:spcAft>
              <a:buSzPts val="3000"/>
              <a:buFont typeface="Bakbak One"/>
              <a:buNone/>
              <a:defRPr sz="3000">
                <a:latin typeface="Bakbak One"/>
                <a:ea typeface="Bakbak One"/>
                <a:cs typeface="Bakbak One"/>
                <a:sym typeface="Bakbak One"/>
              </a:defRPr>
            </a:lvl3pPr>
            <a:lvl4pPr lvl="3" rtl="0">
              <a:spcBef>
                <a:spcPts val="0"/>
              </a:spcBef>
              <a:spcAft>
                <a:spcPts val="0"/>
              </a:spcAft>
              <a:buSzPts val="3000"/>
              <a:buFont typeface="Bakbak One"/>
              <a:buNone/>
              <a:defRPr sz="3000">
                <a:latin typeface="Bakbak One"/>
                <a:ea typeface="Bakbak One"/>
                <a:cs typeface="Bakbak One"/>
                <a:sym typeface="Bakbak One"/>
              </a:defRPr>
            </a:lvl4pPr>
            <a:lvl5pPr lvl="4" rtl="0">
              <a:spcBef>
                <a:spcPts val="0"/>
              </a:spcBef>
              <a:spcAft>
                <a:spcPts val="0"/>
              </a:spcAft>
              <a:buSzPts val="3000"/>
              <a:buFont typeface="Bakbak One"/>
              <a:buNone/>
              <a:defRPr sz="3000">
                <a:latin typeface="Bakbak One"/>
                <a:ea typeface="Bakbak One"/>
                <a:cs typeface="Bakbak One"/>
                <a:sym typeface="Bakbak One"/>
              </a:defRPr>
            </a:lvl5pPr>
            <a:lvl6pPr lvl="5" rtl="0">
              <a:spcBef>
                <a:spcPts val="0"/>
              </a:spcBef>
              <a:spcAft>
                <a:spcPts val="0"/>
              </a:spcAft>
              <a:buSzPts val="3000"/>
              <a:buFont typeface="Bakbak One"/>
              <a:buNone/>
              <a:defRPr sz="3000">
                <a:latin typeface="Bakbak One"/>
                <a:ea typeface="Bakbak One"/>
                <a:cs typeface="Bakbak One"/>
                <a:sym typeface="Bakbak One"/>
              </a:defRPr>
            </a:lvl6pPr>
            <a:lvl7pPr lvl="6" rtl="0">
              <a:spcBef>
                <a:spcPts val="0"/>
              </a:spcBef>
              <a:spcAft>
                <a:spcPts val="0"/>
              </a:spcAft>
              <a:buSzPts val="3000"/>
              <a:buFont typeface="Bakbak One"/>
              <a:buNone/>
              <a:defRPr sz="3000">
                <a:latin typeface="Bakbak One"/>
                <a:ea typeface="Bakbak One"/>
                <a:cs typeface="Bakbak One"/>
                <a:sym typeface="Bakbak One"/>
              </a:defRPr>
            </a:lvl7pPr>
            <a:lvl8pPr lvl="7" rtl="0">
              <a:spcBef>
                <a:spcPts val="0"/>
              </a:spcBef>
              <a:spcAft>
                <a:spcPts val="0"/>
              </a:spcAft>
              <a:buSzPts val="3000"/>
              <a:buFont typeface="Bakbak One"/>
              <a:buNone/>
              <a:defRPr sz="3000">
                <a:latin typeface="Bakbak One"/>
                <a:ea typeface="Bakbak One"/>
                <a:cs typeface="Bakbak One"/>
                <a:sym typeface="Bakbak One"/>
              </a:defRPr>
            </a:lvl8pPr>
            <a:lvl9pPr lvl="8" rtl="0">
              <a:spcBef>
                <a:spcPts val="0"/>
              </a:spcBef>
              <a:spcAft>
                <a:spcPts val="0"/>
              </a:spcAft>
              <a:buSzPts val="3000"/>
              <a:buFont typeface="Bakbak One"/>
              <a:buNone/>
              <a:defRPr sz="3000">
                <a:latin typeface="Bakbak One"/>
                <a:ea typeface="Bakbak One"/>
                <a:cs typeface="Bakbak One"/>
                <a:sym typeface="Bakbak One"/>
              </a:defRPr>
            </a:lvl9pPr>
          </a:lstStyle>
          <a:p>
            <a:r>
              <a:t>xx%</a:t>
            </a:r>
          </a:p>
        </p:txBody>
      </p:sp>
      <p:sp>
        <p:nvSpPr>
          <p:cNvPr id="175" name="Google Shape;175;p13"/>
          <p:cNvSpPr txBox="1">
            <a:spLocks noGrp="1"/>
          </p:cNvSpPr>
          <p:nvPr>
            <p:ph type="title" idx="6" hasCustomPrompt="1"/>
          </p:nvPr>
        </p:nvSpPr>
        <p:spPr>
          <a:xfrm>
            <a:off x="902409" y="3083000"/>
            <a:ext cx="1030500" cy="4476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b="1">
                <a:solidFill>
                  <a:schemeClr val="lt1"/>
                </a:solidFill>
              </a:defRPr>
            </a:lvl1pPr>
            <a:lvl2pPr lvl="1" rtl="0">
              <a:spcBef>
                <a:spcPts val="0"/>
              </a:spcBef>
              <a:spcAft>
                <a:spcPts val="0"/>
              </a:spcAft>
              <a:buSzPts val="3000"/>
              <a:buFont typeface="Bakbak One"/>
              <a:buNone/>
              <a:defRPr sz="3000">
                <a:latin typeface="Bakbak One"/>
                <a:ea typeface="Bakbak One"/>
                <a:cs typeface="Bakbak One"/>
                <a:sym typeface="Bakbak One"/>
              </a:defRPr>
            </a:lvl2pPr>
            <a:lvl3pPr lvl="2" rtl="0">
              <a:spcBef>
                <a:spcPts val="0"/>
              </a:spcBef>
              <a:spcAft>
                <a:spcPts val="0"/>
              </a:spcAft>
              <a:buSzPts val="3000"/>
              <a:buFont typeface="Bakbak One"/>
              <a:buNone/>
              <a:defRPr sz="3000">
                <a:latin typeface="Bakbak One"/>
                <a:ea typeface="Bakbak One"/>
                <a:cs typeface="Bakbak One"/>
                <a:sym typeface="Bakbak One"/>
              </a:defRPr>
            </a:lvl3pPr>
            <a:lvl4pPr lvl="3" rtl="0">
              <a:spcBef>
                <a:spcPts val="0"/>
              </a:spcBef>
              <a:spcAft>
                <a:spcPts val="0"/>
              </a:spcAft>
              <a:buSzPts val="3000"/>
              <a:buFont typeface="Bakbak One"/>
              <a:buNone/>
              <a:defRPr sz="3000">
                <a:latin typeface="Bakbak One"/>
                <a:ea typeface="Bakbak One"/>
                <a:cs typeface="Bakbak One"/>
                <a:sym typeface="Bakbak One"/>
              </a:defRPr>
            </a:lvl4pPr>
            <a:lvl5pPr lvl="4" rtl="0">
              <a:spcBef>
                <a:spcPts val="0"/>
              </a:spcBef>
              <a:spcAft>
                <a:spcPts val="0"/>
              </a:spcAft>
              <a:buSzPts val="3000"/>
              <a:buFont typeface="Bakbak One"/>
              <a:buNone/>
              <a:defRPr sz="3000">
                <a:latin typeface="Bakbak One"/>
                <a:ea typeface="Bakbak One"/>
                <a:cs typeface="Bakbak One"/>
                <a:sym typeface="Bakbak One"/>
              </a:defRPr>
            </a:lvl5pPr>
            <a:lvl6pPr lvl="5" rtl="0">
              <a:spcBef>
                <a:spcPts val="0"/>
              </a:spcBef>
              <a:spcAft>
                <a:spcPts val="0"/>
              </a:spcAft>
              <a:buSzPts val="3000"/>
              <a:buFont typeface="Bakbak One"/>
              <a:buNone/>
              <a:defRPr sz="3000">
                <a:latin typeface="Bakbak One"/>
                <a:ea typeface="Bakbak One"/>
                <a:cs typeface="Bakbak One"/>
                <a:sym typeface="Bakbak One"/>
              </a:defRPr>
            </a:lvl6pPr>
            <a:lvl7pPr lvl="6" rtl="0">
              <a:spcBef>
                <a:spcPts val="0"/>
              </a:spcBef>
              <a:spcAft>
                <a:spcPts val="0"/>
              </a:spcAft>
              <a:buSzPts val="3000"/>
              <a:buFont typeface="Bakbak One"/>
              <a:buNone/>
              <a:defRPr sz="3000">
                <a:latin typeface="Bakbak One"/>
                <a:ea typeface="Bakbak One"/>
                <a:cs typeface="Bakbak One"/>
                <a:sym typeface="Bakbak One"/>
              </a:defRPr>
            </a:lvl7pPr>
            <a:lvl8pPr lvl="7" rtl="0">
              <a:spcBef>
                <a:spcPts val="0"/>
              </a:spcBef>
              <a:spcAft>
                <a:spcPts val="0"/>
              </a:spcAft>
              <a:buSzPts val="3000"/>
              <a:buFont typeface="Bakbak One"/>
              <a:buNone/>
              <a:defRPr sz="3000">
                <a:latin typeface="Bakbak One"/>
                <a:ea typeface="Bakbak One"/>
                <a:cs typeface="Bakbak One"/>
                <a:sym typeface="Bakbak One"/>
              </a:defRPr>
            </a:lvl8pPr>
            <a:lvl9pPr lvl="8" rtl="0">
              <a:spcBef>
                <a:spcPts val="0"/>
              </a:spcBef>
              <a:spcAft>
                <a:spcPts val="0"/>
              </a:spcAft>
              <a:buSzPts val="3000"/>
              <a:buFont typeface="Bakbak One"/>
              <a:buNone/>
              <a:defRPr sz="3000">
                <a:latin typeface="Bakbak One"/>
                <a:ea typeface="Bakbak One"/>
                <a:cs typeface="Bakbak One"/>
                <a:sym typeface="Bakbak One"/>
              </a:defRPr>
            </a:lvl9pPr>
          </a:lstStyle>
          <a:p>
            <a:r>
              <a:t>xx%</a:t>
            </a:r>
          </a:p>
        </p:txBody>
      </p:sp>
      <p:sp>
        <p:nvSpPr>
          <p:cNvPr id="176" name="Google Shape;176;p13"/>
          <p:cNvSpPr txBox="1">
            <a:spLocks noGrp="1"/>
          </p:cNvSpPr>
          <p:nvPr>
            <p:ph type="title" idx="7" hasCustomPrompt="1"/>
          </p:nvPr>
        </p:nvSpPr>
        <p:spPr>
          <a:xfrm>
            <a:off x="4827477" y="1497175"/>
            <a:ext cx="1030500" cy="4476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b="1">
                <a:solidFill>
                  <a:schemeClr val="lt1"/>
                </a:solidFill>
              </a:defRPr>
            </a:lvl1pPr>
            <a:lvl2pPr lvl="1" rtl="0">
              <a:spcBef>
                <a:spcPts val="0"/>
              </a:spcBef>
              <a:spcAft>
                <a:spcPts val="0"/>
              </a:spcAft>
              <a:buSzPts val="3000"/>
              <a:buFont typeface="Bakbak One"/>
              <a:buNone/>
              <a:defRPr sz="3000">
                <a:latin typeface="Bakbak One"/>
                <a:ea typeface="Bakbak One"/>
                <a:cs typeface="Bakbak One"/>
                <a:sym typeface="Bakbak One"/>
              </a:defRPr>
            </a:lvl2pPr>
            <a:lvl3pPr lvl="2" rtl="0">
              <a:spcBef>
                <a:spcPts val="0"/>
              </a:spcBef>
              <a:spcAft>
                <a:spcPts val="0"/>
              </a:spcAft>
              <a:buSzPts val="3000"/>
              <a:buFont typeface="Bakbak One"/>
              <a:buNone/>
              <a:defRPr sz="3000">
                <a:latin typeface="Bakbak One"/>
                <a:ea typeface="Bakbak One"/>
                <a:cs typeface="Bakbak One"/>
                <a:sym typeface="Bakbak One"/>
              </a:defRPr>
            </a:lvl3pPr>
            <a:lvl4pPr lvl="3" rtl="0">
              <a:spcBef>
                <a:spcPts val="0"/>
              </a:spcBef>
              <a:spcAft>
                <a:spcPts val="0"/>
              </a:spcAft>
              <a:buSzPts val="3000"/>
              <a:buFont typeface="Bakbak One"/>
              <a:buNone/>
              <a:defRPr sz="3000">
                <a:latin typeface="Bakbak One"/>
                <a:ea typeface="Bakbak One"/>
                <a:cs typeface="Bakbak One"/>
                <a:sym typeface="Bakbak One"/>
              </a:defRPr>
            </a:lvl4pPr>
            <a:lvl5pPr lvl="4" rtl="0">
              <a:spcBef>
                <a:spcPts val="0"/>
              </a:spcBef>
              <a:spcAft>
                <a:spcPts val="0"/>
              </a:spcAft>
              <a:buSzPts val="3000"/>
              <a:buFont typeface="Bakbak One"/>
              <a:buNone/>
              <a:defRPr sz="3000">
                <a:latin typeface="Bakbak One"/>
                <a:ea typeface="Bakbak One"/>
                <a:cs typeface="Bakbak One"/>
                <a:sym typeface="Bakbak One"/>
              </a:defRPr>
            </a:lvl5pPr>
            <a:lvl6pPr lvl="5" rtl="0">
              <a:spcBef>
                <a:spcPts val="0"/>
              </a:spcBef>
              <a:spcAft>
                <a:spcPts val="0"/>
              </a:spcAft>
              <a:buSzPts val="3000"/>
              <a:buFont typeface="Bakbak One"/>
              <a:buNone/>
              <a:defRPr sz="3000">
                <a:latin typeface="Bakbak One"/>
                <a:ea typeface="Bakbak One"/>
                <a:cs typeface="Bakbak One"/>
                <a:sym typeface="Bakbak One"/>
              </a:defRPr>
            </a:lvl6pPr>
            <a:lvl7pPr lvl="6" rtl="0">
              <a:spcBef>
                <a:spcPts val="0"/>
              </a:spcBef>
              <a:spcAft>
                <a:spcPts val="0"/>
              </a:spcAft>
              <a:buSzPts val="3000"/>
              <a:buFont typeface="Bakbak One"/>
              <a:buNone/>
              <a:defRPr sz="3000">
                <a:latin typeface="Bakbak One"/>
                <a:ea typeface="Bakbak One"/>
                <a:cs typeface="Bakbak One"/>
                <a:sym typeface="Bakbak One"/>
              </a:defRPr>
            </a:lvl7pPr>
            <a:lvl8pPr lvl="7" rtl="0">
              <a:spcBef>
                <a:spcPts val="0"/>
              </a:spcBef>
              <a:spcAft>
                <a:spcPts val="0"/>
              </a:spcAft>
              <a:buSzPts val="3000"/>
              <a:buFont typeface="Bakbak One"/>
              <a:buNone/>
              <a:defRPr sz="3000">
                <a:latin typeface="Bakbak One"/>
                <a:ea typeface="Bakbak One"/>
                <a:cs typeface="Bakbak One"/>
                <a:sym typeface="Bakbak One"/>
              </a:defRPr>
            </a:lvl8pPr>
            <a:lvl9pPr lvl="8" rtl="0">
              <a:spcBef>
                <a:spcPts val="0"/>
              </a:spcBef>
              <a:spcAft>
                <a:spcPts val="0"/>
              </a:spcAft>
              <a:buSzPts val="3000"/>
              <a:buFont typeface="Bakbak One"/>
              <a:buNone/>
              <a:defRPr sz="3000">
                <a:latin typeface="Bakbak One"/>
                <a:ea typeface="Bakbak One"/>
                <a:cs typeface="Bakbak One"/>
                <a:sym typeface="Bakbak One"/>
              </a:defRPr>
            </a:lvl9pPr>
          </a:lstStyle>
          <a:p>
            <a:r>
              <a:t>xx%</a:t>
            </a:r>
          </a:p>
        </p:txBody>
      </p:sp>
      <p:sp>
        <p:nvSpPr>
          <p:cNvPr id="177" name="Google Shape;177;p13"/>
          <p:cNvSpPr txBox="1">
            <a:spLocks noGrp="1"/>
          </p:cNvSpPr>
          <p:nvPr>
            <p:ph type="title" idx="8" hasCustomPrompt="1"/>
          </p:nvPr>
        </p:nvSpPr>
        <p:spPr>
          <a:xfrm>
            <a:off x="4827477" y="3083000"/>
            <a:ext cx="1030500" cy="4476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b="1">
                <a:solidFill>
                  <a:schemeClr val="lt1"/>
                </a:solidFill>
              </a:defRPr>
            </a:lvl1pPr>
            <a:lvl2pPr lvl="1" rtl="0">
              <a:spcBef>
                <a:spcPts val="0"/>
              </a:spcBef>
              <a:spcAft>
                <a:spcPts val="0"/>
              </a:spcAft>
              <a:buSzPts val="3000"/>
              <a:buFont typeface="Bakbak One"/>
              <a:buNone/>
              <a:defRPr sz="3000">
                <a:latin typeface="Bakbak One"/>
                <a:ea typeface="Bakbak One"/>
                <a:cs typeface="Bakbak One"/>
                <a:sym typeface="Bakbak One"/>
              </a:defRPr>
            </a:lvl2pPr>
            <a:lvl3pPr lvl="2" rtl="0">
              <a:spcBef>
                <a:spcPts val="0"/>
              </a:spcBef>
              <a:spcAft>
                <a:spcPts val="0"/>
              </a:spcAft>
              <a:buSzPts val="3000"/>
              <a:buFont typeface="Bakbak One"/>
              <a:buNone/>
              <a:defRPr sz="3000">
                <a:latin typeface="Bakbak One"/>
                <a:ea typeface="Bakbak One"/>
                <a:cs typeface="Bakbak One"/>
                <a:sym typeface="Bakbak One"/>
              </a:defRPr>
            </a:lvl3pPr>
            <a:lvl4pPr lvl="3" rtl="0">
              <a:spcBef>
                <a:spcPts val="0"/>
              </a:spcBef>
              <a:spcAft>
                <a:spcPts val="0"/>
              </a:spcAft>
              <a:buSzPts val="3000"/>
              <a:buFont typeface="Bakbak One"/>
              <a:buNone/>
              <a:defRPr sz="3000">
                <a:latin typeface="Bakbak One"/>
                <a:ea typeface="Bakbak One"/>
                <a:cs typeface="Bakbak One"/>
                <a:sym typeface="Bakbak One"/>
              </a:defRPr>
            </a:lvl4pPr>
            <a:lvl5pPr lvl="4" rtl="0">
              <a:spcBef>
                <a:spcPts val="0"/>
              </a:spcBef>
              <a:spcAft>
                <a:spcPts val="0"/>
              </a:spcAft>
              <a:buSzPts val="3000"/>
              <a:buFont typeface="Bakbak One"/>
              <a:buNone/>
              <a:defRPr sz="3000">
                <a:latin typeface="Bakbak One"/>
                <a:ea typeface="Bakbak One"/>
                <a:cs typeface="Bakbak One"/>
                <a:sym typeface="Bakbak One"/>
              </a:defRPr>
            </a:lvl5pPr>
            <a:lvl6pPr lvl="5" rtl="0">
              <a:spcBef>
                <a:spcPts val="0"/>
              </a:spcBef>
              <a:spcAft>
                <a:spcPts val="0"/>
              </a:spcAft>
              <a:buSzPts val="3000"/>
              <a:buFont typeface="Bakbak One"/>
              <a:buNone/>
              <a:defRPr sz="3000">
                <a:latin typeface="Bakbak One"/>
                <a:ea typeface="Bakbak One"/>
                <a:cs typeface="Bakbak One"/>
                <a:sym typeface="Bakbak One"/>
              </a:defRPr>
            </a:lvl6pPr>
            <a:lvl7pPr lvl="6" rtl="0">
              <a:spcBef>
                <a:spcPts val="0"/>
              </a:spcBef>
              <a:spcAft>
                <a:spcPts val="0"/>
              </a:spcAft>
              <a:buSzPts val="3000"/>
              <a:buFont typeface="Bakbak One"/>
              <a:buNone/>
              <a:defRPr sz="3000">
                <a:latin typeface="Bakbak One"/>
                <a:ea typeface="Bakbak One"/>
                <a:cs typeface="Bakbak One"/>
                <a:sym typeface="Bakbak One"/>
              </a:defRPr>
            </a:lvl7pPr>
            <a:lvl8pPr lvl="7" rtl="0">
              <a:spcBef>
                <a:spcPts val="0"/>
              </a:spcBef>
              <a:spcAft>
                <a:spcPts val="0"/>
              </a:spcAft>
              <a:buSzPts val="3000"/>
              <a:buFont typeface="Bakbak One"/>
              <a:buNone/>
              <a:defRPr sz="3000">
                <a:latin typeface="Bakbak One"/>
                <a:ea typeface="Bakbak One"/>
                <a:cs typeface="Bakbak One"/>
                <a:sym typeface="Bakbak One"/>
              </a:defRPr>
            </a:lvl8pPr>
            <a:lvl9pPr lvl="8" rtl="0">
              <a:spcBef>
                <a:spcPts val="0"/>
              </a:spcBef>
              <a:spcAft>
                <a:spcPts val="0"/>
              </a:spcAft>
              <a:buSzPts val="3000"/>
              <a:buFont typeface="Bakbak One"/>
              <a:buNone/>
              <a:defRPr sz="3000">
                <a:latin typeface="Bakbak One"/>
                <a:ea typeface="Bakbak One"/>
                <a:cs typeface="Bakbak One"/>
                <a:sym typeface="Bakbak One"/>
              </a:defRPr>
            </a:lvl9pPr>
          </a:lstStyle>
          <a:p>
            <a:r>
              <a:t>xx%</a:t>
            </a:r>
          </a:p>
        </p:txBody>
      </p:sp>
      <p:sp>
        <p:nvSpPr>
          <p:cNvPr id="178" name="Google Shape;178;p13"/>
          <p:cNvSpPr txBox="1">
            <a:spLocks noGrp="1"/>
          </p:cNvSpPr>
          <p:nvPr>
            <p:ph type="subTitle" idx="9"/>
          </p:nvPr>
        </p:nvSpPr>
        <p:spPr>
          <a:xfrm>
            <a:off x="902400" y="1927375"/>
            <a:ext cx="281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akbak One"/>
              <a:buNone/>
              <a:defRPr sz="2000">
                <a:latin typeface="Bakbak One"/>
                <a:ea typeface="Bakbak One"/>
                <a:cs typeface="Bakbak One"/>
                <a:sym typeface="Bakbak One"/>
              </a:defRPr>
            </a:lvl1pPr>
            <a:lvl2pPr lvl="1" rtl="0">
              <a:lnSpc>
                <a:spcPct val="100000"/>
              </a:lnSpc>
              <a:spcBef>
                <a:spcPts val="0"/>
              </a:spcBef>
              <a:spcAft>
                <a:spcPts val="0"/>
              </a:spcAft>
              <a:buSzPts val="2400"/>
              <a:buFont typeface="Bakbak One"/>
              <a:buNone/>
              <a:defRPr sz="2400">
                <a:latin typeface="Bakbak One"/>
                <a:ea typeface="Bakbak One"/>
                <a:cs typeface="Bakbak One"/>
                <a:sym typeface="Bakbak One"/>
              </a:defRPr>
            </a:lvl2pPr>
            <a:lvl3pPr lvl="2" rtl="0">
              <a:lnSpc>
                <a:spcPct val="100000"/>
              </a:lnSpc>
              <a:spcBef>
                <a:spcPts val="0"/>
              </a:spcBef>
              <a:spcAft>
                <a:spcPts val="0"/>
              </a:spcAft>
              <a:buSzPts val="2400"/>
              <a:buFont typeface="Bakbak One"/>
              <a:buNone/>
              <a:defRPr sz="2400">
                <a:latin typeface="Bakbak One"/>
                <a:ea typeface="Bakbak One"/>
                <a:cs typeface="Bakbak One"/>
                <a:sym typeface="Bakbak One"/>
              </a:defRPr>
            </a:lvl3pPr>
            <a:lvl4pPr lvl="3" rtl="0">
              <a:lnSpc>
                <a:spcPct val="100000"/>
              </a:lnSpc>
              <a:spcBef>
                <a:spcPts val="0"/>
              </a:spcBef>
              <a:spcAft>
                <a:spcPts val="0"/>
              </a:spcAft>
              <a:buSzPts val="2400"/>
              <a:buFont typeface="Bakbak One"/>
              <a:buNone/>
              <a:defRPr sz="2400">
                <a:latin typeface="Bakbak One"/>
                <a:ea typeface="Bakbak One"/>
                <a:cs typeface="Bakbak One"/>
                <a:sym typeface="Bakbak One"/>
              </a:defRPr>
            </a:lvl4pPr>
            <a:lvl5pPr lvl="4" rtl="0">
              <a:lnSpc>
                <a:spcPct val="100000"/>
              </a:lnSpc>
              <a:spcBef>
                <a:spcPts val="0"/>
              </a:spcBef>
              <a:spcAft>
                <a:spcPts val="0"/>
              </a:spcAft>
              <a:buSzPts val="2400"/>
              <a:buFont typeface="Bakbak One"/>
              <a:buNone/>
              <a:defRPr sz="2400">
                <a:latin typeface="Bakbak One"/>
                <a:ea typeface="Bakbak One"/>
                <a:cs typeface="Bakbak One"/>
                <a:sym typeface="Bakbak One"/>
              </a:defRPr>
            </a:lvl5pPr>
            <a:lvl6pPr lvl="5" rtl="0">
              <a:lnSpc>
                <a:spcPct val="100000"/>
              </a:lnSpc>
              <a:spcBef>
                <a:spcPts val="0"/>
              </a:spcBef>
              <a:spcAft>
                <a:spcPts val="0"/>
              </a:spcAft>
              <a:buSzPts val="2400"/>
              <a:buFont typeface="Bakbak One"/>
              <a:buNone/>
              <a:defRPr sz="2400">
                <a:latin typeface="Bakbak One"/>
                <a:ea typeface="Bakbak One"/>
                <a:cs typeface="Bakbak One"/>
                <a:sym typeface="Bakbak One"/>
              </a:defRPr>
            </a:lvl6pPr>
            <a:lvl7pPr lvl="6" rtl="0">
              <a:lnSpc>
                <a:spcPct val="100000"/>
              </a:lnSpc>
              <a:spcBef>
                <a:spcPts val="0"/>
              </a:spcBef>
              <a:spcAft>
                <a:spcPts val="0"/>
              </a:spcAft>
              <a:buSzPts val="2400"/>
              <a:buFont typeface="Bakbak One"/>
              <a:buNone/>
              <a:defRPr sz="2400">
                <a:latin typeface="Bakbak One"/>
                <a:ea typeface="Bakbak One"/>
                <a:cs typeface="Bakbak One"/>
                <a:sym typeface="Bakbak One"/>
              </a:defRPr>
            </a:lvl7pPr>
            <a:lvl8pPr lvl="7" rtl="0">
              <a:lnSpc>
                <a:spcPct val="100000"/>
              </a:lnSpc>
              <a:spcBef>
                <a:spcPts val="0"/>
              </a:spcBef>
              <a:spcAft>
                <a:spcPts val="0"/>
              </a:spcAft>
              <a:buSzPts val="2400"/>
              <a:buFont typeface="Bakbak One"/>
              <a:buNone/>
              <a:defRPr sz="2400">
                <a:latin typeface="Bakbak One"/>
                <a:ea typeface="Bakbak One"/>
                <a:cs typeface="Bakbak One"/>
                <a:sym typeface="Bakbak One"/>
              </a:defRPr>
            </a:lvl8pPr>
            <a:lvl9pPr lvl="8" rtl="0">
              <a:lnSpc>
                <a:spcPct val="100000"/>
              </a:lnSpc>
              <a:spcBef>
                <a:spcPts val="0"/>
              </a:spcBef>
              <a:spcAft>
                <a:spcPts val="0"/>
              </a:spcAft>
              <a:buSzPts val="2400"/>
              <a:buFont typeface="Bakbak One"/>
              <a:buNone/>
              <a:defRPr sz="2400">
                <a:latin typeface="Bakbak One"/>
                <a:ea typeface="Bakbak One"/>
                <a:cs typeface="Bakbak One"/>
                <a:sym typeface="Bakbak One"/>
              </a:defRPr>
            </a:lvl9pPr>
          </a:lstStyle>
          <a:p>
            <a:endParaRPr/>
          </a:p>
        </p:txBody>
      </p:sp>
      <p:sp>
        <p:nvSpPr>
          <p:cNvPr id="179" name="Google Shape;179;p13"/>
          <p:cNvSpPr txBox="1">
            <a:spLocks noGrp="1"/>
          </p:cNvSpPr>
          <p:nvPr>
            <p:ph type="subTitle" idx="13"/>
          </p:nvPr>
        </p:nvSpPr>
        <p:spPr>
          <a:xfrm>
            <a:off x="4827472" y="1927375"/>
            <a:ext cx="281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akbak One"/>
              <a:buNone/>
              <a:defRPr sz="2000">
                <a:latin typeface="Bakbak One"/>
                <a:ea typeface="Bakbak One"/>
                <a:cs typeface="Bakbak One"/>
                <a:sym typeface="Bakbak One"/>
              </a:defRPr>
            </a:lvl1pPr>
            <a:lvl2pPr lvl="1" rtl="0">
              <a:lnSpc>
                <a:spcPct val="100000"/>
              </a:lnSpc>
              <a:spcBef>
                <a:spcPts val="0"/>
              </a:spcBef>
              <a:spcAft>
                <a:spcPts val="0"/>
              </a:spcAft>
              <a:buSzPts val="2400"/>
              <a:buFont typeface="Bakbak One"/>
              <a:buNone/>
              <a:defRPr sz="2400">
                <a:latin typeface="Bakbak One"/>
                <a:ea typeface="Bakbak One"/>
                <a:cs typeface="Bakbak One"/>
                <a:sym typeface="Bakbak One"/>
              </a:defRPr>
            </a:lvl2pPr>
            <a:lvl3pPr lvl="2" rtl="0">
              <a:lnSpc>
                <a:spcPct val="100000"/>
              </a:lnSpc>
              <a:spcBef>
                <a:spcPts val="0"/>
              </a:spcBef>
              <a:spcAft>
                <a:spcPts val="0"/>
              </a:spcAft>
              <a:buSzPts val="2400"/>
              <a:buFont typeface="Bakbak One"/>
              <a:buNone/>
              <a:defRPr sz="2400">
                <a:latin typeface="Bakbak One"/>
                <a:ea typeface="Bakbak One"/>
                <a:cs typeface="Bakbak One"/>
                <a:sym typeface="Bakbak One"/>
              </a:defRPr>
            </a:lvl3pPr>
            <a:lvl4pPr lvl="3" rtl="0">
              <a:lnSpc>
                <a:spcPct val="100000"/>
              </a:lnSpc>
              <a:spcBef>
                <a:spcPts val="0"/>
              </a:spcBef>
              <a:spcAft>
                <a:spcPts val="0"/>
              </a:spcAft>
              <a:buSzPts val="2400"/>
              <a:buFont typeface="Bakbak One"/>
              <a:buNone/>
              <a:defRPr sz="2400">
                <a:latin typeface="Bakbak One"/>
                <a:ea typeface="Bakbak One"/>
                <a:cs typeface="Bakbak One"/>
                <a:sym typeface="Bakbak One"/>
              </a:defRPr>
            </a:lvl4pPr>
            <a:lvl5pPr lvl="4" rtl="0">
              <a:lnSpc>
                <a:spcPct val="100000"/>
              </a:lnSpc>
              <a:spcBef>
                <a:spcPts val="0"/>
              </a:spcBef>
              <a:spcAft>
                <a:spcPts val="0"/>
              </a:spcAft>
              <a:buSzPts val="2400"/>
              <a:buFont typeface="Bakbak One"/>
              <a:buNone/>
              <a:defRPr sz="2400">
                <a:latin typeface="Bakbak One"/>
                <a:ea typeface="Bakbak One"/>
                <a:cs typeface="Bakbak One"/>
                <a:sym typeface="Bakbak One"/>
              </a:defRPr>
            </a:lvl5pPr>
            <a:lvl6pPr lvl="5" rtl="0">
              <a:lnSpc>
                <a:spcPct val="100000"/>
              </a:lnSpc>
              <a:spcBef>
                <a:spcPts val="0"/>
              </a:spcBef>
              <a:spcAft>
                <a:spcPts val="0"/>
              </a:spcAft>
              <a:buSzPts val="2400"/>
              <a:buFont typeface="Bakbak One"/>
              <a:buNone/>
              <a:defRPr sz="2400">
                <a:latin typeface="Bakbak One"/>
                <a:ea typeface="Bakbak One"/>
                <a:cs typeface="Bakbak One"/>
                <a:sym typeface="Bakbak One"/>
              </a:defRPr>
            </a:lvl6pPr>
            <a:lvl7pPr lvl="6" rtl="0">
              <a:lnSpc>
                <a:spcPct val="100000"/>
              </a:lnSpc>
              <a:spcBef>
                <a:spcPts val="0"/>
              </a:spcBef>
              <a:spcAft>
                <a:spcPts val="0"/>
              </a:spcAft>
              <a:buSzPts val="2400"/>
              <a:buFont typeface="Bakbak One"/>
              <a:buNone/>
              <a:defRPr sz="2400">
                <a:latin typeface="Bakbak One"/>
                <a:ea typeface="Bakbak One"/>
                <a:cs typeface="Bakbak One"/>
                <a:sym typeface="Bakbak One"/>
              </a:defRPr>
            </a:lvl7pPr>
            <a:lvl8pPr lvl="7" rtl="0">
              <a:lnSpc>
                <a:spcPct val="100000"/>
              </a:lnSpc>
              <a:spcBef>
                <a:spcPts val="0"/>
              </a:spcBef>
              <a:spcAft>
                <a:spcPts val="0"/>
              </a:spcAft>
              <a:buSzPts val="2400"/>
              <a:buFont typeface="Bakbak One"/>
              <a:buNone/>
              <a:defRPr sz="2400">
                <a:latin typeface="Bakbak One"/>
                <a:ea typeface="Bakbak One"/>
                <a:cs typeface="Bakbak One"/>
                <a:sym typeface="Bakbak One"/>
              </a:defRPr>
            </a:lvl8pPr>
            <a:lvl9pPr lvl="8" rtl="0">
              <a:lnSpc>
                <a:spcPct val="100000"/>
              </a:lnSpc>
              <a:spcBef>
                <a:spcPts val="0"/>
              </a:spcBef>
              <a:spcAft>
                <a:spcPts val="0"/>
              </a:spcAft>
              <a:buSzPts val="2400"/>
              <a:buFont typeface="Bakbak One"/>
              <a:buNone/>
              <a:defRPr sz="2400">
                <a:latin typeface="Bakbak One"/>
                <a:ea typeface="Bakbak One"/>
                <a:cs typeface="Bakbak One"/>
                <a:sym typeface="Bakbak One"/>
              </a:defRPr>
            </a:lvl9pPr>
          </a:lstStyle>
          <a:p>
            <a:endParaRPr/>
          </a:p>
        </p:txBody>
      </p:sp>
      <p:sp>
        <p:nvSpPr>
          <p:cNvPr id="180" name="Google Shape;180;p13"/>
          <p:cNvSpPr txBox="1">
            <a:spLocks noGrp="1"/>
          </p:cNvSpPr>
          <p:nvPr>
            <p:ph type="subTitle" idx="14"/>
          </p:nvPr>
        </p:nvSpPr>
        <p:spPr>
          <a:xfrm>
            <a:off x="902400" y="3513150"/>
            <a:ext cx="281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akbak One"/>
              <a:buNone/>
              <a:defRPr sz="2000">
                <a:latin typeface="Bakbak One"/>
                <a:ea typeface="Bakbak One"/>
                <a:cs typeface="Bakbak One"/>
                <a:sym typeface="Bakbak One"/>
              </a:defRPr>
            </a:lvl1pPr>
            <a:lvl2pPr lvl="1" rtl="0">
              <a:lnSpc>
                <a:spcPct val="100000"/>
              </a:lnSpc>
              <a:spcBef>
                <a:spcPts val="0"/>
              </a:spcBef>
              <a:spcAft>
                <a:spcPts val="0"/>
              </a:spcAft>
              <a:buSzPts val="2400"/>
              <a:buFont typeface="Bakbak One"/>
              <a:buNone/>
              <a:defRPr sz="2400">
                <a:latin typeface="Bakbak One"/>
                <a:ea typeface="Bakbak One"/>
                <a:cs typeface="Bakbak One"/>
                <a:sym typeface="Bakbak One"/>
              </a:defRPr>
            </a:lvl2pPr>
            <a:lvl3pPr lvl="2" rtl="0">
              <a:lnSpc>
                <a:spcPct val="100000"/>
              </a:lnSpc>
              <a:spcBef>
                <a:spcPts val="0"/>
              </a:spcBef>
              <a:spcAft>
                <a:spcPts val="0"/>
              </a:spcAft>
              <a:buSzPts val="2400"/>
              <a:buFont typeface="Bakbak One"/>
              <a:buNone/>
              <a:defRPr sz="2400">
                <a:latin typeface="Bakbak One"/>
                <a:ea typeface="Bakbak One"/>
                <a:cs typeface="Bakbak One"/>
                <a:sym typeface="Bakbak One"/>
              </a:defRPr>
            </a:lvl3pPr>
            <a:lvl4pPr lvl="3" rtl="0">
              <a:lnSpc>
                <a:spcPct val="100000"/>
              </a:lnSpc>
              <a:spcBef>
                <a:spcPts val="0"/>
              </a:spcBef>
              <a:spcAft>
                <a:spcPts val="0"/>
              </a:spcAft>
              <a:buSzPts val="2400"/>
              <a:buFont typeface="Bakbak One"/>
              <a:buNone/>
              <a:defRPr sz="2400">
                <a:latin typeface="Bakbak One"/>
                <a:ea typeface="Bakbak One"/>
                <a:cs typeface="Bakbak One"/>
                <a:sym typeface="Bakbak One"/>
              </a:defRPr>
            </a:lvl4pPr>
            <a:lvl5pPr lvl="4" rtl="0">
              <a:lnSpc>
                <a:spcPct val="100000"/>
              </a:lnSpc>
              <a:spcBef>
                <a:spcPts val="0"/>
              </a:spcBef>
              <a:spcAft>
                <a:spcPts val="0"/>
              </a:spcAft>
              <a:buSzPts val="2400"/>
              <a:buFont typeface="Bakbak One"/>
              <a:buNone/>
              <a:defRPr sz="2400">
                <a:latin typeface="Bakbak One"/>
                <a:ea typeface="Bakbak One"/>
                <a:cs typeface="Bakbak One"/>
                <a:sym typeface="Bakbak One"/>
              </a:defRPr>
            </a:lvl5pPr>
            <a:lvl6pPr lvl="5" rtl="0">
              <a:lnSpc>
                <a:spcPct val="100000"/>
              </a:lnSpc>
              <a:spcBef>
                <a:spcPts val="0"/>
              </a:spcBef>
              <a:spcAft>
                <a:spcPts val="0"/>
              </a:spcAft>
              <a:buSzPts val="2400"/>
              <a:buFont typeface="Bakbak One"/>
              <a:buNone/>
              <a:defRPr sz="2400">
                <a:latin typeface="Bakbak One"/>
                <a:ea typeface="Bakbak One"/>
                <a:cs typeface="Bakbak One"/>
                <a:sym typeface="Bakbak One"/>
              </a:defRPr>
            </a:lvl6pPr>
            <a:lvl7pPr lvl="6" rtl="0">
              <a:lnSpc>
                <a:spcPct val="100000"/>
              </a:lnSpc>
              <a:spcBef>
                <a:spcPts val="0"/>
              </a:spcBef>
              <a:spcAft>
                <a:spcPts val="0"/>
              </a:spcAft>
              <a:buSzPts val="2400"/>
              <a:buFont typeface="Bakbak One"/>
              <a:buNone/>
              <a:defRPr sz="2400">
                <a:latin typeface="Bakbak One"/>
                <a:ea typeface="Bakbak One"/>
                <a:cs typeface="Bakbak One"/>
                <a:sym typeface="Bakbak One"/>
              </a:defRPr>
            </a:lvl7pPr>
            <a:lvl8pPr lvl="7" rtl="0">
              <a:lnSpc>
                <a:spcPct val="100000"/>
              </a:lnSpc>
              <a:spcBef>
                <a:spcPts val="0"/>
              </a:spcBef>
              <a:spcAft>
                <a:spcPts val="0"/>
              </a:spcAft>
              <a:buSzPts val="2400"/>
              <a:buFont typeface="Bakbak One"/>
              <a:buNone/>
              <a:defRPr sz="2400">
                <a:latin typeface="Bakbak One"/>
                <a:ea typeface="Bakbak One"/>
                <a:cs typeface="Bakbak One"/>
                <a:sym typeface="Bakbak One"/>
              </a:defRPr>
            </a:lvl8pPr>
            <a:lvl9pPr lvl="8" rtl="0">
              <a:lnSpc>
                <a:spcPct val="100000"/>
              </a:lnSpc>
              <a:spcBef>
                <a:spcPts val="0"/>
              </a:spcBef>
              <a:spcAft>
                <a:spcPts val="0"/>
              </a:spcAft>
              <a:buSzPts val="2400"/>
              <a:buFont typeface="Bakbak One"/>
              <a:buNone/>
              <a:defRPr sz="2400">
                <a:latin typeface="Bakbak One"/>
                <a:ea typeface="Bakbak One"/>
                <a:cs typeface="Bakbak One"/>
                <a:sym typeface="Bakbak One"/>
              </a:defRPr>
            </a:lvl9pPr>
          </a:lstStyle>
          <a:p>
            <a:endParaRPr/>
          </a:p>
        </p:txBody>
      </p:sp>
      <p:sp>
        <p:nvSpPr>
          <p:cNvPr id="181" name="Google Shape;181;p13"/>
          <p:cNvSpPr txBox="1">
            <a:spLocks noGrp="1"/>
          </p:cNvSpPr>
          <p:nvPr>
            <p:ph type="subTitle" idx="15"/>
          </p:nvPr>
        </p:nvSpPr>
        <p:spPr>
          <a:xfrm>
            <a:off x="4827472" y="3513150"/>
            <a:ext cx="281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akbak One"/>
              <a:buNone/>
              <a:defRPr sz="2000">
                <a:latin typeface="Bakbak One"/>
                <a:ea typeface="Bakbak One"/>
                <a:cs typeface="Bakbak One"/>
                <a:sym typeface="Bakbak One"/>
              </a:defRPr>
            </a:lvl1pPr>
            <a:lvl2pPr lvl="1" rtl="0">
              <a:lnSpc>
                <a:spcPct val="100000"/>
              </a:lnSpc>
              <a:spcBef>
                <a:spcPts val="0"/>
              </a:spcBef>
              <a:spcAft>
                <a:spcPts val="0"/>
              </a:spcAft>
              <a:buSzPts val="2400"/>
              <a:buFont typeface="Bakbak One"/>
              <a:buNone/>
              <a:defRPr sz="2400">
                <a:latin typeface="Bakbak One"/>
                <a:ea typeface="Bakbak One"/>
                <a:cs typeface="Bakbak One"/>
                <a:sym typeface="Bakbak One"/>
              </a:defRPr>
            </a:lvl2pPr>
            <a:lvl3pPr lvl="2" rtl="0">
              <a:lnSpc>
                <a:spcPct val="100000"/>
              </a:lnSpc>
              <a:spcBef>
                <a:spcPts val="0"/>
              </a:spcBef>
              <a:spcAft>
                <a:spcPts val="0"/>
              </a:spcAft>
              <a:buSzPts val="2400"/>
              <a:buFont typeface="Bakbak One"/>
              <a:buNone/>
              <a:defRPr sz="2400">
                <a:latin typeface="Bakbak One"/>
                <a:ea typeface="Bakbak One"/>
                <a:cs typeface="Bakbak One"/>
                <a:sym typeface="Bakbak One"/>
              </a:defRPr>
            </a:lvl3pPr>
            <a:lvl4pPr lvl="3" rtl="0">
              <a:lnSpc>
                <a:spcPct val="100000"/>
              </a:lnSpc>
              <a:spcBef>
                <a:spcPts val="0"/>
              </a:spcBef>
              <a:spcAft>
                <a:spcPts val="0"/>
              </a:spcAft>
              <a:buSzPts val="2400"/>
              <a:buFont typeface="Bakbak One"/>
              <a:buNone/>
              <a:defRPr sz="2400">
                <a:latin typeface="Bakbak One"/>
                <a:ea typeface="Bakbak One"/>
                <a:cs typeface="Bakbak One"/>
                <a:sym typeface="Bakbak One"/>
              </a:defRPr>
            </a:lvl4pPr>
            <a:lvl5pPr lvl="4" rtl="0">
              <a:lnSpc>
                <a:spcPct val="100000"/>
              </a:lnSpc>
              <a:spcBef>
                <a:spcPts val="0"/>
              </a:spcBef>
              <a:spcAft>
                <a:spcPts val="0"/>
              </a:spcAft>
              <a:buSzPts val="2400"/>
              <a:buFont typeface="Bakbak One"/>
              <a:buNone/>
              <a:defRPr sz="2400">
                <a:latin typeface="Bakbak One"/>
                <a:ea typeface="Bakbak One"/>
                <a:cs typeface="Bakbak One"/>
                <a:sym typeface="Bakbak One"/>
              </a:defRPr>
            </a:lvl5pPr>
            <a:lvl6pPr lvl="5" rtl="0">
              <a:lnSpc>
                <a:spcPct val="100000"/>
              </a:lnSpc>
              <a:spcBef>
                <a:spcPts val="0"/>
              </a:spcBef>
              <a:spcAft>
                <a:spcPts val="0"/>
              </a:spcAft>
              <a:buSzPts val="2400"/>
              <a:buFont typeface="Bakbak One"/>
              <a:buNone/>
              <a:defRPr sz="2400">
                <a:latin typeface="Bakbak One"/>
                <a:ea typeface="Bakbak One"/>
                <a:cs typeface="Bakbak One"/>
                <a:sym typeface="Bakbak One"/>
              </a:defRPr>
            </a:lvl6pPr>
            <a:lvl7pPr lvl="6" rtl="0">
              <a:lnSpc>
                <a:spcPct val="100000"/>
              </a:lnSpc>
              <a:spcBef>
                <a:spcPts val="0"/>
              </a:spcBef>
              <a:spcAft>
                <a:spcPts val="0"/>
              </a:spcAft>
              <a:buSzPts val="2400"/>
              <a:buFont typeface="Bakbak One"/>
              <a:buNone/>
              <a:defRPr sz="2400">
                <a:latin typeface="Bakbak One"/>
                <a:ea typeface="Bakbak One"/>
                <a:cs typeface="Bakbak One"/>
                <a:sym typeface="Bakbak One"/>
              </a:defRPr>
            </a:lvl7pPr>
            <a:lvl8pPr lvl="7" rtl="0">
              <a:lnSpc>
                <a:spcPct val="100000"/>
              </a:lnSpc>
              <a:spcBef>
                <a:spcPts val="0"/>
              </a:spcBef>
              <a:spcAft>
                <a:spcPts val="0"/>
              </a:spcAft>
              <a:buSzPts val="2400"/>
              <a:buFont typeface="Bakbak One"/>
              <a:buNone/>
              <a:defRPr sz="2400">
                <a:latin typeface="Bakbak One"/>
                <a:ea typeface="Bakbak One"/>
                <a:cs typeface="Bakbak One"/>
                <a:sym typeface="Bakbak One"/>
              </a:defRPr>
            </a:lvl8pPr>
            <a:lvl9pPr lvl="8" rtl="0">
              <a:lnSpc>
                <a:spcPct val="100000"/>
              </a:lnSpc>
              <a:spcBef>
                <a:spcPts val="0"/>
              </a:spcBef>
              <a:spcAft>
                <a:spcPts val="0"/>
              </a:spcAft>
              <a:buSzPts val="2400"/>
              <a:buFont typeface="Bakbak One"/>
              <a:buNone/>
              <a:defRPr sz="2400">
                <a:latin typeface="Bakbak One"/>
                <a:ea typeface="Bakbak One"/>
                <a:cs typeface="Bakbak One"/>
                <a:sym typeface="Bakbak One"/>
              </a:defRPr>
            </a:lvl9pPr>
          </a:lstStyle>
          <a:p>
            <a:endParaRPr/>
          </a:p>
        </p:txBody>
      </p:sp>
      <p:grpSp>
        <p:nvGrpSpPr>
          <p:cNvPr id="182" name="Google Shape;182;p13"/>
          <p:cNvGrpSpPr/>
          <p:nvPr/>
        </p:nvGrpSpPr>
        <p:grpSpPr>
          <a:xfrm>
            <a:off x="8536254" y="391075"/>
            <a:ext cx="276300" cy="4383600"/>
            <a:chOff x="8536254" y="391075"/>
            <a:chExt cx="276300" cy="4383600"/>
          </a:xfrm>
        </p:grpSpPr>
        <p:sp>
          <p:nvSpPr>
            <p:cNvPr id="183" name="Google Shape;183;p13"/>
            <p:cNvSpPr/>
            <p:nvPr/>
          </p:nvSpPr>
          <p:spPr>
            <a:xfrm>
              <a:off x="8536254" y="391075"/>
              <a:ext cx="2763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p:nvPr/>
          </p:nvSpPr>
          <p:spPr>
            <a:xfrm>
              <a:off x="8543825" y="3202624"/>
              <a:ext cx="6160" cy="13260"/>
            </a:xfrm>
            <a:custGeom>
              <a:avLst/>
              <a:gdLst/>
              <a:ahLst/>
              <a:cxnLst/>
              <a:rect l="l" t="t" r="r" b="b"/>
              <a:pathLst>
                <a:path w="118" h="254" extrusionOk="0">
                  <a:moveTo>
                    <a:pt x="1" y="0"/>
                  </a:moveTo>
                  <a:lnTo>
                    <a:pt x="1" y="253"/>
                  </a:lnTo>
                  <a:lnTo>
                    <a:pt x="20" y="234"/>
                  </a:lnTo>
                  <a:cubicBezTo>
                    <a:pt x="98" y="176"/>
                    <a:pt x="118" y="117"/>
                    <a:pt x="79" y="59"/>
                  </a:cubicBezTo>
                  <a:cubicBezTo>
                    <a:pt x="59" y="39"/>
                    <a:pt x="20"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3"/>
            <p:cNvSpPr/>
            <p:nvPr/>
          </p:nvSpPr>
          <p:spPr>
            <a:xfrm>
              <a:off x="8543825" y="3236766"/>
              <a:ext cx="66092" cy="48185"/>
            </a:xfrm>
            <a:custGeom>
              <a:avLst/>
              <a:gdLst/>
              <a:ahLst/>
              <a:cxnLst/>
              <a:rect l="l" t="t" r="r" b="b"/>
              <a:pathLst>
                <a:path w="1266" h="923" extrusionOk="0">
                  <a:moveTo>
                    <a:pt x="1128" y="1"/>
                  </a:moveTo>
                  <a:cubicBezTo>
                    <a:pt x="1110" y="1"/>
                    <a:pt x="1090" y="3"/>
                    <a:pt x="1071" y="8"/>
                  </a:cubicBezTo>
                  <a:lnTo>
                    <a:pt x="1" y="630"/>
                  </a:lnTo>
                  <a:lnTo>
                    <a:pt x="1" y="922"/>
                  </a:lnTo>
                  <a:lnTo>
                    <a:pt x="1188" y="241"/>
                  </a:lnTo>
                  <a:cubicBezTo>
                    <a:pt x="1246" y="202"/>
                    <a:pt x="1265" y="144"/>
                    <a:pt x="1246" y="66"/>
                  </a:cubicBezTo>
                  <a:cubicBezTo>
                    <a:pt x="1231" y="23"/>
                    <a:pt x="1184" y="1"/>
                    <a:pt x="11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3"/>
            <p:cNvSpPr/>
            <p:nvPr/>
          </p:nvSpPr>
          <p:spPr>
            <a:xfrm>
              <a:off x="8543825" y="3271273"/>
              <a:ext cx="126023" cy="82745"/>
            </a:xfrm>
            <a:custGeom>
              <a:avLst/>
              <a:gdLst/>
              <a:ahLst/>
              <a:cxnLst/>
              <a:rect l="l" t="t" r="r" b="b"/>
              <a:pathLst>
                <a:path w="2414" h="1585" extrusionOk="0">
                  <a:moveTo>
                    <a:pt x="2277" y="1"/>
                  </a:moveTo>
                  <a:cubicBezTo>
                    <a:pt x="2259" y="1"/>
                    <a:pt x="2240" y="3"/>
                    <a:pt x="2219" y="8"/>
                  </a:cubicBezTo>
                  <a:lnTo>
                    <a:pt x="1" y="1292"/>
                  </a:lnTo>
                  <a:lnTo>
                    <a:pt x="1" y="1584"/>
                  </a:lnTo>
                  <a:lnTo>
                    <a:pt x="2335" y="242"/>
                  </a:lnTo>
                  <a:cubicBezTo>
                    <a:pt x="2413" y="203"/>
                    <a:pt x="2413" y="125"/>
                    <a:pt x="2394" y="47"/>
                  </a:cubicBezTo>
                  <a:cubicBezTo>
                    <a:pt x="2365" y="19"/>
                    <a:pt x="2326" y="1"/>
                    <a:pt x="22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a:off x="8543825" y="3306877"/>
              <a:ext cx="186946" cy="117200"/>
            </a:xfrm>
            <a:custGeom>
              <a:avLst/>
              <a:gdLst/>
              <a:ahLst/>
              <a:cxnLst/>
              <a:rect l="l" t="t" r="r" b="b"/>
              <a:pathLst>
                <a:path w="3581" h="2245" extrusionOk="0">
                  <a:moveTo>
                    <a:pt x="3405" y="0"/>
                  </a:moveTo>
                  <a:cubicBezTo>
                    <a:pt x="3386" y="0"/>
                    <a:pt x="3367" y="2"/>
                    <a:pt x="3347" y="7"/>
                  </a:cubicBezTo>
                  <a:lnTo>
                    <a:pt x="1" y="1953"/>
                  </a:lnTo>
                  <a:lnTo>
                    <a:pt x="1" y="2245"/>
                  </a:lnTo>
                  <a:lnTo>
                    <a:pt x="3483" y="221"/>
                  </a:lnTo>
                  <a:cubicBezTo>
                    <a:pt x="3561" y="182"/>
                    <a:pt x="3581" y="105"/>
                    <a:pt x="3522" y="66"/>
                  </a:cubicBezTo>
                  <a:cubicBezTo>
                    <a:pt x="3508" y="22"/>
                    <a:pt x="3460" y="0"/>
                    <a:pt x="34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3"/>
            <p:cNvSpPr/>
            <p:nvPr/>
          </p:nvSpPr>
          <p:spPr>
            <a:xfrm>
              <a:off x="8543825" y="3341385"/>
              <a:ext cx="246877" cy="151760"/>
            </a:xfrm>
            <a:custGeom>
              <a:avLst/>
              <a:gdLst/>
              <a:ahLst/>
              <a:cxnLst/>
              <a:rect l="l" t="t" r="r" b="b"/>
              <a:pathLst>
                <a:path w="4729" h="2907" extrusionOk="0">
                  <a:moveTo>
                    <a:pt x="4583" y="0"/>
                  </a:moveTo>
                  <a:cubicBezTo>
                    <a:pt x="4567" y="0"/>
                    <a:pt x="4550" y="3"/>
                    <a:pt x="4534" y="8"/>
                  </a:cubicBezTo>
                  <a:lnTo>
                    <a:pt x="1" y="2615"/>
                  </a:lnTo>
                  <a:lnTo>
                    <a:pt x="1" y="2907"/>
                  </a:lnTo>
                  <a:lnTo>
                    <a:pt x="4651" y="222"/>
                  </a:lnTo>
                  <a:cubicBezTo>
                    <a:pt x="4690" y="202"/>
                    <a:pt x="4728" y="125"/>
                    <a:pt x="4690" y="47"/>
                  </a:cubicBezTo>
                  <a:cubicBezTo>
                    <a:pt x="4675" y="18"/>
                    <a:pt x="4630" y="0"/>
                    <a:pt x="45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p:nvPr/>
          </p:nvSpPr>
          <p:spPr>
            <a:xfrm>
              <a:off x="8600726" y="3406426"/>
              <a:ext cx="208256" cy="117201"/>
            </a:xfrm>
            <a:custGeom>
              <a:avLst/>
              <a:gdLst/>
              <a:ahLst/>
              <a:cxnLst/>
              <a:rect l="l" t="t" r="r" b="b"/>
              <a:pathLst>
                <a:path w="4806" h="2849" extrusionOk="0">
                  <a:moveTo>
                    <a:pt x="4657" y="0"/>
                  </a:moveTo>
                  <a:cubicBezTo>
                    <a:pt x="4642" y="0"/>
                    <a:pt x="4626" y="3"/>
                    <a:pt x="4611" y="8"/>
                  </a:cubicBezTo>
                  <a:lnTo>
                    <a:pt x="0" y="2673"/>
                  </a:lnTo>
                  <a:cubicBezTo>
                    <a:pt x="39" y="2673"/>
                    <a:pt x="59" y="2693"/>
                    <a:pt x="59" y="2693"/>
                  </a:cubicBezTo>
                  <a:cubicBezTo>
                    <a:pt x="137" y="2751"/>
                    <a:pt x="175" y="2790"/>
                    <a:pt x="234" y="2848"/>
                  </a:cubicBezTo>
                  <a:lnTo>
                    <a:pt x="4728" y="241"/>
                  </a:lnTo>
                  <a:cubicBezTo>
                    <a:pt x="4767" y="202"/>
                    <a:pt x="4806" y="144"/>
                    <a:pt x="4767" y="66"/>
                  </a:cubicBezTo>
                  <a:cubicBezTo>
                    <a:pt x="4752" y="22"/>
                    <a:pt x="4705" y="0"/>
                    <a:pt x="4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p:nvPr/>
          </p:nvSpPr>
          <p:spPr>
            <a:xfrm>
              <a:off x="8781023" y="2548968"/>
              <a:ext cx="27460" cy="25789"/>
            </a:xfrm>
            <a:custGeom>
              <a:avLst/>
              <a:gdLst/>
              <a:ahLst/>
              <a:cxnLst/>
              <a:rect l="l" t="t" r="r" b="b"/>
              <a:pathLst>
                <a:path w="526" h="494" extrusionOk="0">
                  <a:moveTo>
                    <a:pt x="146" y="0"/>
                  </a:moveTo>
                  <a:cubicBezTo>
                    <a:pt x="93" y="0"/>
                    <a:pt x="35" y="22"/>
                    <a:pt x="20" y="66"/>
                  </a:cubicBezTo>
                  <a:cubicBezTo>
                    <a:pt x="1" y="105"/>
                    <a:pt x="1" y="182"/>
                    <a:pt x="59" y="221"/>
                  </a:cubicBezTo>
                  <a:lnTo>
                    <a:pt x="526" y="494"/>
                  </a:lnTo>
                  <a:lnTo>
                    <a:pt x="526" y="202"/>
                  </a:lnTo>
                  <a:lnTo>
                    <a:pt x="195" y="7"/>
                  </a:lnTo>
                  <a:cubicBezTo>
                    <a:pt x="181" y="2"/>
                    <a:pt x="164" y="0"/>
                    <a:pt x="1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3"/>
            <p:cNvSpPr/>
            <p:nvPr/>
          </p:nvSpPr>
          <p:spPr>
            <a:xfrm>
              <a:off x="8721091" y="2584311"/>
              <a:ext cx="87391" cy="60558"/>
            </a:xfrm>
            <a:custGeom>
              <a:avLst/>
              <a:gdLst/>
              <a:ahLst/>
              <a:cxnLst/>
              <a:rect l="l" t="t" r="r" b="b"/>
              <a:pathLst>
                <a:path w="1674" h="1160" extrusionOk="0">
                  <a:moveTo>
                    <a:pt x="120" y="0"/>
                  </a:moveTo>
                  <a:cubicBezTo>
                    <a:pt x="72" y="0"/>
                    <a:pt x="33" y="18"/>
                    <a:pt x="20" y="70"/>
                  </a:cubicBezTo>
                  <a:cubicBezTo>
                    <a:pt x="1" y="108"/>
                    <a:pt x="1" y="186"/>
                    <a:pt x="79" y="225"/>
                  </a:cubicBezTo>
                  <a:lnTo>
                    <a:pt x="1674" y="1159"/>
                  </a:lnTo>
                  <a:lnTo>
                    <a:pt x="1674" y="867"/>
                  </a:lnTo>
                  <a:lnTo>
                    <a:pt x="195" y="11"/>
                  </a:lnTo>
                  <a:cubicBezTo>
                    <a:pt x="169" y="5"/>
                    <a:pt x="144" y="0"/>
                    <a:pt x="1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a:off x="8660168" y="2618557"/>
              <a:ext cx="147323" cy="94334"/>
            </a:xfrm>
            <a:custGeom>
              <a:avLst/>
              <a:gdLst/>
              <a:ahLst/>
              <a:cxnLst/>
              <a:rect l="l" t="t" r="r" b="b"/>
              <a:pathLst>
                <a:path w="2822" h="1807" extrusionOk="0">
                  <a:moveTo>
                    <a:pt x="144" y="1"/>
                  </a:moveTo>
                  <a:cubicBezTo>
                    <a:pt x="103" y="1"/>
                    <a:pt x="61" y="28"/>
                    <a:pt x="20" y="56"/>
                  </a:cubicBezTo>
                  <a:cubicBezTo>
                    <a:pt x="1" y="114"/>
                    <a:pt x="1" y="192"/>
                    <a:pt x="78" y="231"/>
                  </a:cubicBezTo>
                  <a:lnTo>
                    <a:pt x="2822" y="1807"/>
                  </a:lnTo>
                  <a:lnTo>
                    <a:pt x="2822" y="1515"/>
                  </a:lnTo>
                  <a:lnTo>
                    <a:pt x="195" y="17"/>
                  </a:lnTo>
                  <a:cubicBezTo>
                    <a:pt x="178" y="5"/>
                    <a:pt x="161" y="1"/>
                    <a:pt x="1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3"/>
            <p:cNvSpPr/>
            <p:nvPr/>
          </p:nvSpPr>
          <p:spPr>
            <a:xfrm>
              <a:off x="8600237" y="2652647"/>
              <a:ext cx="208246" cy="130304"/>
            </a:xfrm>
            <a:custGeom>
              <a:avLst/>
              <a:gdLst/>
              <a:ahLst/>
              <a:cxnLst/>
              <a:rect l="l" t="t" r="r" b="b"/>
              <a:pathLst>
                <a:path w="3989" h="2496" extrusionOk="0">
                  <a:moveTo>
                    <a:pt x="154" y="1"/>
                  </a:moveTo>
                  <a:cubicBezTo>
                    <a:pt x="97" y="1"/>
                    <a:pt x="52" y="32"/>
                    <a:pt x="20" y="64"/>
                  </a:cubicBezTo>
                  <a:cubicBezTo>
                    <a:pt x="1" y="122"/>
                    <a:pt x="1" y="181"/>
                    <a:pt x="79" y="239"/>
                  </a:cubicBezTo>
                  <a:lnTo>
                    <a:pt x="3989" y="2496"/>
                  </a:lnTo>
                  <a:lnTo>
                    <a:pt x="3989" y="2204"/>
                  </a:lnTo>
                  <a:lnTo>
                    <a:pt x="195" y="6"/>
                  </a:lnTo>
                  <a:cubicBezTo>
                    <a:pt x="181" y="2"/>
                    <a:pt x="167" y="1"/>
                    <a:pt x="1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3"/>
            <p:cNvSpPr/>
            <p:nvPr/>
          </p:nvSpPr>
          <p:spPr>
            <a:xfrm>
              <a:off x="8540305" y="2688146"/>
              <a:ext cx="268177" cy="164916"/>
            </a:xfrm>
            <a:custGeom>
              <a:avLst/>
              <a:gdLst/>
              <a:ahLst/>
              <a:cxnLst/>
              <a:rect l="l" t="t" r="r" b="b"/>
              <a:pathLst>
                <a:path w="5137" h="3159" extrusionOk="0">
                  <a:moveTo>
                    <a:pt x="117" y="1"/>
                  </a:moveTo>
                  <a:cubicBezTo>
                    <a:pt x="79" y="1"/>
                    <a:pt x="43" y="19"/>
                    <a:pt x="20" y="65"/>
                  </a:cubicBezTo>
                  <a:cubicBezTo>
                    <a:pt x="1" y="123"/>
                    <a:pt x="1" y="182"/>
                    <a:pt x="79" y="240"/>
                  </a:cubicBezTo>
                  <a:lnTo>
                    <a:pt x="5137" y="3158"/>
                  </a:lnTo>
                  <a:lnTo>
                    <a:pt x="5137" y="2867"/>
                  </a:lnTo>
                  <a:lnTo>
                    <a:pt x="195" y="26"/>
                  </a:lnTo>
                  <a:cubicBezTo>
                    <a:pt x="171" y="10"/>
                    <a:pt x="144" y="1"/>
                    <a:pt x="11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3"/>
            <p:cNvSpPr/>
            <p:nvPr/>
          </p:nvSpPr>
          <p:spPr>
            <a:xfrm>
              <a:off x="8541300" y="2528844"/>
              <a:ext cx="41712" cy="32576"/>
            </a:xfrm>
            <a:custGeom>
              <a:avLst/>
              <a:gdLst/>
              <a:ahLst/>
              <a:cxnLst/>
              <a:rect l="l" t="t" r="r" b="b"/>
              <a:pathLst>
                <a:path w="799" h="624" extrusionOk="0">
                  <a:moveTo>
                    <a:pt x="1" y="1"/>
                  </a:moveTo>
                  <a:lnTo>
                    <a:pt x="1" y="293"/>
                  </a:lnTo>
                  <a:lnTo>
                    <a:pt x="604" y="624"/>
                  </a:lnTo>
                  <a:lnTo>
                    <a:pt x="682" y="624"/>
                  </a:lnTo>
                  <a:cubicBezTo>
                    <a:pt x="740" y="624"/>
                    <a:pt x="760" y="604"/>
                    <a:pt x="779" y="585"/>
                  </a:cubicBezTo>
                  <a:cubicBezTo>
                    <a:pt x="799" y="526"/>
                    <a:pt x="799" y="448"/>
                    <a:pt x="740" y="410"/>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3"/>
            <p:cNvSpPr/>
            <p:nvPr/>
          </p:nvSpPr>
          <p:spPr>
            <a:xfrm>
              <a:off x="8541300" y="2463849"/>
              <a:ext cx="97571" cy="66092"/>
            </a:xfrm>
            <a:custGeom>
              <a:avLst/>
              <a:gdLst/>
              <a:ahLst/>
              <a:cxnLst/>
              <a:rect l="l" t="t" r="r" b="b"/>
              <a:pathLst>
                <a:path w="1869" h="1266" extrusionOk="0">
                  <a:moveTo>
                    <a:pt x="1" y="1"/>
                  </a:moveTo>
                  <a:lnTo>
                    <a:pt x="1" y="293"/>
                  </a:lnTo>
                  <a:lnTo>
                    <a:pt x="1674" y="1265"/>
                  </a:lnTo>
                  <a:lnTo>
                    <a:pt x="1752" y="1265"/>
                  </a:lnTo>
                  <a:cubicBezTo>
                    <a:pt x="1810" y="1265"/>
                    <a:pt x="1830" y="1246"/>
                    <a:pt x="1849" y="1207"/>
                  </a:cubicBezTo>
                  <a:cubicBezTo>
                    <a:pt x="1869" y="1168"/>
                    <a:pt x="1869" y="1090"/>
                    <a:pt x="1810" y="1051"/>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3"/>
            <p:cNvSpPr/>
            <p:nvPr/>
          </p:nvSpPr>
          <p:spPr>
            <a:xfrm>
              <a:off x="8541300" y="2398854"/>
              <a:ext cx="153430" cy="98563"/>
            </a:xfrm>
            <a:custGeom>
              <a:avLst/>
              <a:gdLst/>
              <a:ahLst/>
              <a:cxnLst/>
              <a:rect l="l" t="t" r="r" b="b"/>
              <a:pathLst>
                <a:path w="2939" h="1888" extrusionOk="0">
                  <a:moveTo>
                    <a:pt x="1" y="1"/>
                  </a:moveTo>
                  <a:lnTo>
                    <a:pt x="1" y="293"/>
                  </a:lnTo>
                  <a:lnTo>
                    <a:pt x="2744" y="1888"/>
                  </a:lnTo>
                  <a:lnTo>
                    <a:pt x="2822" y="1888"/>
                  </a:lnTo>
                  <a:cubicBezTo>
                    <a:pt x="2880" y="1888"/>
                    <a:pt x="2900" y="1849"/>
                    <a:pt x="2919" y="1830"/>
                  </a:cubicBezTo>
                  <a:cubicBezTo>
                    <a:pt x="2939" y="1771"/>
                    <a:pt x="2939" y="1713"/>
                    <a:pt x="2861" y="1654"/>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3"/>
            <p:cNvSpPr/>
            <p:nvPr/>
          </p:nvSpPr>
          <p:spPr>
            <a:xfrm>
              <a:off x="8541300" y="2334902"/>
              <a:ext cx="209290" cy="130043"/>
            </a:xfrm>
            <a:custGeom>
              <a:avLst/>
              <a:gdLst/>
              <a:ahLst/>
              <a:cxnLst/>
              <a:rect l="l" t="t" r="r" b="b"/>
              <a:pathLst>
                <a:path w="4009" h="2491" extrusionOk="0">
                  <a:moveTo>
                    <a:pt x="1" y="0"/>
                  </a:moveTo>
                  <a:lnTo>
                    <a:pt x="1" y="292"/>
                  </a:lnTo>
                  <a:lnTo>
                    <a:pt x="3814" y="2490"/>
                  </a:lnTo>
                  <a:lnTo>
                    <a:pt x="3892" y="2490"/>
                  </a:lnTo>
                  <a:cubicBezTo>
                    <a:pt x="3950" y="2490"/>
                    <a:pt x="3970" y="2471"/>
                    <a:pt x="3989" y="2451"/>
                  </a:cubicBezTo>
                  <a:cubicBezTo>
                    <a:pt x="4009" y="2393"/>
                    <a:pt x="4009" y="2335"/>
                    <a:pt x="3931" y="2276"/>
                  </a:cubicBez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3"/>
            <p:cNvSpPr/>
            <p:nvPr/>
          </p:nvSpPr>
          <p:spPr>
            <a:xfrm>
              <a:off x="8540308" y="2269855"/>
              <a:ext cx="266141" cy="162566"/>
            </a:xfrm>
            <a:custGeom>
              <a:avLst/>
              <a:gdLst/>
              <a:ahLst/>
              <a:cxnLst/>
              <a:rect l="l" t="t" r="r" b="b"/>
              <a:pathLst>
                <a:path w="5098" h="3114" extrusionOk="0">
                  <a:moveTo>
                    <a:pt x="0" y="1"/>
                  </a:moveTo>
                  <a:lnTo>
                    <a:pt x="0" y="293"/>
                  </a:lnTo>
                  <a:lnTo>
                    <a:pt x="4903" y="3114"/>
                  </a:lnTo>
                  <a:lnTo>
                    <a:pt x="4981" y="3114"/>
                  </a:lnTo>
                  <a:cubicBezTo>
                    <a:pt x="5039" y="3114"/>
                    <a:pt x="5059" y="3094"/>
                    <a:pt x="5078" y="3055"/>
                  </a:cubicBezTo>
                  <a:cubicBezTo>
                    <a:pt x="5098" y="3016"/>
                    <a:pt x="5098" y="2939"/>
                    <a:pt x="5039" y="2880"/>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3"/>
            <p:cNvSpPr/>
            <p:nvPr/>
          </p:nvSpPr>
          <p:spPr>
            <a:xfrm>
              <a:off x="8542733" y="3990617"/>
              <a:ext cx="70111" cy="79247"/>
            </a:xfrm>
            <a:custGeom>
              <a:avLst/>
              <a:gdLst/>
              <a:ahLst/>
              <a:cxnLst/>
              <a:rect l="l" t="t" r="r" b="b"/>
              <a:pathLst>
                <a:path w="1343" h="1518" extrusionOk="0">
                  <a:moveTo>
                    <a:pt x="0" y="0"/>
                  </a:moveTo>
                  <a:lnTo>
                    <a:pt x="0" y="1518"/>
                  </a:lnTo>
                  <a:lnTo>
                    <a:pt x="506" y="1226"/>
                  </a:lnTo>
                  <a:lnTo>
                    <a:pt x="312" y="1128"/>
                  </a:lnTo>
                  <a:cubicBezTo>
                    <a:pt x="273" y="1109"/>
                    <a:pt x="234" y="1031"/>
                    <a:pt x="273" y="973"/>
                  </a:cubicBezTo>
                  <a:cubicBezTo>
                    <a:pt x="287" y="929"/>
                    <a:pt x="335" y="907"/>
                    <a:pt x="382" y="907"/>
                  </a:cubicBezTo>
                  <a:cubicBezTo>
                    <a:pt x="398" y="907"/>
                    <a:pt x="414" y="910"/>
                    <a:pt x="428" y="914"/>
                  </a:cubicBezTo>
                  <a:lnTo>
                    <a:pt x="759" y="1090"/>
                  </a:lnTo>
                  <a:lnTo>
                    <a:pt x="1343" y="739"/>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3"/>
            <p:cNvSpPr/>
            <p:nvPr/>
          </p:nvSpPr>
          <p:spPr>
            <a:xfrm>
              <a:off x="8630731" y="3966377"/>
              <a:ext cx="86399" cy="54763"/>
            </a:xfrm>
            <a:custGeom>
              <a:avLst/>
              <a:gdLst/>
              <a:ahLst/>
              <a:cxnLst/>
              <a:rect l="l" t="t" r="r" b="b"/>
              <a:pathLst>
                <a:path w="1655" h="1049" extrusionOk="0">
                  <a:moveTo>
                    <a:pt x="798" y="251"/>
                  </a:moveTo>
                  <a:cubicBezTo>
                    <a:pt x="973" y="251"/>
                    <a:pt x="1109" y="270"/>
                    <a:pt x="1245" y="348"/>
                  </a:cubicBezTo>
                  <a:cubicBezTo>
                    <a:pt x="1343" y="407"/>
                    <a:pt x="1382" y="465"/>
                    <a:pt x="1382" y="543"/>
                  </a:cubicBezTo>
                  <a:cubicBezTo>
                    <a:pt x="1382" y="621"/>
                    <a:pt x="1343" y="659"/>
                    <a:pt x="1245" y="737"/>
                  </a:cubicBezTo>
                  <a:cubicBezTo>
                    <a:pt x="1119" y="815"/>
                    <a:pt x="954" y="854"/>
                    <a:pt x="793" y="854"/>
                  </a:cubicBezTo>
                  <a:cubicBezTo>
                    <a:pt x="633" y="854"/>
                    <a:pt x="477" y="815"/>
                    <a:pt x="370" y="737"/>
                  </a:cubicBezTo>
                  <a:cubicBezTo>
                    <a:pt x="273" y="679"/>
                    <a:pt x="214" y="621"/>
                    <a:pt x="214" y="543"/>
                  </a:cubicBezTo>
                  <a:cubicBezTo>
                    <a:pt x="214" y="465"/>
                    <a:pt x="273" y="426"/>
                    <a:pt x="370" y="348"/>
                  </a:cubicBezTo>
                  <a:cubicBezTo>
                    <a:pt x="487" y="270"/>
                    <a:pt x="662" y="251"/>
                    <a:pt x="798" y="251"/>
                  </a:cubicBezTo>
                  <a:close/>
                  <a:moveTo>
                    <a:pt x="837" y="0"/>
                  </a:moveTo>
                  <a:cubicBezTo>
                    <a:pt x="650" y="0"/>
                    <a:pt x="463" y="39"/>
                    <a:pt x="312" y="115"/>
                  </a:cubicBezTo>
                  <a:lnTo>
                    <a:pt x="331" y="134"/>
                  </a:lnTo>
                  <a:cubicBezTo>
                    <a:pt x="409" y="154"/>
                    <a:pt x="428" y="231"/>
                    <a:pt x="389" y="309"/>
                  </a:cubicBezTo>
                  <a:cubicBezTo>
                    <a:pt x="370" y="348"/>
                    <a:pt x="312" y="348"/>
                    <a:pt x="292" y="348"/>
                  </a:cubicBezTo>
                  <a:cubicBezTo>
                    <a:pt x="273" y="348"/>
                    <a:pt x="234" y="348"/>
                    <a:pt x="234" y="329"/>
                  </a:cubicBezTo>
                  <a:lnTo>
                    <a:pt x="117" y="251"/>
                  </a:lnTo>
                  <a:cubicBezTo>
                    <a:pt x="39" y="329"/>
                    <a:pt x="0" y="426"/>
                    <a:pt x="0" y="523"/>
                  </a:cubicBezTo>
                  <a:cubicBezTo>
                    <a:pt x="0" y="659"/>
                    <a:pt x="98" y="815"/>
                    <a:pt x="273" y="912"/>
                  </a:cubicBezTo>
                  <a:cubicBezTo>
                    <a:pt x="428" y="1010"/>
                    <a:pt x="623" y="1049"/>
                    <a:pt x="817" y="1049"/>
                  </a:cubicBezTo>
                  <a:cubicBezTo>
                    <a:pt x="1012" y="1049"/>
                    <a:pt x="1245" y="1010"/>
                    <a:pt x="1382" y="912"/>
                  </a:cubicBezTo>
                  <a:cubicBezTo>
                    <a:pt x="1557" y="815"/>
                    <a:pt x="1654" y="659"/>
                    <a:pt x="1654" y="523"/>
                  </a:cubicBezTo>
                  <a:cubicBezTo>
                    <a:pt x="1654" y="368"/>
                    <a:pt x="1557" y="231"/>
                    <a:pt x="1382" y="134"/>
                  </a:cubicBezTo>
                  <a:cubicBezTo>
                    <a:pt x="1231" y="44"/>
                    <a:pt x="1035" y="0"/>
                    <a:pt x="8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3"/>
            <p:cNvSpPr/>
            <p:nvPr/>
          </p:nvSpPr>
          <p:spPr>
            <a:xfrm>
              <a:off x="8552925" y="4037750"/>
              <a:ext cx="30475" cy="17275"/>
            </a:xfrm>
            <a:custGeom>
              <a:avLst/>
              <a:gdLst/>
              <a:ahLst/>
              <a:cxnLst/>
              <a:rect l="l" t="t" r="r" b="b"/>
              <a:pathLst>
                <a:path w="507" h="323" extrusionOk="0">
                  <a:moveTo>
                    <a:pt x="133" y="1"/>
                  </a:moveTo>
                  <a:cubicBezTo>
                    <a:pt x="89" y="1"/>
                    <a:pt x="46" y="18"/>
                    <a:pt x="20" y="70"/>
                  </a:cubicBezTo>
                  <a:cubicBezTo>
                    <a:pt x="1" y="109"/>
                    <a:pt x="1" y="187"/>
                    <a:pt x="59" y="225"/>
                  </a:cubicBezTo>
                  <a:lnTo>
                    <a:pt x="254" y="323"/>
                  </a:lnTo>
                  <a:lnTo>
                    <a:pt x="507" y="187"/>
                  </a:lnTo>
                  <a:lnTo>
                    <a:pt x="195" y="11"/>
                  </a:lnTo>
                  <a:cubicBezTo>
                    <a:pt x="176" y="5"/>
                    <a:pt x="154" y="1"/>
                    <a:pt x="1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3"/>
            <p:cNvSpPr/>
            <p:nvPr/>
          </p:nvSpPr>
          <p:spPr>
            <a:xfrm>
              <a:off x="8540312" y="3912397"/>
              <a:ext cx="106707" cy="70164"/>
            </a:xfrm>
            <a:custGeom>
              <a:avLst/>
              <a:gdLst/>
              <a:ahLst/>
              <a:cxnLst/>
              <a:rect l="l" t="t" r="r" b="b"/>
              <a:pathLst>
                <a:path w="2044" h="1344" extrusionOk="0">
                  <a:moveTo>
                    <a:pt x="1" y="1"/>
                  </a:moveTo>
                  <a:lnTo>
                    <a:pt x="1" y="293"/>
                  </a:lnTo>
                  <a:lnTo>
                    <a:pt x="1830" y="1343"/>
                  </a:lnTo>
                  <a:cubicBezTo>
                    <a:pt x="1869" y="1265"/>
                    <a:pt x="1927" y="1207"/>
                    <a:pt x="1966" y="1188"/>
                  </a:cubicBezTo>
                  <a:cubicBezTo>
                    <a:pt x="2005" y="1168"/>
                    <a:pt x="2024" y="1168"/>
                    <a:pt x="2044" y="1168"/>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3"/>
            <p:cNvSpPr/>
            <p:nvPr/>
          </p:nvSpPr>
          <p:spPr>
            <a:xfrm>
              <a:off x="8635701" y="3971901"/>
              <a:ext cx="20350" cy="13700"/>
            </a:xfrm>
            <a:custGeom>
              <a:avLst/>
              <a:gdLst/>
              <a:ahLst/>
              <a:cxnLst/>
              <a:rect l="l" t="t" r="r" b="b"/>
              <a:pathLst>
                <a:path w="293" h="234" extrusionOk="0">
                  <a:moveTo>
                    <a:pt x="195" y="0"/>
                  </a:moveTo>
                  <a:cubicBezTo>
                    <a:pt x="156" y="0"/>
                    <a:pt x="137" y="20"/>
                    <a:pt x="117" y="20"/>
                  </a:cubicBezTo>
                  <a:lnTo>
                    <a:pt x="1" y="136"/>
                  </a:lnTo>
                  <a:lnTo>
                    <a:pt x="117" y="214"/>
                  </a:lnTo>
                  <a:cubicBezTo>
                    <a:pt x="137" y="214"/>
                    <a:pt x="176" y="234"/>
                    <a:pt x="176" y="234"/>
                  </a:cubicBezTo>
                  <a:cubicBezTo>
                    <a:pt x="215" y="234"/>
                    <a:pt x="234" y="214"/>
                    <a:pt x="273" y="195"/>
                  </a:cubicBezTo>
                  <a:cubicBezTo>
                    <a:pt x="292" y="136"/>
                    <a:pt x="292" y="78"/>
                    <a:pt x="215" y="20"/>
                  </a:cubicBezTo>
                  <a:lnTo>
                    <a:pt x="19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3"/>
            <p:cNvSpPr/>
            <p:nvPr/>
          </p:nvSpPr>
          <p:spPr>
            <a:xfrm rot="-5400000">
              <a:off x="8531151" y="1488845"/>
              <a:ext cx="84363" cy="47768"/>
            </a:xfrm>
            <a:custGeom>
              <a:avLst/>
              <a:gdLst/>
              <a:ahLst/>
              <a:cxnLst/>
              <a:rect l="l" t="t" r="r" b="b"/>
              <a:pathLst>
                <a:path w="1616" h="915" extrusionOk="0">
                  <a:moveTo>
                    <a:pt x="253" y="0"/>
                  </a:moveTo>
                  <a:lnTo>
                    <a:pt x="0" y="136"/>
                  </a:lnTo>
                  <a:lnTo>
                    <a:pt x="1362" y="914"/>
                  </a:lnTo>
                  <a:lnTo>
                    <a:pt x="1615" y="778"/>
                  </a:lnTo>
                  <a:lnTo>
                    <a:pt x="2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3"/>
            <p:cNvSpPr/>
            <p:nvPr/>
          </p:nvSpPr>
          <p:spPr>
            <a:xfrm rot="-5400000">
              <a:off x="8525539" y="1024194"/>
              <a:ext cx="42756" cy="11224"/>
            </a:xfrm>
            <a:custGeom>
              <a:avLst/>
              <a:gdLst/>
              <a:ahLst/>
              <a:cxnLst/>
              <a:rect l="l" t="t" r="r" b="b"/>
              <a:pathLst>
                <a:path w="819" h="215" extrusionOk="0">
                  <a:moveTo>
                    <a:pt x="1" y="0"/>
                  </a:moveTo>
                  <a:lnTo>
                    <a:pt x="429" y="214"/>
                  </a:lnTo>
                  <a:lnTo>
                    <a:pt x="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3"/>
            <p:cNvSpPr/>
            <p:nvPr/>
          </p:nvSpPr>
          <p:spPr>
            <a:xfrm rot="-5400000">
              <a:off x="8482887" y="1179608"/>
              <a:ext cx="211326" cy="94491"/>
            </a:xfrm>
            <a:custGeom>
              <a:avLst/>
              <a:gdLst/>
              <a:ahLst/>
              <a:cxnLst/>
              <a:rect l="l" t="t" r="r" b="b"/>
              <a:pathLst>
                <a:path w="4048" h="1810" extrusionOk="0">
                  <a:moveTo>
                    <a:pt x="1" y="0"/>
                  </a:moveTo>
                  <a:lnTo>
                    <a:pt x="3114" y="1810"/>
                  </a:lnTo>
                  <a:lnTo>
                    <a:pt x="4048" y="1265"/>
                  </a:lnTo>
                  <a:lnTo>
                    <a:pt x="18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3"/>
            <p:cNvSpPr/>
            <p:nvPr/>
          </p:nvSpPr>
          <p:spPr>
            <a:xfrm rot="-5400000">
              <a:off x="8527575" y="1312627"/>
              <a:ext cx="237742" cy="137195"/>
            </a:xfrm>
            <a:custGeom>
              <a:avLst/>
              <a:gdLst/>
              <a:ahLst/>
              <a:cxnLst/>
              <a:rect l="l" t="t" r="r" b="b"/>
              <a:pathLst>
                <a:path w="4554" h="2628" extrusionOk="0">
                  <a:moveTo>
                    <a:pt x="935" y="1"/>
                  </a:moveTo>
                  <a:lnTo>
                    <a:pt x="565" y="195"/>
                  </a:lnTo>
                  <a:lnTo>
                    <a:pt x="1051" y="487"/>
                  </a:lnTo>
                  <a:cubicBezTo>
                    <a:pt x="1129" y="546"/>
                    <a:pt x="1129" y="643"/>
                    <a:pt x="1090" y="682"/>
                  </a:cubicBezTo>
                  <a:cubicBezTo>
                    <a:pt x="1071" y="740"/>
                    <a:pt x="1032" y="740"/>
                    <a:pt x="993" y="740"/>
                  </a:cubicBezTo>
                  <a:cubicBezTo>
                    <a:pt x="974" y="740"/>
                    <a:pt x="954" y="740"/>
                    <a:pt x="954" y="721"/>
                  </a:cubicBezTo>
                  <a:lnTo>
                    <a:pt x="351" y="351"/>
                  </a:lnTo>
                  <a:lnTo>
                    <a:pt x="1" y="546"/>
                  </a:lnTo>
                  <a:lnTo>
                    <a:pt x="3620" y="2627"/>
                  </a:lnTo>
                  <a:lnTo>
                    <a:pt x="4553" y="2102"/>
                  </a:lnTo>
                  <a:lnTo>
                    <a:pt x="9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3"/>
            <p:cNvSpPr/>
            <p:nvPr/>
          </p:nvSpPr>
          <p:spPr>
            <a:xfrm rot="-5400000">
              <a:off x="8583434" y="1450761"/>
              <a:ext cx="41712" cy="26468"/>
            </a:xfrm>
            <a:custGeom>
              <a:avLst/>
              <a:gdLst/>
              <a:ahLst/>
              <a:cxnLst/>
              <a:rect l="l" t="t" r="r" b="b"/>
              <a:pathLst>
                <a:path w="799" h="507" extrusionOk="0">
                  <a:moveTo>
                    <a:pt x="254" y="1"/>
                  </a:moveTo>
                  <a:lnTo>
                    <a:pt x="1" y="137"/>
                  </a:lnTo>
                  <a:lnTo>
                    <a:pt x="643" y="487"/>
                  </a:lnTo>
                  <a:cubicBezTo>
                    <a:pt x="662" y="487"/>
                    <a:pt x="682" y="507"/>
                    <a:pt x="682" y="507"/>
                  </a:cubicBezTo>
                  <a:cubicBezTo>
                    <a:pt x="740" y="507"/>
                    <a:pt x="759" y="487"/>
                    <a:pt x="779" y="468"/>
                  </a:cubicBezTo>
                  <a:cubicBezTo>
                    <a:pt x="798" y="409"/>
                    <a:pt x="798" y="331"/>
                    <a:pt x="740" y="293"/>
                  </a:cubicBezTo>
                  <a:lnTo>
                    <a:pt x="2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3"/>
            <p:cNvSpPr/>
            <p:nvPr/>
          </p:nvSpPr>
          <p:spPr>
            <a:xfrm>
              <a:off x="8544869" y="3509485"/>
              <a:ext cx="73191" cy="55755"/>
            </a:xfrm>
            <a:custGeom>
              <a:avLst/>
              <a:gdLst/>
              <a:ahLst/>
              <a:cxnLst/>
              <a:rect l="l" t="t" r="r" b="b"/>
              <a:pathLst>
                <a:path w="1402" h="1068" extrusionOk="0">
                  <a:moveTo>
                    <a:pt x="545" y="0"/>
                  </a:moveTo>
                  <a:cubicBezTo>
                    <a:pt x="347" y="0"/>
                    <a:pt x="151" y="44"/>
                    <a:pt x="0" y="134"/>
                  </a:cubicBezTo>
                  <a:lnTo>
                    <a:pt x="0" y="484"/>
                  </a:lnTo>
                  <a:cubicBezTo>
                    <a:pt x="39" y="426"/>
                    <a:pt x="78" y="387"/>
                    <a:pt x="137" y="348"/>
                  </a:cubicBezTo>
                  <a:cubicBezTo>
                    <a:pt x="253" y="290"/>
                    <a:pt x="428" y="251"/>
                    <a:pt x="565" y="251"/>
                  </a:cubicBezTo>
                  <a:cubicBezTo>
                    <a:pt x="740" y="251"/>
                    <a:pt x="876" y="290"/>
                    <a:pt x="1012" y="348"/>
                  </a:cubicBezTo>
                  <a:cubicBezTo>
                    <a:pt x="1109" y="406"/>
                    <a:pt x="1148" y="484"/>
                    <a:pt x="1148" y="543"/>
                  </a:cubicBezTo>
                  <a:cubicBezTo>
                    <a:pt x="1148" y="620"/>
                    <a:pt x="1109" y="679"/>
                    <a:pt x="1012" y="737"/>
                  </a:cubicBezTo>
                  <a:cubicBezTo>
                    <a:pt x="886" y="815"/>
                    <a:pt x="720" y="854"/>
                    <a:pt x="560" y="854"/>
                  </a:cubicBezTo>
                  <a:cubicBezTo>
                    <a:pt x="399" y="854"/>
                    <a:pt x="244" y="815"/>
                    <a:pt x="137" y="737"/>
                  </a:cubicBezTo>
                  <a:cubicBezTo>
                    <a:pt x="59" y="698"/>
                    <a:pt x="0" y="679"/>
                    <a:pt x="0" y="620"/>
                  </a:cubicBezTo>
                  <a:lnTo>
                    <a:pt x="0" y="971"/>
                  </a:lnTo>
                  <a:cubicBezTo>
                    <a:pt x="156" y="1010"/>
                    <a:pt x="370" y="1068"/>
                    <a:pt x="565" y="1068"/>
                  </a:cubicBezTo>
                  <a:cubicBezTo>
                    <a:pt x="759" y="1068"/>
                    <a:pt x="973" y="1010"/>
                    <a:pt x="1129" y="912"/>
                  </a:cubicBezTo>
                  <a:cubicBezTo>
                    <a:pt x="1304" y="815"/>
                    <a:pt x="1401" y="679"/>
                    <a:pt x="1401" y="523"/>
                  </a:cubicBezTo>
                  <a:cubicBezTo>
                    <a:pt x="1401" y="426"/>
                    <a:pt x="1343" y="329"/>
                    <a:pt x="1265" y="270"/>
                  </a:cubicBezTo>
                  <a:lnTo>
                    <a:pt x="1129" y="329"/>
                  </a:lnTo>
                  <a:cubicBezTo>
                    <a:pt x="1109" y="329"/>
                    <a:pt x="1070" y="367"/>
                    <a:pt x="1070" y="367"/>
                  </a:cubicBezTo>
                  <a:cubicBezTo>
                    <a:pt x="1031" y="367"/>
                    <a:pt x="1012" y="329"/>
                    <a:pt x="973" y="309"/>
                  </a:cubicBezTo>
                  <a:cubicBezTo>
                    <a:pt x="954" y="251"/>
                    <a:pt x="954" y="192"/>
                    <a:pt x="1031" y="134"/>
                  </a:cubicBezTo>
                  <a:lnTo>
                    <a:pt x="1070" y="115"/>
                  </a:lnTo>
                  <a:cubicBezTo>
                    <a:pt x="919" y="39"/>
                    <a:pt x="732" y="0"/>
                    <a:pt x="5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3"/>
            <p:cNvSpPr/>
            <p:nvPr/>
          </p:nvSpPr>
          <p:spPr>
            <a:xfrm>
              <a:off x="8594620" y="3514444"/>
              <a:ext cx="16288" cy="12216"/>
            </a:xfrm>
            <a:custGeom>
              <a:avLst/>
              <a:gdLst/>
              <a:ahLst/>
              <a:cxnLst/>
              <a:rect l="l" t="t" r="r" b="b"/>
              <a:pathLst>
                <a:path w="312" h="234" extrusionOk="0">
                  <a:moveTo>
                    <a:pt x="117" y="0"/>
                  </a:moveTo>
                  <a:lnTo>
                    <a:pt x="78" y="20"/>
                  </a:lnTo>
                  <a:cubicBezTo>
                    <a:pt x="20" y="78"/>
                    <a:pt x="1" y="136"/>
                    <a:pt x="20" y="195"/>
                  </a:cubicBezTo>
                  <a:cubicBezTo>
                    <a:pt x="59" y="234"/>
                    <a:pt x="98" y="234"/>
                    <a:pt x="117" y="234"/>
                  </a:cubicBezTo>
                  <a:cubicBezTo>
                    <a:pt x="156" y="234"/>
                    <a:pt x="176" y="234"/>
                    <a:pt x="176" y="214"/>
                  </a:cubicBezTo>
                  <a:lnTo>
                    <a:pt x="312" y="136"/>
                  </a:lnTo>
                  <a:cubicBezTo>
                    <a:pt x="273" y="97"/>
                    <a:pt x="215" y="39"/>
                    <a:pt x="176" y="20"/>
                  </a:cubicBezTo>
                  <a:cubicBezTo>
                    <a:pt x="156" y="20"/>
                    <a:pt x="117" y="0"/>
                    <a:pt x="1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3"/>
            <p:cNvSpPr/>
            <p:nvPr/>
          </p:nvSpPr>
          <p:spPr>
            <a:xfrm>
              <a:off x="8595348" y="707246"/>
              <a:ext cx="86347" cy="54920"/>
            </a:xfrm>
            <a:custGeom>
              <a:avLst/>
              <a:gdLst/>
              <a:ahLst/>
              <a:cxnLst/>
              <a:rect l="l" t="t" r="r" b="b"/>
              <a:pathLst>
                <a:path w="1654" h="1052" extrusionOk="0">
                  <a:moveTo>
                    <a:pt x="837" y="215"/>
                  </a:moveTo>
                  <a:cubicBezTo>
                    <a:pt x="992" y="215"/>
                    <a:pt x="1148" y="234"/>
                    <a:pt x="1265" y="312"/>
                  </a:cubicBezTo>
                  <a:cubicBezTo>
                    <a:pt x="1362" y="390"/>
                    <a:pt x="1420" y="468"/>
                    <a:pt x="1420" y="506"/>
                  </a:cubicBezTo>
                  <a:cubicBezTo>
                    <a:pt x="1420" y="584"/>
                    <a:pt x="1362" y="623"/>
                    <a:pt x="1265" y="701"/>
                  </a:cubicBezTo>
                  <a:cubicBezTo>
                    <a:pt x="1148" y="779"/>
                    <a:pt x="983" y="818"/>
                    <a:pt x="820" y="818"/>
                  </a:cubicBezTo>
                  <a:cubicBezTo>
                    <a:pt x="657" y="818"/>
                    <a:pt x="496" y="779"/>
                    <a:pt x="389" y="701"/>
                  </a:cubicBezTo>
                  <a:cubicBezTo>
                    <a:pt x="292" y="662"/>
                    <a:pt x="253" y="584"/>
                    <a:pt x="253" y="506"/>
                  </a:cubicBezTo>
                  <a:cubicBezTo>
                    <a:pt x="253" y="429"/>
                    <a:pt x="292" y="390"/>
                    <a:pt x="389" y="312"/>
                  </a:cubicBezTo>
                  <a:cubicBezTo>
                    <a:pt x="506" y="234"/>
                    <a:pt x="681" y="215"/>
                    <a:pt x="837" y="215"/>
                  </a:cubicBezTo>
                  <a:close/>
                  <a:moveTo>
                    <a:pt x="720" y="1"/>
                  </a:moveTo>
                  <a:cubicBezTo>
                    <a:pt x="545" y="20"/>
                    <a:pt x="389" y="40"/>
                    <a:pt x="272" y="117"/>
                  </a:cubicBezTo>
                  <a:cubicBezTo>
                    <a:pt x="97" y="215"/>
                    <a:pt x="0" y="370"/>
                    <a:pt x="0" y="506"/>
                  </a:cubicBezTo>
                  <a:cubicBezTo>
                    <a:pt x="0" y="662"/>
                    <a:pt x="97" y="798"/>
                    <a:pt x="272" y="896"/>
                  </a:cubicBezTo>
                  <a:cubicBezTo>
                    <a:pt x="447" y="993"/>
                    <a:pt x="642" y="1051"/>
                    <a:pt x="837" y="1051"/>
                  </a:cubicBezTo>
                  <a:cubicBezTo>
                    <a:pt x="1031" y="1051"/>
                    <a:pt x="1245" y="993"/>
                    <a:pt x="1401" y="896"/>
                  </a:cubicBezTo>
                  <a:cubicBezTo>
                    <a:pt x="1556" y="798"/>
                    <a:pt x="1654" y="662"/>
                    <a:pt x="1654" y="506"/>
                  </a:cubicBezTo>
                  <a:cubicBezTo>
                    <a:pt x="1654" y="370"/>
                    <a:pt x="1556" y="215"/>
                    <a:pt x="1401" y="117"/>
                  </a:cubicBezTo>
                  <a:cubicBezTo>
                    <a:pt x="1265" y="40"/>
                    <a:pt x="1090" y="1"/>
                    <a:pt x="953" y="1"/>
                  </a:cubicBezTo>
                  <a:lnTo>
                    <a:pt x="953" y="40"/>
                  </a:lnTo>
                  <a:cubicBezTo>
                    <a:pt x="953" y="117"/>
                    <a:pt x="914" y="176"/>
                    <a:pt x="837" y="176"/>
                  </a:cubicBezTo>
                  <a:cubicBezTo>
                    <a:pt x="759" y="176"/>
                    <a:pt x="720" y="117"/>
                    <a:pt x="720" y="40"/>
                  </a:cubicBezTo>
                  <a:lnTo>
                    <a:pt x="7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3"/>
            <p:cNvSpPr/>
            <p:nvPr/>
          </p:nvSpPr>
          <p:spPr>
            <a:xfrm>
              <a:off x="8632884" y="455357"/>
              <a:ext cx="12268" cy="251941"/>
            </a:xfrm>
            <a:custGeom>
              <a:avLst/>
              <a:gdLst/>
              <a:ahLst/>
              <a:cxnLst/>
              <a:rect l="l" t="t" r="r" b="b"/>
              <a:pathLst>
                <a:path w="235" h="4826" extrusionOk="0">
                  <a:moveTo>
                    <a:pt x="234" y="1"/>
                  </a:moveTo>
                  <a:lnTo>
                    <a:pt x="1" y="156"/>
                  </a:lnTo>
                  <a:lnTo>
                    <a:pt x="1" y="4826"/>
                  </a:lnTo>
                  <a:cubicBezTo>
                    <a:pt x="30" y="4816"/>
                    <a:pt x="69" y="4811"/>
                    <a:pt x="110" y="4811"/>
                  </a:cubicBezTo>
                  <a:cubicBezTo>
                    <a:pt x="152" y="4811"/>
                    <a:pt x="195" y="4816"/>
                    <a:pt x="234" y="4826"/>
                  </a:cubicBezTo>
                  <a:lnTo>
                    <a:pt x="2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3"/>
            <p:cNvSpPr/>
            <p:nvPr/>
          </p:nvSpPr>
          <p:spPr>
            <a:xfrm>
              <a:off x="8632884" y="706516"/>
              <a:ext cx="12268" cy="9919"/>
            </a:xfrm>
            <a:custGeom>
              <a:avLst/>
              <a:gdLst/>
              <a:ahLst/>
              <a:cxnLst/>
              <a:rect l="l" t="t" r="r" b="b"/>
              <a:pathLst>
                <a:path w="235" h="190" extrusionOk="0">
                  <a:moveTo>
                    <a:pt x="110" y="0"/>
                  </a:moveTo>
                  <a:cubicBezTo>
                    <a:pt x="69" y="0"/>
                    <a:pt x="30" y="5"/>
                    <a:pt x="1" y="15"/>
                  </a:cubicBezTo>
                  <a:lnTo>
                    <a:pt x="1" y="54"/>
                  </a:lnTo>
                  <a:cubicBezTo>
                    <a:pt x="1" y="131"/>
                    <a:pt x="40" y="190"/>
                    <a:pt x="118" y="190"/>
                  </a:cubicBezTo>
                  <a:cubicBezTo>
                    <a:pt x="195" y="190"/>
                    <a:pt x="234" y="131"/>
                    <a:pt x="234" y="54"/>
                  </a:cubicBezTo>
                  <a:lnTo>
                    <a:pt x="234" y="15"/>
                  </a:lnTo>
                  <a:cubicBezTo>
                    <a:pt x="195" y="5"/>
                    <a:pt x="152" y="0"/>
                    <a:pt x="1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3"/>
            <p:cNvSpPr/>
            <p:nvPr/>
          </p:nvSpPr>
          <p:spPr>
            <a:xfrm>
              <a:off x="8690779" y="574228"/>
              <a:ext cx="86399" cy="53876"/>
            </a:xfrm>
            <a:custGeom>
              <a:avLst/>
              <a:gdLst/>
              <a:ahLst/>
              <a:cxnLst/>
              <a:rect l="l" t="t" r="r" b="b"/>
              <a:pathLst>
                <a:path w="1655" h="1032" extrusionOk="0">
                  <a:moveTo>
                    <a:pt x="857" y="214"/>
                  </a:moveTo>
                  <a:cubicBezTo>
                    <a:pt x="1032" y="214"/>
                    <a:pt x="1168" y="233"/>
                    <a:pt x="1285" y="311"/>
                  </a:cubicBezTo>
                  <a:cubicBezTo>
                    <a:pt x="1363" y="389"/>
                    <a:pt x="1440" y="447"/>
                    <a:pt x="1440" y="506"/>
                  </a:cubicBezTo>
                  <a:cubicBezTo>
                    <a:pt x="1440" y="584"/>
                    <a:pt x="1382" y="623"/>
                    <a:pt x="1285" y="700"/>
                  </a:cubicBezTo>
                  <a:cubicBezTo>
                    <a:pt x="1168" y="769"/>
                    <a:pt x="1008" y="803"/>
                    <a:pt x="847" y="803"/>
                  </a:cubicBezTo>
                  <a:cubicBezTo>
                    <a:pt x="687" y="803"/>
                    <a:pt x="526" y="769"/>
                    <a:pt x="409" y="700"/>
                  </a:cubicBezTo>
                  <a:cubicBezTo>
                    <a:pt x="312" y="642"/>
                    <a:pt x="273" y="584"/>
                    <a:pt x="273" y="506"/>
                  </a:cubicBezTo>
                  <a:cubicBezTo>
                    <a:pt x="273" y="428"/>
                    <a:pt x="312" y="389"/>
                    <a:pt x="409" y="311"/>
                  </a:cubicBezTo>
                  <a:cubicBezTo>
                    <a:pt x="546" y="233"/>
                    <a:pt x="701" y="214"/>
                    <a:pt x="857" y="214"/>
                  </a:cubicBezTo>
                  <a:close/>
                  <a:moveTo>
                    <a:pt x="701" y="0"/>
                  </a:moveTo>
                  <a:cubicBezTo>
                    <a:pt x="546" y="19"/>
                    <a:pt x="390" y="39"/>
                    <a:pt x="273" y="117"/>
                  </a:cubicBezTo>
                  <a:cubicBezTo>
                    <a:pt x="98" y="214"/>
                    <a:pt x="1" y="350"/>
                    <a:pt x="1" y="506"/>
                  </a:cubicBezTo>
                  <a:cubicBezTo>
                    <a:pt x="1" y="642"/>
                    <a:pt x="98" y="798"/>
                    <a:pt x="273" y="895"/>
                  </a:cubicBezTo>
                  <a:cubicBezTo>
                    <a:pt x="448" y="992"/>
                    <a:pt x="643" y="1031"/>
                    <a:pt x="837" y="1031"/>
                  </a:cubicBezTo>
                  <a:cubicBezTo>
                    <a:pt x="1032" y="1031"/>
                    <a:pt x="1246"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6" y="156"/>
                    <a:pt x="837" y="156"/>
                  </a:cubicBezTo>
                  <a:cubicBezTo>
                    <a:pt x="760" y="156"/>
                    <a:pt x="701" y="117"/>
                    <a:pt x="701" y="39"/>
                  </a:cubicBezTo>
                  <a:lnTo>
                    <a:pt x="7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3"/>
            <p:cNvSpPr/>
            <p:nvPr/>
          </p:nvSpPr>
          <p:spPr>
            <a:xfrm>
              <a:off x="8727375" y="399498"/>
              <a:ext cx="13260" cy="174782"/>
            </a:xfrm>
            <a:custGeom>
              <a:avLst/>
              <a:gdLst/>
              <a:ahLst/>
              <a:cxnLst/>
              <a:rect l="l" t="t" r="r" b="b"/>
              <a:pathLst>
                <a:path w="254" h="3348" extrusionOk="0">
                  <a:moveTo>
                    <a:pt x="253" y="1"/>
                  </a:moveTo>
                  <a:lnTo>
                    <a:pt x="0" y="156"/>
                  </a:lnTo>
                  <a:lnTo>
                    <a:pt x="0" y="3347"/>
                  </a:lnTo>
                  <a:cubicBezTo>
                    <a:pt x="49" y="3328"/>
                    <a:pt x="93" y="3318"/>
                    <a:pt x="134" y="3318"/>
                  </a:cubicBezTo>
                  <a:cubicBezTo>
                    <a:pt x="175" y="3318"/>
                    <a:pt x="214" y="3328"/>
                    <a:pt x="253" y="3347"/>
                  </a:cubicBezTo>
                  <a:lnTo>
                    <a:pt x="2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3"/>
            <p:cNvSpPr/>
            <p:nvPr/>
          </p:nvSpPr>
          <p:spPr>
            <a:xfrm>
              <a:off x="8727375" y="572662"/>
              <a:ext cx="13260" cy="9710"/>
            </a:xfrm>
            <a:custGeom>
              <a:avLst/>
              <a:gdLst/>
              <a:ahLst/>
              <a:cxnLst/>
              <a:rect l="l" t="t" r="r" b="b"/>
              <a:pathLst>
                <a:path w="254" h="186" extrusionOk="0">
                  <a:moveTo>
                    <a:pt x="134" y="1"/>
                  </a:moveTo>
                  <a:cubicBezTo>
                    <a:pt x="93" y="1"/>
                    <a:pt x="49" y="11"/>
                    <a:pt x="0" y="30"/>
                  </a:cubicBezTo>
                  <a:lnTo>
                    <a:pt x="0" y="69"/>
                  </a:lnTo>
                  <a:cubicBezTo>
                    <a:pt x="0" y="147"/>
                    <a:pt x="59" y="186"/>
                    <a:pt x="136" y="186"/>
                  </a:cubicBezTo>
                  <a:cubicBezTo>
                    <a:pt x="195" y="186"/>
                    <a:pt x="253" y="147"/>
                    <a:pt x="253" y="69"/>
                  </a:cubicBezTo>
                  <a:lnTo>
                    <a:pt x="253" y="30"/>
                  </a:lnTo>
                  <a:cubicBezTo>
                    <a:pt x="214" y="11"/>
                    <a:pt x="175" y="1"/>
                    <a:pt x="1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3"/>
            <p:cNvSpPr/>
            <p:nvPr/>
          </p:nvSpPr>
          <p:spPr>
            <a:xfrm>
              <a:off x="8567149" y="4050012"/>
              <a:ext cx="232625" cy="135159"/>
            </a:xfrm>
            <a:custGeom>
              <a:avLst/>
              <a:gdLst/>
              <a:ahLst/>
              <a:cxnLst/>
              <a:rect l="l" t="t" r="r" b="b"/>
              <a:pathLst>
                <a:path w="4456" h="2589" extrusionOk="0">
                  <a:moveTo>
                    <a:pt x="215" y="1"/>
                  </a:moveTo>
                  <a:cubicBezTo>
                    <a:pt x="156" y="20"/>
                    <a:pt x="117" y="59"/>
                    <a:pt x="59" y="98"/>
                  </a:cubicBezTo>
                  <a:cubicBezTo>
                    <a:pt x="39" y="118"/>
                    <a:pt x="20" y="118"/>
                    <a:pt x="1" y="118"/>
                  </a:cubicBezTo>
                  <a:lnTo>
                    <a:pt x="4261" y="2588"/>
                  </a:lnTo>
                  <a:cubicBezTo>
                    <a:pt x="4320" y="2550"/>
                    <a:pt x="4378" y="2491"/>
                    <a:pt x="4417" y="2472"/>
                  </a:cubicBezTo>
                  <a:cubicBezTo>
                    <a:pt x="4436" y="2472"/>
                    <a:pt x="4456" y="2452"/>
                    <a:pt x="4456" y="2452"/>
                  </a:cubicBezTo>
                  <a:lnTo>
                    <a:pt x="4436" y="2433"/>
                  </a:lnTo>
                  <a:lnTo>
                    <a:pt x="21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3"/>
            <p:cNvSpPr/>
            <p:nvPr/>
          </p:nvSpPr>
          <p:spPr>
            <a:xfrm>
              <a:off x="8624500" y="4422243"/>
              <a:ext cx="86399" cy="55807"/>
            </a:xfrm>
            <a:custGeom>
              <a:avLst/>
              <a:gdLst/>
              <a:ahLst/>
              <a:cxnLst/>
              <a:rect l="l" t="t" r="r" b="b"/>
              <a:pathLst>
                <a:path w="1655" h="1069" extrusionOk="0">
                  <a:moveTo>
                    <a:pt x="818" y="252"/>
                  </a:moveTo>
                  <a:cubicBezTo>
                    <a:pt x="973" y="252"/>
                    <a:pt x="1129" y="290"/>
                    <a:pt x="1246" y="349"/>
                  </a:cubicBezTo>
                  <a:cubicBezTo>
                    <a:pt x="1343" y="407"/>
                    <a:pt x="1401" y="485"/>
                    <a:pt x="1401" y="543"/>
                  </a:cubicBezTo>
                  <a:cubicBezTo>
                    <a:pt x="1401" y="621"/>
                    <a:pt x="1343" y="660"/>
                    <a:pt x="1246" y="738"/>
                  </a:cubicBezTo>
                  <a:cubicBezTo>
                    <a:pt x="1129" y="816"/>
                    <a:pt x="964" y="855"/>
                    <a:pt x="801" y="855"/>
                  </a:cubicBezTo>
                  <a:cubicBezTo>
                    <a:pt x="638" y="855"/>
                    <a:pt x="477" y="816"/>
                    <a:pt x="370" y="738"/>
                  </a:cubicBezTo>
                  <a:cubicBezTo>
                    <a:pt x="273" y="699"/>
                    <a:pt x="234" y="621"/>
                    <a:pt x="234" y="543"/>
                  </a:cubicBezTo>
                  <a:cubicBezTo>
                    <a:pt x="234" y="485"/>
                    <a:pt x="273" y="427"/>
                    <a:pt x="370" y="349"/>
                  </a:cubicBezTo>
                  <a:cubicBezTo>
                    <a:pt x="487" y="290"/>
                    <a:pt x="643" y="252"/>
                    <a:pt x="818" y="252"/>
                  </a:cubicBezTo>
                  <a:close/>
                  <a:moveTo>
                    <a:pt x="845" y="1"/>
                  </a:moveTo>
                  <a:cubicBezTo>
                    <a:pt x="660" y="1"/>
                    <a:pt x="473" y="40"/>
                    <a:pt x="312" y="115"/>
                  </a:cubicBezTo>
                  <a:cubicBezTo>
                    <a:pt x="370" y="135"/>
                    <a:pt x="390" y="213"/>
                    <a:pt x="370" y="290"/>
                  </a:cubicBezTo>
                  <a:cubicBezTo>
                    <a:pt x="351" y="329"/>
                    <a:pt x="293" y="329"/>
                    <a:pt x="273" y="329"/>
                  </a:cubicBezTo>
                  <a:cubicBezTo>
                    <a:pt x="254" y="329"/>
                    <a:pt x="234" y="329"/>
                    <a:pt x="234" y="310"/>
                  </a:cubicBezTo>
                  <a:lnTo>
                    <a:pt x="137" y="252"/>
                  </a:lnTo>
                  <a:cubicBezTo>
                    <a:pt x="59" y="329"/>
                    <a:pt x="1" y="427"/>
                    <a:pt x="1" y="524"/>
                  </a:cubicBezTo>
                  <a:cubicBezTo>
                    <a:pt x="1" y="680"/>
                    <a:pt x="98" y="816"/>
                    <a:pt x="273" y="913"/>
                  </a:cubicBezTo>
                  <a:cubicBezTo>
                    <a:pt x="448" y="1010"/>
                    <a:pt x="643" y="1069"/>
                    <a:pt x="837" y="1069"/>
                  </a:cubicBezTo>
                  <a:cubicBezTo>
                    <a:pt x="1032" y="1069"/>
                    <a:pt x="1246" y="1010"/>
                    <a:pt x="1382" y="913"/>
                  </a:cubicBezTo>
                  <a:cubicBezTo>
                    <a:pt x="1557" y="816"/>
                    <a:pt x="1654" y="680"/>
                    <a:pt x="1654" y="524"/>
                  </a:cubicBezTo>
                  <a:cubicBezTo>
                    <a:pt x="1654" y="388"/>
                    <a:pt x="1557" y="232"/>
                    <a:pt x="1382" y="135"/>
                  </a:cubicBezTo>
                  <a:cubicBezTo>
                    <a:pt x="1232" y="45"/>
                    <a:pt x="1040" y="1"/>
                    <a:pt x="8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3"/>
            <p:cNvSpPr/>
            <p:nvPr/>
          </p:nvSpPr>
          <p:spPr>
            <a:xfrm>
              <a:off x="8542225" y="4275912"/>
              <a:ext cx="258049" cy="158494"/>
            </a:xfrm>
            <a:custGeom>
              <a:avLst/>
              <a:gdLst/>
              <a:ahLst/>
              <a:cxnLst/>
              <a:rect l="l" t="t" r="r" b="b"/>
              <a:pathLst>
                <a:path w="4943" h="3036" extrusionOk="0">
                  <a:moveTo>
                    <a:pt x="1" y="0"/>
                  </a:moveTo>
                  <a:lnTo>
                    <a:pt x="1" y="292"/>
                  </a:lnTo>
                  <a:lnTo>
                    <a:pt x="4748" y="3035"/>
                  </a:lnTo>
                  <a:cubicBezTo>
                    <a:pt x="4787" y="2977"/>
                    <a:pt x="4845" y="2938"/>
                    <a:pt x="4923" y="2899"/>
                  </a:cubicBezTo>
                  <a:cubicBezTo>
                    <a:pt x="4923" y="2899"/>
                    <a:pt x="4942" y="2899"/>
                    <a:pt x="4942" y="2860"/>
                  </a:cubicBezTo>
                  <a:lnTo>
                    <a:pt x="3600" y="2082"/>
                  </a:lnTo>
                  <a:lnTo>
                    <a:pt x="3600" y="2101"/>
                  </a:lnTo>
                  <a:cubicBezTo>
                    <a:pt x="3600" y="2179"/>
                    <a:pt x="3561" y="2237"/>
                    <a:pt x="3483" y="2237"/>
                  </a:cubicBezTo>
                  <a:cubicBezTo>
                    <a:pt x="3405" y="2237"/>
                    <a:pt x="3367" y="2179"/>
                    <a:pt x="3367" y="2101"/>
                  </a:cubicBezTo>
                  <a:lnTo>
                    <a:pt x="3367" y="1946"/>
                  </a:lnTo>
                  <a:lnTo>
                    <a:pt x="954" y="545"/>
                  </a:lnTo>
                  <a:lnTo>
                    <a:pt x="954" y="584"/>
                  </a:lnTo>
                  <a:cubicBezTo>
                    <a:pt x="954" y="642"/>
                    <a:pt x="896" y="701"/>
                    <a:pt x="837" y="701"/>
                  </a:cubicBezTo>
                  <a:cubicBezTo>
                    <a:pt x="760" y="701"/>
                    <a:pt x="701" y="642"/>
                    <a:pt x="701" y="584"/>
                  </a:cubicBezTo>
                  <a:lnTo>
                    <a:pt x="701" y="409"/>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3"/>
            <p:cNvSpPr/>
            <p:nvPr/>
          </p:nvSpPr>
          <p:spPr>
            <a:xfrm>
              <a:off x="8542225" y="4371343"/>
              <a:ext cx="99607" cy="64056"/>
            </a:xfrm>
            <a:custGeom>
              <a:avLst/>
              <a:gdLst/>
              <a:ahLst/>
              <a:cxnLst/>
              <a:rect l="l" t="t" r="r" b="b"/>
              <a:pathLst>
                <a:path w="1908" h="1227" extrusionOk="0">
                  <a:moveTo>
                    <a:pt x="1" y="1"/>
                  </a:moveTo>
                  <a:lnTo>
                    <a:pt x="1" y="293"/>
                  </a:lnTo>
                  <a:lnTo>
                    <a:pt x="1674" y="1227"/>
                  </a:lnTo>
                  <a:cubicBezTo>
                    <a:pt x="1732" y="1188"/>
                    <a:pt x="1771" y="1168"/>
                    <a:pt x="1830" y="1110"/>
                  </a:cubicBezTo>
                  <a:cubicBezTo>
                    <a:pt x="1849" y="1090"/>
                    <a:pt x="1869" y="1090"/>
                    <a:pt x="1907" y="1090"/>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3"/>
            <p:cNvSpPr/>
            <p:nvPr/>
          </p:nvSpPr>
          <p:spPr>
            <a:xfrm>
              <a:off x="8629616" y="4428246"/>
              <a:ext cx="14252" cy="11224"/>
            </a:xfrm>
            <a:custGeom>
              <a:avLst/>
              <a:gdLst/>
              <a:ahLst/>
              <a:cxnLst/>
              <a:rect l="l" t="t" r="r" b="b"/>
              <a:pathLst>
                <a:path w="273" h="215" extrusionOk="0">
                  <a:moveTo>
                    <a:pt x="195" y="0"/>
                  </a:moveTo>
                  <a:cubicBezTo>
                    <a:pt x="175" y="0"/>
                    <a:pt x="156" y="20"/>
                    <a:pt x="136" y="20"/>
                  </a:cubicBezTo>
                  <a:cubicBezTo>
                    <a:pt x="78" y="78"/>
                    <a:pt x="39" y="98"/>
                    <a:pt x="0" y="137"/>
                  </a:cubicBezTo>
                  <a:lnTo>
                    <a:pt x="97" y="195"/>
                  </a:lnTo>
                  <a:cubicBezTo>
                    <a:pt x="136" y="195"/>
                    <a:pt x="156" y="214"/>
                    <a:pt x="156" y="214"/>
                  </a:cubicBezTo>
                  <a:cubicBezTo>
                    <a:pt x="195" y="214"/>
                    <a:pt x="233" y="195"/>
                    <a:pt x="253" y="175"/>
                  </a:cubicBezTo>
                  <a:cubicBezTo>
                    <a:pt x="272" y="117"/>
                    <a:pt x="272" y="39"/>
                    <a:pt x="1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3"/>
            <p:cNvSpPr/>
            <p:nvPr/>
          </p:nvSpPr>
          <p:spPr>
            <a:xfrm>
              <a:off x="8578821" y="4140806"/>
              <a:ext cx="13260" cy="165594"/>
            </a:xfrm>
            <a:custGeom>
              <a:avLst/>
              <a:gdLst/>
              <a:ahLst/>
              <a:cxnLst/>
              <a:rect l="l" t="t" r="r" b="b"/>
              <a:pathLst>
                <a:path w="254" h="3172" extrusionOk="0">
                  <a:moveTo>
                    <a:pt x="0" y="1"/>
                  </a:moveTo>
                  <a:lnTo>
                    <a:pt x="0" y="3016"/>
                  </a:lnTo>
                  <a:lnTo>
                    <a:pt x="253" y="3172"/>
                  </a:lnTo>
                  <a:lnTo>
                    <a:pt x="253" y="156"/>
                  </a:lnTo>
                  <a:cubicBezTo>
                    <a:pt x="175" y="98"/>
                    <a:pt x="78" y="59"/>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3"/>
            <p:cNvSpPr/>
            <p:nvPr/>
          </p:nvSpPr>
          <p:spPr>
            <a:xfrm>
              <a:off x="8717947" y="4221045"/>
              <a:ext cx="12268" cy="165594"/>
            </a:xfrm>
            <a:custGeom>
              <a:avLst/>
              <a:gdLst/>
              <a:ahLst/>
              <a:cxnLst/>
              <a:rect l="l" t="t" r="r" b="b"/>
              <a:pathLst>
                <a:path w="235" h="3172" extrusionOk="0">
                  <a:moveTo>
                    <a:pt x="1" y="1"/>
                  </a:moveTo>
                  <a:lnTo>
                    <a:pt x="1" y="3016"/>
                  </a:lnTo>
                  <a:lnTo>
                    <a:pt x="234" y="3172"/>
                  </a:lnTo>
                  <a:lnTo>
                    <a:pt x="234" y="156"/>
                  </a:lnTo>
                  <a:cubicBezTo>
                    <a:pt x="156" y="98"/>
                    <a:pt x="59" y="59"/>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3"/>
            <p:cNvSpPr/>
            <p:nvPr/>
          </p:nvSpPr>
          <p:spPr>
            <a:xfrm>
              <a:off x="8717947" y="4378495"/>
              <a:ext cx="12268" cy="15244"/>
            </a:xfrm>
            <a:custGeom>
              <a:avLst/>
              <a:gdLst/>
              <a:ahLst/>
              <a:cxnLst/>
              <a:rect l="l" t="t" r="r" b="b"/>
              <a:pathLst>
                <a:path w="235" h="292" extrusionOk="0">
                  <a:moveTo>
                    <a:pt x="1" y="0"/>
                  </a:moveTo>
                  <a:lnTo>
                    <a:pt x="1" y="175"/>
                  </a:lnTo>
                  <a:cubicBezTo>
                    <a:pt x="1" y="253"/>
                    <a:pt x="39" y="292"/>
                    <a:pt x="117" y="292"/>
                  </a:cubicBezTo>
                  <a:cubicBezTo>
                    <a:pt x="195" y="292"/>
                    <a:pt x="234" y="253"/>
                    <a:pt x="234" y="175"/>
                  </a:cubicBezTo>
                  <a:lnTo>
                    <a:pt x="234" y="156"/>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3"/>
            <p:cNvSpPr/>
            <p:nvPr/>
          </p:nvSpPr>
          <p:spPr>
            <a:xfrm>
              <a:off x="8578821" y="4298881"/>
              <a:ext cx="13260" cy="15244"/>
            </a:xfrm>
            <a:custGeom>
              <a:avLst/>
              <a:gdLst/>
              <a:ahLst/>
              <a:cxnLst/>
              <a:rect l="l" t="t" r="r" b="b"/>
              <a:pathLst>
                <a:path w="254" h="292" extrusionOk="0">
                  <a:moveTo>
                    <a:pt x="0" y="0"/>
                  </a:moveTo>
                  <a:lnTo>
                    <a:pt x="0" y="175"/>
                  </a:lnTo>
                  <a:cubicBezTo>
                    <a:pt x="0" y="253"/>
                    <a:pt x="59" y="292"/>
                    <a:pt x="136" y="292"/>
                  </a:cubicBezTo>
                  <a:cubicBezTo>
                    <a:pt x="195" y="292"/>
                    <a:pt x="253" y="253"/>
                    <a:pt x="253" y="175"/>
                  </a:cubicBezTo>
                  <a:lnTo>
                    <a:pt x="253" y="156"/>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rot="-7124984" flipH="1">
              <a:off x="8542225" y="4124687"/>
              <a:ext cx="258051" cy="158496"/>
            </a:xfrm>
            <a:custGeom>
              <a:avLst/>
              <a:gdLst/>
              <a:ahLst/>
              <a:cxnLst/>
              <a:rect l="l" t="t" r="r" b="b"/>
              <a:pathLst>
                <a:path w="4943" h="3036" extrusionOk="0">
                  <a:moveTo>
                    <a:pt x="1" y="0"/>
                  </a:moveTo>
                  <a:lnTo>
                    <a:pt x="1" y="292"/>
                  </a:lnTo>
                  <a:lnTo>
                    <a:pt x="4748" y="3035"/>
                  </a:lnTo>
                  <a:cubicBezTo>
                    <a:pt x="4787" y="2977"/>
                    <a:pt x="4845" y="2938"/>
                    <a:pt x="4923" y="2899"/>
                  </a:cubicBezTo>
                  <a:cubicBezTo>
                    <a:pt x="4923" y="2899"/>
                    <a:pt x="4942" y="2899"/>
                    <a:pt x="4942" y="2860"/>
                  </a:cubicBezTo>
                  <a:lnTo>
                    <a:pt x="3600" y="2082"/>
                  </a:lnTo>
                  <a:lnTo>
                    <a:pt x="3600" y="2101"/>
                  </a:lnTo>
                  <a:cubicBezTo>
                    <a:pt x="3600" y="2179"/>
                    <a:pt x="3561" y="2237"/>
                    <a:pt x="3483" y="2237"/>
                  </a:cubicBezTo>
                  <a:cubicBezTo>
                    <a:pt x="3405" y="2237"/>
                    <a:pt x="3367" y="2179"/>
                    <a:pt x="3367" y="2101"/>
                  </a:cubicBezTo>
                  <a:lnTo>
                    <a:pt x="3367" y="1946"/>
                  </a:lnTo>
                  <a:lnTo>
                    <a:pt x="954" y="545"/>
                  </a:lnTo>
                  <a:lnTo>
                    <a:pt x="954" y="584"/>
                  </a:lnTo>
                  <a:cubicBezTo>
                    <a:pt x="954" y="642"/>
                    <a:pt x="896" y="701"/>
                    <a:pt x="837" y="701"/>
                  </a:cubicBezTo>
                  <a:cubicBezTo>
                    <a:pt x="760" y="701"/>
                    <a:pt x="701" y="642"/>
                    <a:pt x="701" y="584"/>
                  </a:cubicBezTo>
                  <a:lnTo>
                    <a:pt x="701" y="409"/>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3"/>
            <p:cNvSpPr/>
            <p:nvPr/>
          </p:nvSpPr>
          <p:spPr>
            <a:xfrm>
              <a:off x="8561047" y="4686627"/>
              <a:ext cx="193002" cy="83319"/>
            </a:xfrm>
            <a:custGeom>
              <a:avLst/>
              <a:gdLst/>
              <a:ahLst/>
              <a:cxnLst/>
              <a:rect l="l" t="t" r="r" b="b"/>
              <a:pathLst>
                <a:path w="3697" h="1596" extrusionOk="0">
                  <a:moveTo>
                    <a:pt x="2763" y="1"/>
                  </a:moveTo>
                  <a:lnTo>
                    <a:pt x="0" y="1596"/>
                  </a:lnTo>
                  <a:lnTo>
                    <a:pt x="1849" y="1596"/>
                  </a:lnTo>
                  <a:lnTo>
                    <a:pt x="3697" y="526"/>
                  </a:lnTo>
                  <a:lnTo>
                    <a:pt x="3327" y="312"/>
                  </a:lnTo>
                  <a:lnTo>
                    <a:pt x="2724" y="682"/>
                  </a:lnTo>
                  <a:cubicBezTo>
                    <a:pt x="2705" y="682"/>
                    <a:pt x="2666" y="701"/>
                    <a:pt x="2666" y="701"/>
                  </a:cubicBezTo>
                  <a:cubicBezTo>
                    <a:pt x="2627" y="701"/>
                    <a:pt x="2607" y="682"/>
                    <a:pt x="2568" y="662"/>
                  </a:cubicBezTo>
                  <a:cubicBezTo>
                    <a:pt x="2549" y="604"/>
                    <a:pt x="2549" y="526"/>
                    <a:pt x="2627" y="487"/>
                  </a:cubicBezTo>
                  <a:lnTo>
                    <a:pt x="3113" y="195"/>
                  </a:lnTo>
                  <a:lnTo>
                    <a:pt x="2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3"/>
            <p:cNvSpPr/>
            <p:nvPr/>
          </p:nvSpPr>
          <p:spPr>
            <a:xfrm>
              <a:off x="8693075" y="4693725"/>
              <a:ext cx="40675" cy="31551"/>
            </a:xfrm>
            <a:custGeom>
              <a:avLst/>
              <a:gdLst/>
              <a:ahLst/>
              <a:cxnLst/>
              <a:rect l="l" t="t" r="r" b="b"/>
              <a:pathLst>
                <a:path w="779" h="546" extrusionOk="0">
                  <a:moveTo>
                    <a:pt x="526" y="1"/>
                  </a:moveTo>
                  <a:lnTo>
                    <a:pt x="78" y="332"/>
                  </a:lnTo>
                  <a:cubicBezTo>
                    <a:pt x="20" y="351"/>
                    <a:pt x="1" y="429"/>
                    <a:pt x="20" y="487"/>
                  </a:cubicBezTo>
                  <a:cubicBezTo>
                    <a:pt x="39" y="546"/>
                    <a:pt x="98" y="546"/>
                    <a:pt x="117" y="546"/>
                  </a:cubicBezTo>
                  <a:cubicBezTo>
                    <a:pt x="137" y="546"/>
                    <a:pt x="176" y="546"/>
                    <a:pt x="176" y="526"/>
                  </a:cubicBezTo>
                  <a:lnTo>
                    <a:pt x="779" y="156"/>
                  </a:lnTo>
                  <a:lnTo>
                    <a:pt x="5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flipH="1">
              <a:off x="8709375" y="4646800"/>
              <a:ext cx="97575" cy="64049"/>
            </a:xfrm>
            <a:custGeom>
              <a:avLst/>
              <a:gdLst/>
              <a:ahLst/>
              <a:cxnLst/>
              <a:rect l="l" t="t" r="r" b="b"/>
              <a:pathLst>
                <a:path w="1908" h="1227" extrusionOk="0">
                  <a:moveTo>
                    <a:pt x="1" y="1"/>
                  </a:moveTo>
                  <a:lnTo>
                    <a:pt x="1" y="293"/>
                  </a:lnTo>
                  <a:lnTo>
                    <a:pt x="1674" y="1227"/>
                  </a:lnTo>
                  <a:cubicBezTo>
                    <a:pt x="1732" y="1188"/>
                    <a:pt x="1771" y="1168"/>
                    <a:pt x="1830" y="1110"/>
                  </a:cubicBezTo>
                  <a:cubicBezTo>
                    <a:pt x="1849" y="1090"/>
                    <a:pt x="1869" y="1090"/>
                    <a:pt x="1907" y="1090"/>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a:off x="8783525" y="4424050"/>
              <a:ext cx="24050" cy="21550"/>
            </a:xfrm>
            <a:custGeom>
              <a:avLst/>
              <a:gdLst/>
              <a:ahLst/>
              <a:cxnLst/>
              <a:rect l="l" t="t" r="r" b="b"/>
              <a:pathLst>
                <a:path w="962" h="862" extrusionOk="0">
                  <a:moveTo>
                    <a:pt x="506" y="0"/>
                  </a:moveTo>
                  <a:lnTo>
                    <a:pt x="962" y="254"/>
                  </a:lnTo>
                  <a:lnTo>
                    <a:pt x="962" y="862"/>
                  </a:lnTo>
                  <a:lnTo>
                    <a:pt x="0" y="254"/>
                  </a:lnTo>
                  <a:close/>
                </a:path>
              </a:pathLst>
            </a:custGeom>
            <a:solidFill>
              <a:schemeClr val="accent6"/>
            </a:solidFill>
            <a:ln>
              <a:noFill/>
            </a:ln>
          </p:spPr>
        </p:sp>
        <p:sp>
          <p:nvSpPr>
            <p:cNvPr id="232" name="Google Shape;232;p13"/>
            <p:cNvSpPr/>
            <p:nvPr/>
          </p:nvSpPr>
          <p:spPr>
            <a:xfrm>
              <a:off x="8633300" y="396950"/>
              <a:ext cx="12675" cy="88675"/>
            </a:xfrm>
            <a:custGeom>
              <a:avLst/>
              <a:gdLst/>
              <a:ahLst/>
              <a:cxnLst/>
              <a:rect l="l" t="t" r="r" b="b"/>
              <a:pathLst>
                <a:path w="507" h="3547" extrusionOk="0">
                  <a:moveTo>
                    <a:pt x="0" y="3547"/>
                  </a:moveTo>
                  <a:lnTo>
                    <a:pt x="0" y="0"/>
                  </a:lnTo>
                  <a:lnTo>
                    <a:pt x="507" y="0"/>
                  </a:lnTo>
                  <a:lnTo>
                    <a:pt x="507" y="3243"/>
                  </a:lnTo>
                  <a:close/>
                </a:path>
              </a:pathLst>
            </a:custGeom>
            <a:solidFill>
              <a:schemeClr val="accent6"/>
            </a:solidFill>
            <a:ln>
              <a:noFill/>
            </a:ln>
          </p:spPr>
        </p:sp>
        <p:sp>
          <p:nvSpPr>
            <p:cNvPr id="233" name="Google Shape;233;p13"/>
            <p:cNvSpPr/>
            <p:nvPr/>
          </p:nvSpPr>
          <p:spPr>
            <a:xfrm>
              <a:off x="8727025" y="396950"/>
              <a:ext cx="15200" cy="62075"/>
            </a:xfrm>
            <a:custGeom>
              <a:avLst/>
              <a:gdLst/>
              <a:ahLst/>
              <a:cxnLst/>
              <a:rect l="l" t="t" r="r" b="b"/>
              <a:pathLst>
                <a:path w="608" h="2483" extrusionOk="0">
                  <a:moveTo>
                    <a:pt x="0" y="2483"/>
                  </a:moveTo>
                  <a:lnTo>
                    <a:pt x="0" y="51"/>
                  </a:lnTo>
                  <a:lnTo>
                    <a:pt x="608" y="0"/>
                  </a:lnTo>
                  <a:lnTo>
                    <a:pt x="608" y="1318"/>
                  </a:lnTo>
                  <a:close/>
                </a:path>
              </a:pathLst>
            </a:custGeom>
            <a:solidFill>
              <a:schemeClr val="accent6"/>
            </a:solidFill>
            <a:ln>
              <a:noFill/>
            </a:ln>
          </p:spPr>
        </p:sp>
        <p:sp>
          <p:nvSpPr>
            <p:cNvPr id="234" name="Google Shape;234;p13"/>
            <p:cNvSpPr/>
            <p:nvPr/>
          </p:nvSpPr>
          <p:spPr>
            <a:xfrm>
              <a:off x="8783500" y="4171400"/>
              <a:ext cx="24075" cy="22150"/>
            </a:xfrm>
            <a:custGeom>
              <a:avLst/>
              <a:gdLst/>
              <a:ahLst/>
              <a:cxnLst/>
              <a:rect l="l" t="t" r="r" b="b"/>
              <a:pathLst>
                <a:path w="963" h="886" extrusionOk="0">
                  <a:moveTo>
                    <a:pt x="203" y="0"/>
                  </a:moveTo>
                  <a:lnTo>
                    <a:pt x="963" y="456"/>
                  </a:lnTo>
                  <a:lnTo>
                    <a:pt x="937" y="886"/>
                  </a:lnTo>
                  <a:lnTo>
                    <a:pt x="0" y="380"/>
                  </a:lnTo>
                  <a:close/>
                </a:path>
              </a:pathLst>
            </a:custGeom>
            <a:solidFill>
              <a:schemeClr val="accent6"/>
            </a:solidFill>
            <a:ln>
              <a:noFill/>
            </a:ln>
          </p:spPr>
        </p:sp>
        <p:sp>
          <p:nvSpPr>
            <p:cNvPr id="235" name="Google Shape;235;p13"/>
            <p:cNvSpPr/>
            <p:nvPr/>
          </p:nvSpPr>
          <p:spPr>
            <a:xfrm>
              <a:off x="8708025" y="4225950"/>
              <a:ext cx="32300" cy="24700"/>
            </a:xfrm>
            <a:custGeom>
              <a:avLst/>
              <a:gdLst/>
              <a:ahLst/>
              <a:cxnLst/>
              <a:rect l="l" t="t" r="r" b="b"/>
              <a:pathLst>
                <a:path w="1292" h="988" extrusionOk="0">
                  <a:moveTo>
                    <a:pt x="0" y="202"/>
                  </a:moveTo>
                  <a:lnTo>
                    <a:pt x="1292" y="988"/>
                  </a:lnTo>
                  <a:lnTo>
                    <a:pt x="1013" y="354"/>
                  </a:lnTo>
                  <a:lnTo>
                    <a:pt x="228" y="0"/>
                  </a:lnTo>
                  <a:close/>
                </a:path>
              </a:pathLst>
            </a:custGeom>
            <a:solidFill>
              <a:schemeClr val="accent6"/>
            </a:solidFill>
            <a:ln>
              <a:noFill/>
            </a:ln>
          </p:spPr>
        </p:sp>
        <p:sp>
          <p:nvSpPr>
            <p:cNvPr id="236" name="Google Shape;236;p13"/>
            <p:cNvSpPr/>
            <p:nvPr/>
          </p:nvSpPr>
          <p:spPr>
            <a:xfrm>
              <a:off x="8569300" y="4140800"/>
              <a:ext cx="32300" cy="24700"/>
            </a:xfrm>
            <a:custGeom>
              <a:avLst/>
              <a:gdLst/>
              <a:ahLst/>
              <a:cxnLst/>
              <a:rect l="l" t="t" r="r" b="b"/>
              <a:pathLst>
                <a:path w="1292" h="988" extrusionOk="0">
                  <a:moveTo>
                    <a:pt x="0" y="202"/>
                  </a:moveTo>
                  <a:lnTo>
                    <a:pt x="1292" y="988"/>
                  </a:lnTo>
                  <a:lnTo>
                    <a:pt x="1013" y="354"/>
                  </a:lnTo>
                  <a:lnTo>
                    <a:pt x="228" y="0"/>
                  </a:lnTo>
                  <a:close/>
                </a:path>
              </a:pathLst>
            </a:custGeom>
            <a:solidFill>
              <a:schemeClr val="accent6"/>
            </a:solidFill>
            <a:ln>
              <a:noFill/>
            </a:ln>
          </p:spPr>
        </p:sp>
        <p:sp>
          <p:nvSpPr>
            <p:cNvPr id="237" name="Google Shape;237;p13"/>
            <p:cNvSpPr/>
            <p:nvPr/>
          </p:nvSpPr>
          <p:spPr>
            <a:xfrm>
              <a:off x="8782713" y="4268275"/>
              <a:ext cx="24050" cy="21550"/>
            </a:xfrm>
            <a:custGeom>
              <a:avLst/>
              <a:gdLst/>
              <a:ahLst/>
              <a:cxnLst/>
              <a:rect l="l" t="t" r="r" b="b"/>
              <a:pathLst>
                <a:path w="962" h="862" extrusionOk="0">
                  <a:moveTo>
                    <a:pt x="506" y="0"/>
                  </a:moveTo>
                  <a:lnTo>
                    <a:pt x="962" y="254"/>
                  </a:lnTo>
                  <a:lnTo>
                    <a:pt x="962" y="862"/>
                  </a:lnTo>
                  <a:lnTo>
                    <a:pt x="0" y="254"/>
                  </a:lnTo>
                  <a:close/>
                </a:path>
              </a:pathLst>
            </a:custGeom>
            <a:solidFill>
              <a:schemeClr val="accent6"/>
            </a:solidFill>
            <a:ln>
              <a:noFill/>
            </a:ln>
          </p:spPr>
        </p:sp>
        <p:sp>
          <p:nvSpPr>
            <p:cNvPr id="238" name="Google Shape;238;p13"/>
            <p:cNvSpPr/>
            <p:nvPr/>
          </p:nvSpPr>
          <p:spPr>
            <a:xfrm>
              <a:off x="8598126" y="743301"/>
              <a:ext cx="208256" cy="117201"/>
            </a:xfrm>
            <a:custGeom>
              <a:avLst/>
              <a:gdLst/>
              <a:ahLst/>
              <a:cxnLst/>
              <a:rect l="l" t="t" r="r" b="b"/>
              <a:pathLst>
                <a:path w="4806" h="2849" extrusionOk="0">
                  <a:moveTo>
                    <a:pt x="4657" y="0"/>
                  </a:moveTo>
                  <a:cubicBezTo>
                    <a:pt x="4642" y="0"/>
                    <a:pt x="4626" y="3"/>
                    <a:pt x="4611" y="8"/>
                  </a:cubicBezTo>
                  <a:lnTo>
                    <a:pt x="0" y="2673"/>
                  </a:lnTo>
                  <a:cubicBezTo>
                    <a:pt x="39" y="2673"/>
                    <a:pt x="59" y="2693"/>
                    <a:pt x="59" y="2693"/>
                  </a:cubicBezTo>
                  <a:cubicBezTo>
                    <a:pt x="137" y="2751"/>
                    <a:pt x="175" y="2790"/>
                    <a:pt x="234" y="2848"/>
                  </a:cubicBezTo>
                  <a:lnTo>
                    <a:pt x="4728" y="241"/>
                  </a:lnTo>
                  <a:cubicBezTo>
                    <a:pt x="4767" y="202"/>
                    <a:pt x="4806" y="144"/>
                    <a:pt x="4767" y="66"/>
                  </a:cubicBezTo>
                  <a:cubicBezTo>
                    <a:pt x="4752" y="22"/>
                    <a:pt x="4705" y="0"/>
                    <a:pt x="4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3"/>
            <p:cNvSpPr/>
            <p:nvPr/>
          </p:nvSpPr>
          <p:spPr>
            <a:xfrm>
              <a:off x="8542269" y="846360"/>
              <a:ext cx="73191" cy="55755"/>
            </a:xfrm>
            <a:custGeom>
              <a:avLst/>
              <a:gdLst/>
              <a:ahLst/>
              <a:cxnLst/>
              <a:rect l="l" t="t" r="r" b="b"/>
              <a:pathLst>
                <a:path w="1402" h="1068" extrusionOk="0">
                  <a:moveTo>
                    <a:pt x="545" y="0"/>
                  </a:moveTo>
                  <a:cubicBezTo>
                    <a:pt x="347" y="0"/>
                    <a:pt x="151" y="44"/>
                    <a:pt x="0" y="134"/>
                  </a:cubicBezTo>
                  <a:lnTo>
                    <a:pt x="0" y="484"/>
                  </a:lnTo>
                  <a:cubicBezTo>
                    <a:pt x="39" y="426"/>
                    <a:pt x="78" y="387"/>
                    <a:pt x="137" y="348"/>
                  </a:cubicBezTo>
                  <a:cubicBezTo>
                    <a:pt x="253" y="290"/>
                    <a:pt x="428" y="251"/>
                    <a:pt x="565" y="251"/>
                  </a:cubicBezTo>
                  <a:cubicBezTo>
                    <a:pt x="740" y="251"/>
                    <a:pt x="876" y="290"/>
                    <a:pt x="1012" y="348"/>
                  </a:cubicBezTo>
                  <a:cubicBezTo>
                    <a:pt x="1109" y="406"/>
                    <a:pt x="1148" y="484"/>
                    <a:pt x="1148" y="543"/>
                  </a:cubicBezTo>
                  <a:cubicBezTo>
                    <a:pt x="1148" y="620"/>
                    <a:pt x="1109" y="679"/>
                    <a:pt x="1012" y="737"/>
                  </a:cubicBezTo>
                  <a:cubicBezTo>
                    <a:pt x="886" y="815"/>
                    <a:pt x="720" y="854"/>
                    <a:pt x="560" y="854"/>
                  </a:cubicBezTo>
                  <a:cubicBezTo>
                    <a:pt x="399" y="854"/>
                    <a:pt x="244" y="815"/>
                    <a:pt x="137" y="737"/>
                  </a:cubicBezTo>
                  <a:cubicBezTo>
                    <a:pt x="59" y="698"/>
                    <a:pt x="0" y="679"/>
                    <a:pt x="0" y="620"/>
                  </a:cubicBezTo>
                  <a:lnTo>
                    <a:pt x="0" y="971"/>
                  </a:lnTo>
                  <a:cubicBezTo>
                    <a:pt x="156" y="1010"/>
                    <a:pt x="370" y="1068"/>
                    <a:pt x="565" y="1068"/>
                  </a:cubicBezTo>
                  <a:cubicBezTo>
                    <a:pt x="759" y="1068"/>
                    <a:pt x="973" y="1010"/>
                    <a:pt x="1129" y="912"/>
                  </a:cubicBezTo>
                  <a:cubicBezTo>
                    <a:pt x="1304" y="815"/>
                    <a:pt x="1401" y="679"/>
                    <a:pt x="1401" y="523"/>
                  </a:cubicBezTo>
                  <a:cubicBezTo>
                    <a:pt x="1401" y="426"/>
                    <a:pt x="1343" y="329"/>
                    <a:pt x="1265" y="270"/>
                  </a:cubicBezTo>
                  <a:lnTo>
                    <a:pt x="1129" y="329"/>
                  </a:lnTo>
                  <a:cubicBezTo>
                    <a:pt x="1109" y="329"/>
                    <a:pt x="1070" y="367"/>
                    <a:pt x="1070" y="367"/>
                  </a:cubicBezTo>
                  <a:cubicBezTo>
                    <a:pt x="1031" y="367"/>
                    <a:pt x="1012" y="329"/>
                    <a:pt x="973" y="309"/>
                  </a:cubicBezTo>
                  <a:cubicBezTo>
                    <a:pt x="954" y="251"/>
                    <a:pt x="954" y="192"/>
                    <a:pt x="1031" y="134"/>
                  </a:cubicBezTo>
                  <a:lnTo>
                    <a:pt x="1070" y="115"/>
                  </a:lnTo>
                  <a:cubicBezTo>
                    <a:pt x="919" y="39"/>
                    <a:pt x="732" y="0"/>
                    <a:pt x="5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1_1_1">
    <p:spTree>
      <p:nvGrpSpPr>
        <p:cNvPr id="1" name="Shape 746"/>
        <p:cNvGrpSpPr/>
        <p:nvPr/>
      </p:nvGrpSpPr>
      <p:grpSpPr>
        <a:xfrm>
          <a:off x="0" y="0"/>
          <a:ext cx="0" cy="0"/>
          <a:chOff x="0" y="0"/>
          <a:chExt cx="0" cy="0"/>
        </a:xfrm>
      </p:grpSpPr>
      <p:sp>
        <p:nvSpPr>
          <p:cNvPr id="747" name="Google Shape;747;p24"/>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txBox="1">
            <a:spLocks noGrp="1"/>
          </p:cNvSpPr>
          <p:nvPr>
            <p:ph type="title"/>
          </p:nvPr>
        </p:nvSpPr>
        <p:spPr>
          <a:xfrm>
            <a:off x="2496775" y="445025"/>
            <a:ext cx="5927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9" name="Google Shape;749;p24"/>
          <p:cNvSpPr txBox="1">
            <a:spLocks noGrp="1"/>
          </p:cNvSpPr>
          <p:nvPr>
            <p:ph type="subTitle" idx="1"/>
          </p:nvPr>
        </p:nvSpPr>
        <p:spPr>
          <a:xfrm>
            <a:off x="5692300" y="1365501"/>
            <a:ext cx="2706300" cy="304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a:lvl1pPr>
            <a:lvl2pPr lvl="1" algn="ctr" rtl="0">
              <a:lnSpc>
                <a:spcPct val="100000"/>
              </a:lnSpc>
              <a:spcBef>
                <a:spcPts val="0"/>
              </a:spcBef>
              <a:spcAft>
                <a:spcPts val="0"/>
              </a:spcAft>
              <a:buClr>
                <a:srgbClr val="000000"/>
              </a:buClr>
              <a:buSzPts val="1100"/>
              <a:buAutoNum type="alphaLcPeriod"/>
              <a:defRPr/>
            </a:lvl2pPr>
            <a:lvl3pPr lvl="2" algn="ctr" rtl="0">
              <a:lnSpc>
                <a:spcPct val="100000"/>
              </a:lnSpc>
              <a:spcBef>
                <a:spcPts val="0"/>
              </a:spcBef>
              <a:spcAft>
                <a:spcPts val="0"/>
              </a:spcAft>
              <a:buClr>
                <a:srgbClr val="000000"/>
              </a:buClr>
              <a:buSzPts val="1100"/>
              <a:buAutoNum type="romanLcPeriod"/>
              <a:defRPr/>
            </a:lvl3pPr>
            <a:lvl4pPr lvl="3" algn="ctr" rtl="0">
              <a:lnSpc>
                <a:spcPct val="100000"/>
              </a:lnSpc>
              <a:spcBef>
                <a:spcPts val="0"/>
              </a:spcBef>
              <a:spcAft>
                <a:spcPts val="0"/>
              </a:spcAft>
              <a:buClr>
                <a:srgbClr val="000000"/>
              </a:buClr>
              <a:buSzPts val="1100"/>
              <a:buAutoNum type="arabicPeriod"/>
              <a:defRPr/>
            </a:lvl4pPr>
            <a:lvl5pPr lvl="4" algn="ctr" rtl="0">
              <a:lnSpc>
                <a:spcPct val="100000"/>
              </a:lnSpc>
              <a:spcBef>
                <a:spcPts val="0"/>
              </a:spcBef>
              <a:spcAft>
                <a:spcPts val="0"/>
              </a:spcAft>
              <a:buClr>
                <a:srgbClr val="000000"/>
              </a:buClr>
              <a:buSzPts val="1100"/>
              <a:buAutoNum type="alphaLcPeriod"/>
              <a:defRPr/>
            </a:lvl5pPr>
            <a:lvl6pPr lvl="5" algn="ctr" rtl="0">
              <a:lnSpc>
                <a:spcPct val="100000"/>
              </a:lnSpc>
              <a:spcBef>
                <a:spcPts val="0"/>
              </a:spcBef>
              <a:spcAft>
                <a:spcPts val="0"/>
              </a:spcAft>
              <a:buClr>
                <a:srgbClr val="000000"/>
              </a:buClr>
              <a:buSzPts val="1100"/>
              <a:buAutoNum type="romanLcPeriod"/>
              <a:defRPr/>
            </a:lvl6pPr>
            <a:lvl7pPr lvl="6" algn="ctr" rtl="0">
              <a:lnSpc>
                <a:spcPct val="100000"/>
              </a:lnSpc>
              <a:spcBef>
                <a:spcPts val="0"/>
              </a:spcBef>
              <a:spcAft>
                <a:spcPts val="0"/>
              </a:spcAft>
              <a:buClr>
                <a:srgbClr val="000000"/>
              </a:buClr>
              <a:buSzPts val="1100"/>
              <a:buAutoNum type="arabicPeriod"/>
              <a:defRPr/>
            </a:lvl7pPr>
            <a:lvl8pPr lvl="7" algn="ctr" rtl="0">
              <a:lnSpc>
                <a:spcPct val="100000"/>
              </a:lnSpc>
              <a:spcBef>
                <a:spcPts val="0"/>
              </a:spcBef>
              <a:spcAft>
                <a:spcPts val="0"/>
              </a:spcAft>
              <a:buClr>
                <a:srgbClr val="000000"/>
              </a:buClr>
              <a:buSzPts val="1100"/>
              <a:buAutoNum type="alphaLcPeriod"/>
              <a:defRPr/>
            </a:lvl8pPr>
            <a:lvl9pPr lvl="8" algn="ctr" rtl="0">
              <a:lnSpc>
                <a:spcPct val="100000"/>
              </a:lnSpc>
              <a:spcBef>
                <a:spcPts val="0"/>
              </a:spcBef>
              <a:spcAft>
                <a:spcPts val="0"/>
              </a:spcAft>
              <a:buClr>
                <a:srgbClr val="000000"/>
              </a:buClr>
              <a:buSzPts val="1100"/>
              <a:buAutoNum type="romanLcPeriod"/>
              <a:defRPr/>
            </a:lvl9pPr>
          </a:lstStyle>
          <a:p>
            <a:endParaRPr/>
          </a:p>
        </p:txBody>
      </p:sp>
      <p:sp>
        <p:nvSpPr>
          <p:cNvPr id="750" name="Google Shape;750;p24"/>
          <p:cNvSpPr txBox="1">
            <a:spLocks noGrp="1"/>
          </p:cNvSpPr>
          <p:nvPr>
            <p:ph type="subTitle" idx="2"/>
          </p:nvPr>
        </p:nvSpPr>
        <p:spPr>
          <a:xfrm>
            <a:off x="2496775" y="1365300"/>
            <a:ext cx="2706300" cy="304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Char char="●"/>
              <a:defRPr/>
            </a:lvl1pPr>
            <a:lvl2pPr lvl="1" algn="ctr" rtl="0">
              <a:lnSpc>
                <a:spcPct val="100000"/>
              </a:lnSpc>
              <a:spcBef>
                <a:spcPts val="0"/>
              </a:spcBef>
              <a:spcAft>
                <a:spcPts val="0"/>
              </a:spcAft>
              <a:buClr>
                <a:srgbClr val="000000"/>
              </a:buClr>
              <a:buSzPts val="1100"/>
              <a:buAutoNum type="alphaLcPeriod"/>
              <a:defRPr/>
            </a:lvl2pPr>
            <a:lvl3pPr lvl="2" algn="ctr" rtl="0">
              <a:lnSpc>
                <a:spcPct val="100000"/>
              </a:lnSpc>
              <a:spcBef>
                <a:spcPts val="0"/>
              </a:spcBef>
              <a:spcAft>
                <a:spcPts val="0"/>
              </a:spcAft>
              <a:buClr>
                <a:srgbClr val="000000"/>
              </a:buClr>
              <a:buSzPts val="1100"/>
              <a:buAutoNum type="romanLcPeriod"/>
              <a:defRPr/>
            </a:lvl3pPr>
            <a:lvl4pPr lvl="3" algn="ctr" rtl="0">
              <a:lnSpc>
                <a:spcPct val="100000"/>
              </a:lnSpc>
              <a:spcBef>
                <a:spcPts val="0"/>
              </a:spcBef>
              <a:spcAft>
                <a:spcPts val="0"/>
              </a:spcAft>
              <a:buClr>
                <a:srgbClr val="000000"/>
              </a:buClr>
              <a:buSzPts val="1100"/>
              <a:buAutoNum type="arabicPeriod"/>
              <a:defRPr/>
            </a:lvl4pPr>
            <a:lvl5pPr lvl="4" algn="ctr" rtl="0">
              <a:lnSpc>
                <a:spcPct val="100000"/>
              </a:lnSpc>
              <a:spcBef>
                <a:spcPts val="0"/>
              </a:spcBef>
              <a:spcAft>
                <a:spcPts val="0"/>
              </a:spcAft>
              <a:buClr>
                <a:srgbClr val="000000"/>
              </a:buClr>
              <a:buSzPts val="1100"/>
              <a:buAutoNum type="alphaLcPeriod"/>
              <a:defRPr/>
            </a:lvl5pPr>
            <a:lvl6pPr lvl="5" algn="ctr" rtl="0">
              <a:lnSpc>
                <a:spcPct val="100000"/>
              </a:lnSpc>
              <a:spcBef>
                <a:spcPts val="0"/>
              </a:spcBef>
              <a:spcAft>
                <a:spcPts val="0"/>
              </a:spcAft>
              <a:buClr>
                <a:srgbClr val="000000"/>
              </a:buClr>
              <a:buSzPts val="1100"/>
              <a:buAutoNum type="romanLcPeriod"/>
              <a:defRPr/>
            </a:lvl6pPr>
            <a:lvl7pPr lvl="6" algn="ctr" rtl="0">
              <a:lnSpc>
                <a:spcPct val="100000"/>
              </a:lnSpc>
              <a:spcBef>
                <a:spcPts val="0"/>
              </a:spcBef>
              <a:spcAft>
                <a:spcPts val="0"/>
              </a:spcAft>
              <a:buClr>
                <a:srgbClr val="000000"/>
              </a:buClr>
              <a:buSzPts val="1100"/>
              <a:buAutoNum type="arabicPeriod"/>
              <a:defRPr/>
            </a:lvl7pPr>
            <a:lvl8pPr lvl="7" algn="ctr" rtl="0">
              <a:lnSpc>
                <a:spcPct val="100000"/>
              </a:lnSpc>
              <a:spcBef>
                <a:spcPts val="0"/>
              </a:spcBef>
              <a:spcAft>
                <a:spcPts val="0"/>
              </a:spcAft>
              <a:buClr>
                <a:srgbClr val="000000"/>
              </a:buClr>
              <a:buSzPts val="1100"/>
              <a:buAutoNum type="alphaLcPeriod"/>
              <a:defRPr/>
            </a:lvl8pPr>
            <a:lvl9pPr lvl="8" algn="ctr" rtl="0">
              <a:lnSpc>
                <a:spcPct val="100000"/>
              </a:lnSpc>
              <a:spcBef>
                <a:spcPts val="0"/>
              </a:spcBef>
              <a:spcAft>
                <a:spcPts val="0"/>
              </a:spcAft>
              <a:buClr>
                <a:srgbClr val="000000"/>
              </a:buClr>
              <a:buSzPts val="1100"/>
              <a:buAutoNum type="romanLcPeriod"/>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43"/>
        <p:cNvGrpSpPr/>
        <p:nvPr/>
      </p:nvGrpSpPr>
      <p:grpSpPr>
        <a:xfrm>
          <a:off x="0" y="0"/>
          <a:ext cx="0" cy="0"/>
          <a:chOff x="0" y="0"/>
          <a:chExt cx="0" cy="0"/>
        </a:xfrm>
      </p:grpSpPr>
      <p:sp>
        <p:nvSpPr>
          <p:cNvPr id="1044" name="Google Shape;1044;p31"/>
          <p:cNvSpPr/>
          <p:nvPr/>
        </p:nvSpPr>
        <p:spPr>
          <a:xfrm>
            <a:off x="350925" y="391025"/>
            <a:ext cx="8461800" cy="43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5" name="Google Shape;1045;p31"/>
          <p:cNvGrpSpPr/>
          <p:nvPr/>
        </p:nvGrpSpPr>
        <p:grpSpPr>
          <a:xfrm>
            <a:off x="5604948" y="391075"/>
            <a:ext cx="3207789" cy="4383600"/>
            <a:chOff x="5309625" y="391075"/>
            <a:chExt cx="3503100" cy="4383600"/>
          </a:xfrm>
        </p:grpSpPr>
        <p:sp>
          <p:nvSpPr>
            <p:cNvPr id="1046" name="Google Shape;1046;p31"/>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7" name="Google Shape;1047;p31"/>
            <p:cNvGrpSpPr/>
            <p:nvPr/>
          </p:nvGrpSpPr>
          <p:grpSpPr>
            <a:xfrm>
              <a:off x="5314549" y="395586"/>
              <a:ext cx="3493047" cy="4375061"/>
              <a:chOff x="697175" y="461850"/>
              <a:chExt cx="1672675" cy="2098250"/>
            </a:xfrm>
          </p:grpSpPr>
          <p:sp>
            <p:nvSpPr>
              <p:cNvPr id="1048" name="Google Shape;1048;p31"/>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1"/>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1"/>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1"/>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1"/>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1"/>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1"/>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1"/>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1"/>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1"/>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1"/>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1"/>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1"/>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1"/>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1"/>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1"/>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1"/>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1"/>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1"/>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1"/>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1"/>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1"/>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1"/>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1"/>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1"/>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1"/>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1"/>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1"/>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1"/>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1"/>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1"/>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1"/>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1"/>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1"/>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1"/>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1"/>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1"/>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1"/>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1"/>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1"/>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1"/>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1"/>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1"/>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1"/>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1"/>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1"/>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1"/>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1"/>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1"/>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1"/>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1"/>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1"/>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1"/>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1"/>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1"/>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1"/>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1"/>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1"/>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1"/>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1"/>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1"/>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1"/>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1"/>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1"/>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1"/>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1"/>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1"/>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1"/>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1"/>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1"/>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1"/>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1"/>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1"/>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1"/>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1"/>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1"/>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1"/>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1"/>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1"/>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1"/>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1"/>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1"/>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1"/>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1"/>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1"/>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1"/>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1"/>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1"/>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1"/>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1"/>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1"/>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1"/>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1"/>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1"/>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1"/>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1"/>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1"/>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1"/>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1"/>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1"/>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1"/>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1"/>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1"/>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1"/>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1"/>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1"/>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1"/>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1"/>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1"/>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1"/>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1"/>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1"/>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1"/>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1"/>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1"/>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1"/>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1"/>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1"/>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1"/>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1"/>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1"/>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1"/>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1"/>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1"/>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1"/>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1"/>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1"/>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1"/>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1"/>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1"/>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1"/>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1"/>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1"/>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1"/>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1"/>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1"/>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1"/>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1"/>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1"/>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1"/>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1"/>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1"/>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1"/>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1"/>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1"/>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1"/>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1"/>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1"/>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1"/>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1"/>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1"/>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1"/>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1"/>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1"/>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1"/>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1"/>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1"/>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1"/>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1"/>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1"/>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1"/>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1"/>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1"/>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1"/>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1"/>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1"/>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1"/>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1"/>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1"/>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1"/>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1"/>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1"/>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1"/>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1"/>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1"/>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1"/>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1"/>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1"/>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1"/>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1"/>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1"/>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1"/>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1"/>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1"/>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1"/>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1"/>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1"/>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1"/>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1"/>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1"/>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1"/>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1"/>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1"/>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1"/>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1"/>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1"/>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1"/>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1"/>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1"/>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1"/>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1"/>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1"/>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1"/>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1"/>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1"/>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1"/>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1"/>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1"/>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1"/>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1"/>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1"/>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1"/>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1"/>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1"/>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1"/>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1"/>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1"/>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1"/>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1"/>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1"/>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1"/>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1"/>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1"/>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1"/>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1"/>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1"/>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1"/>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1"/>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1"/>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1"/>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1"/>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1"/>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1"/>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1"/>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1"/>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1"/>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1"/>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1"/>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1"/>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1"/>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1"/>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1"/>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1"/>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1"/>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1"/>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1"/>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1"/>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1"/>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1"/>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1"/>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1"/>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1"/>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1"/>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1"/>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1"/>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1"/>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1"/>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1"/>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1"/>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1"/>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1"/>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1"/>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1"/>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1"/>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1"/>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1"/>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1"/>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1"/>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1"/>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1"/>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1"/>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1"/>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1"/>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1"/>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1"/>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1"/>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1"/>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1"/>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1"/>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1"/>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1"/>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1"/>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1"/>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1"/>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32" name="Google Shape;1332;p31"/>
          <p:cNvGrpSpPr/>
          <p:nvPr/>
        </p:nvGrpSpPr>
        <p:grpSpPr>
          <a:xfrm>
            <a:off x="6152311" y="785725"/>
            <a:ext cx="2291370" cy="3820563"/>
            <a:chOff x="6152311" y="785725"/>
            <a:chExt cx="2291370" cy="3820563"/>
          </a:xfrm>
        </p:grpSpPr>
        <p:grpSp>
          <p:nvGrpSpPr>
            <p:cNvPr id="1333" name="Google Shape;1333;p31"/>
            <p:cNvGrpSpPr/>
            <p:nvPr/>
          </p:nvGrpSpPr>
          <p:grpSpPr>
            <a:xfrm>
              <a:off x="6162110" y="1896405"/>
              <a:ext cx="1791330" cy="1162830"/>
              <a:chOff x="-4004340" y="2465518"/>
              <a:chExt cx="1791330" cy="1162830"/>
            </a:xfrm>
          </p:grpSpPr>
          <p:sp>
            <p:nvSpPr>
              <p:cNvPr id="1334" name="Google Shape;1334;p31"/>
              <p:cNvSpPr/>
              <p:nvPr/>
            </p:nvSpPr>
            <p:spPr>
              <a:xfrm>
                <a:off x="-3238869" y="3540443"/>
                <a:ext cx="296388" cy="76122"/>
              </a:xfrm>
              <a:custGeom>
                <a:avLst/>
                <a:gdLst/>
                <a:ahLst/>
                <a:cxnLst/>
                <a:rect l="l" t="t" r="r" b="b"/>
                <a:pathLst>
                  <a:path w="2671" h="686" extrusionOk="0">
                    <a:moveTo>
                      <a:pt x="1" y="0"/>
                    </a:moveTo>
                    <a:lnTo>
                      <a:pt x="1" y="685"/>
                    </a:lnTo>
                    <a:lnTo>
                      <a:pt x="2671" y="685"/>
                    </a:lnTo>
                    <a:lnTo>
                      <a:pt x="2671"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1"/>
              <p:cNvSpPr/>
              <p:nvPr/>
            </p:nvSpPr>
            <p:spPr>
              <a:xfrm>
                <a:off x="-2741963" y="2725067"/>
                <a:ext cx="14536" cy="14536"/>
              </a:xfrm>
              <a:custGeom>
                <a:avLst/>
                <a:gdLst/>
                <a:ahLst/>
                <a:cxnLst/>
                <a:rect l="l" t="t" r="r" b="b"/>
                <a:pathLst>
                  <a:path w="131" h="131" extrusionOk="0">
                    <a:moveTo>
                      <a:pt x="0" y="0"/>
                    </a:moveTo>
                    <a:lnTo>
                      <a:pt x="0" y="60"/>
                    </a:lnTo>
                    <a:lnTo>
                      <a:pt x="130" y="130"/>
                    </a:lnTo>
                    <a:lnTo>
                      <a:pt x="130" y="83"/>
                    </a:lnTo>
                    <a:lnTo>
                      <a:pt x="0"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1"/>
              <p:cNvSpPr/>
              <p:nvPr/>
            </p:nvSpPr>
            <p:spPr>
              <a:xfrm>
                <a:off x="-3461689" y="2727730"/>
                <a:ext cx="14536" cy="15757"/>
              </a:xfrm>
              <a:custGeom>
                <a:avLst/>
                <a:gdLst/>
                <a:ahLst/>
                <a:cxnLst/>
                <a:rect l="l" t="t" r="r" b="b"/>
                <a:pathLst>
                  <a:path w="131" h="142" extrusionOk="0">
                    <a:moveTo>
                      <a:pt x="131" y="0"/>
                    </a:moveTo>
                    <a:lnTo>
                      <a:pt x="1" y="83"/>
                    </a:lnTo>
                    <a:lnTo>
                      <a:pt x="1" y="142"/>
                    </a:lnTo>
                    <a:lnTo>
                      <a:pt x="131" y="47"/>
                    </a:lnTo>
                    <a:lnTo>
                      <a:pt x="131"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1"/>
              <p:cNvSpPr/>
              <p:nvPr/>
            </p:nvSpPr>
            <p:spPr>
              <a:xfrm>
                <a:off x="-2942590" y="3124876"/>
                <a:ext cx="714504" cy="491686"/>
              </a:xfrm>
              <a:custGeom>
                <a:avLst/>
                <a:gdLst/>
                <a:ahLst/>
                <a:cxnLst/>
                <a:rect l="l" t="t" r="r" b="b"/>
                <a:pathLst>
                  <a:path w="6439" h="4431" extrusionOk="0">
                    <a:moveTo>
                      <a:pt x="6439" y="0"/>
                    </a:moveTo>
                    <a:lnTo>
                      <a:pt x="1" y="3745"/>
                    </a:lnTo>
                    <a:lnTo>
                      <a:pt x="1" y="4430"/>
                    </a:lnTo>
                    <a:lnTo>
                      <a:pt x="6439" y="697"/>
                    </a:lnTo>
                    <a:lnTo>
                      <a:pt x="6439"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1"/>
              <p:cNvSpPr/>
              <p:nvPr/>
            </p:nvSpPr>
            <p:spPr>
              <a:xfrm>
                <a:off x="-3958484" y="3126208"/>
                <a:ext cx="719719" cy="490354"/>
              </a:xfrm>
              <a:custGeom>
                <a:avLst/>
                <a:gdLst/>
                <a:ahLst/>
                <a:cxnLst/>
                <a:rect l="l" t="t" r="r" b="b"/>
                <a:pathLst>
                  <a:path w="6486" h="4419" extrusionOk="0">
                    <a:moveTo>
                      <a:pt x="1" y="0"/>
                    </a:moveTo>
                    <a:lnTo>
                      <a:pt x="1" y="685"/>
                    </a:lnTo>
                    <a:lnTo>
                      <a:pt x="6486" y="4418"/>
                    </a:lnTo>
                    <a:lnTo>
                      <a:pt x="6486" y="3733"/>
                    </a:lnTo>
                    <a:lnTo>
                      <a:pt x="1"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1"/>
              <p:cNvSpPr/>
              <p:nvPr/>
            </p:nvSpPr>
            <p:spPr>
              <a:xfrm>
                <a:off x="-3958484" y="2537645"/>
                <a:ext cx="1730388" cy="1002902"/>
              </a:xfrm>
              <a:custGeom>
                <a:avLst/>
                <a:gdLst/>
                <a:ahLst/>
                <a:cxnLst/>
                <a:rect l="l" t="t" r="r" b="b"/>
                <a:pathLst>
                  <a:path w="15594" h="9038" extrusionOk="0">
                    <a:moveTo>
                      <a:pt x="6427" y="0"/>
                    </a:moveTo>
                    <a:lnTo>
                      <a:pt x="1" y="3745"/>
                    </a:lnTo>
                    <a:lnTo>
                      <a:pt x="1" y="5304"/>
                    </a:lnTo>
                    <a:lnTo>
                      <a:pt x="6486" y="9037"/>
                    </a:lnTo>
                    <a:lnTo>
                      <a:pt x="9156" y="9037"/>
                    </a:lnTo>
                    <a:lnTo>
                      <a:pt x="15594" y="5292"/>
                    </a:lnTo>
                    <a:lnTo>
                      <a:pt x="15594" y="3745"/>
                    </a:lnTo>
                    <a:lnTo>
                      <a:pt x="9108"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1"/>
              <p:cNvSpPr/>
              <p:nvPr/>
            </p:nvSpPr>
            <p:spPr>
              <a:xfrm>
                <a:off x="-2709228" y="2744708"/>
                <a:ext cx="15868" cy="14536"/>
              </a:xfrm>
              <a:custGeom>
                <a:avLst/>
                <a:gdLst/>
                <a:ahLst/>
                <a:cxnLst/>
                <a:rect l="l" t="t" r="r" b="b"/>
                <a:pathLst>
                  <a:path w="143" h="131" extrusionOk="0">
                    <a:moveTo>
                      <a:pt x="1" y="1"/>
                    </a:moveTo>
                    <a:lnTo>
                      <a:pt x="12" y="60"/>
                    </a:lnTo>
                    <a:lnTo>
                      <a:pt x="142" y="131"/>
                    </a:lnTo>
                    <a:lnTo>
                      <a:pt x="142" y="83"/>
                    </a:lnTo>
                    <a:lnTo>
                      <a:pt x="1"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1"/>
              <p:cNvSpPr/>
              <p:nvPr/>
            </p:nvSpPr>
            <p:spPr>
              <a:xfrm>
                <a:off x="-2709228" y="2725067"/>
                <a:ext cx="48603" cy="28962"/>
              </a:xfrm>
              <a:custGeom>
                <a:avLst/>
                <a:gdLst/>
                <a:ahLst/>
                <a:cxnLst/>
                <a:rect l="l" t="t" r="r" b="b"/>
                <a:pathLst>
                  <a:path w="438" h="261" extrusionOk="0">
                    <a:moveTo>
                      <a:pt x="308" y="0"/>
                    </a:moveTo>
                    <a:lnTo>
                      <a:pt x="1" y="178"/>
                    </a:lnTo>
                    <a:lnTo>
                      <a:pt x="142" y="260"/>
                    </a:lnTo>
                    <a:lnTo>
                      <a:pt x="438" y="83"/>
                    </a:lnTo>
                    <a:lnTo>
                      <a:pt x="308"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1"/>
              <p:cNvSpPr/>
              <p:nvPr/>
            </p:nvSpPr>
            <p:spPr>
              <a:xfrm>
                <a:off x="-3495755" y="2747371"/>
                <a:ext cx="15868" cy="15868"/>
              </a:xfrm>
              <a:custGeom>
                <a:avLst/>
                <a:gdLst/>
                <a:ahLst/>
                <a:cxnLst/>
                <a:rect l="l" t="t" r="r" b="b"/>
                <a:pathLst>
                  <a:path w="143" h="143" extrusionOk="0">
                    <a:moveTo>
                      <a:pt x="142" y="0"/>
                    </a:moveTo>
                    <a:lnTo>
                      <a:pt x="1" y="83"/>
                    </a:lnTo>
                    <a:lnTo>
                      <a:pt x="1" y="142"/>
                    </a:lnTo>
                    <a:lnTo>
                      <a:pt x="142" y="48"/>
                    </a:lnTo>
                    <a:lnTo>
                      <a:pt x="142"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1"/>
              <p:cNvSpPr/>
              <p:nvPr/>
            </p:nvSpPr>
            <p:spPr>
              <a:xfrm>
                <a:off x="-3528490" y="2727730"/>
                <a:ext cx="48603" cy="28851"/>
              </a:xfrm>
              <a:custGeom>
                <a:avLst/>
                <a:gdLst/>
                <a:ahLst/>
                <a:cxnLst/>
                <a:rect l="l" t="t" r="r" b="b"/>
                <a:pathLst>
                  <a:path w="438" h="260" extrusionOk="0">
                    <a:moveTo>
                      <a:pt x="130" y="0"/>
                    </a:moveTo>
                    <a:lnTo>
                      <a:pt x="0" y="83"/>
                    </a:lnTo>
                    <a:lnTo>
                      <a:pt x="296" y="260"/>
                    </a:lnTo>
                    <a:lnTo>
                      <a:pt x="437" y="177"/>
                    </a:lnTo>
                    <a:lnTo>
                      <a:pt x="130"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1"/>
              <p:cNvSpPr/>
              <p:nvPr/>
            </p:nvSpPr>
            <p:spPr>
              <a:xfrm>
                <a:off x="-2942590" y="3054080"/>
                <a:ext cx="714504" cy="462835"/>
              </a:xfrm>
              <a:custGeom>
                <a:avLst/>
                <a:gdLst/>
                <a:ahLst/>
                <a:cxnLst/>
                <a:rect l="l" t="t" r="r" b="b"/>
                <a:pathLst>
                  <a:path w="6439" h="4171" extrusionOk="0">
                    <a:moveTo>
                      <a:pt x="6439" y="1"/>
                    </a:moveTo>
                    <a:lnTo>
                      <a:pt x="1" y="3734"/>
                    </a:lnTo>
                    <a:lnTo>
                      <a:pt x="1" y="4171"/>
                    </a:lnTo>
                    <a:lnTo>
                      <a:pt x="6439" y="414"/>
                    </a:lnTo>
                    <a:lnTo>
                      <a:pt x="6439" y="1"/>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1"/>
              <p:cNvSpPr/>
              <p:nvPr/>
            </p:nvSpPr>
            <p:spPr>
              <a:xfrm>
                <a:off x="-3958484" y="3054080"/>
                <a:ext cx="719719" cy="462835"/>
              </a:xfrm>
              <a:custGeom>
                <a:avLst/>
                <a:gdLst/>
                <a:ahLst/>
                <a:cxnLst/>
                <a:rect l="l" t="t" r="r" b="b"/>
                <a:pathLst>
                  <a:path w="6486" h="4171" extrusionOk="0">
                    <a:moveTo>
                      <a:pt x="1" y="1"/>
                    </a:moveTo>
                    <a:lnTo>
                      <a:pt x="1" y="414"/>
                    </a:lnTo>
                    <a:lnTo>
                      <a:pt x="6486" y="4171"/>
                    </a:lnTo>
                    <a:lnTo>
                      <a:pt x="6486" y="373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1"/>
              <p:cNvSpPr/>
              <p:nvPr/>
            </p:nvSpPr>
            <p:spPr>
              <a:xfrm>
                <a:off x="-3238869" y="3468316"/>
                <a:ext cx="296388" cy="48603"/>
              </a:xfrm>
              <a:custGeom>
                <a:avLst/>
                <a:gdLst/>
                <a:ahLst/>
                <a:cxnLst/>
                <a:rect l="l" t="t" r="r" b="b"/>
                <a:pathLst>
                  <a:path w="2671" h="438" extrusionOk="0">
                    <a:moveTo>
                      <a:pt x="1" y="1"/>
                    </a:moveTo>
                    <a:lnTo>
                      <a:pt x="1" y="438"/>
                    </a:lnTo>
                    <a:lnTo>
                      <a:pt x="2671" y="438"/>
                    </a:lnTo>
                    <a:lnTo>
                      <a:pt x="2671" y="1"/>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1"/>
              <p:cNvSpPr/>
              <p:nvPr/>
            </p:nvSpPr>
            <p:spPr>
              <a:xfrm>
                <a:off x="-3958484" y="2465518"/>
                <a:ext cx="1730388" cy="1002902"/>
              </a:xfrm>
              <a:custGeom>
                <a:avLst/>
                <a:gdLst/>
                <a:ahLst/>
                <a:cxnLst/>
                <a:rect l="l" t="t" r="r" b="b"/>
                <a:pathLst>
                  <a:path w="15594" h="9038" extrusionOk="0">
                    <a:moveTo>
                      <a:pt x="6427" y="0"/>
                    </a:moveTo>
                    <a:lnTo>
                      <a:pt x="1" y="3745"/>
                    </a:lnTo>
                    <a:lnTo>
                      <a:pt x="1" y="5305"/>
                    </a:lnTo>
                    <a:lnTo>
                      <a:pt x="6486" y="9038"/>
                    </a:lnTo>
                    <a:lnTo>
                      <a:pt x="9156" y="9038"/>
                    </a:lnTo>
                    <a:lnTo>
                      <a:pt x="15594" y="5305"/>
                    </a:lnTo>
                    <a:lnTo>
                      <a:pt x="15594" y="3745"/>
                    </a:lnTo>
                    <a:lnTo>
                      <a:pt x="9108"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1"/>
              <p:cNvSpPr/>
              <p:nvPr/>
            </p:nvSpPr>
            <p:spPr>
              <a:xfrm>
                <a:off x="-3904776" y="2516673"/>
                <a:ext cx="1625637" cy="899371"/>
              </a:xfrm>
              <a:custGeom>
                <a:avLst/>
                <a:gdLst/>
                <a:ahLst/>
                <a:cxnLst/>
                <a:rect l="l" t="t" r="r" b="b"/>
                <a:pathLst>
                  <a:path w="14650" h="8105" extrusionOk="0">
                    <a:moveTo>
                      <a:pt x="8412" y="402"/>
                    </a:moveTo>
                    <a:lnTo>
                      <a:pt x="14271" y="3769"/>
                    </a:lnTo>
                    <a:lnTo>
                      <a:pt x="14271" y="4347"/>
                    </a:lnTo>
                    <a:lnTo>
                      <a:pt x="8447" y="7726"/>
                    </a:lnTo>
                    <a:lnTo>
                      <a:pt x="6226" y="7726"/>
                    </a:lnTo>
                    <a:lnTo>
                      <a:pt x="355" y="4347"/>
                    </a:lnTo>
                    <a:lnTo>
                      <a:pt x="355" y="3780"/>
                    </a:lnTo>
                    <a:lnTo>
                      <a:pt x="6179" y="402"/>
                    </a:lnTo>
                    <a:close/>
                    <a:moveTo>
                      <a:pt x="6085" y="0"/>
                    </a:moveTo>
                    <a:lnTo>
                      <a:pt x="1" y="3544"/>
                    </a:lnTo>
                    <a:lnTo>
                      <a:pt x="1" y="4560"/>
                    </a:lnTo>
                    <a:lnTo>
                      <a:pt x="6132" y="8104"/>
                    </a:lnTo>
                    <a:lnTo>
                      <a:pt x="8565" y="8104"/>
                    </a:lnTo>
                    <a:lnTo>
                      <a:pt x="14649" y="4560"/>
                    </a:lnTo>
                    <a:lnTo>
                      <a:pt x="14649" y="3544"/>
                    </a:lnTo>
                    <a:lnTo>
                      <a:pt x="8518"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1"/>
              <p:cNvSpPr/>
              <p:nvPr/>
            </p:nvSpPr>
            <p:spPr>
              <a:xfrm>
                <a:off x="-3722570" y="2675243"/>
                <a:ext cx="668675" cy="385492"/>
              </a:xfrm>
              <a:custGeom>
                <a:avLst/>
                <a:gdLst/>
                <a:ahLst/>
                <a:cxnLst/>
                <a:rect l="l" t="t" r="r" b="b"/>
                <a:pathLst>
                  <a:path w="6026" h="3474" extrusionOk="0">
                    <a:moveTo>
                      <a:pt x="4502" y="1"/>
                    </a:moveTo>
                    <a:lnTo>
                      <a:pt x="1" y="2599"/>
                    </a:lnTo>
                    <a:lnTo>
                      <a:pt x="1525" y="3474"/>
                    </a:lnTo>
                    <a:lnTo>
                      <a:pt x="6026" y="875"/>
                    </a:lnTo>
                    <a:lnTo>
                      <a:pt x="4502"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1"/>
              <p:cNvSpPr/>
              <p:nvPr/>
            </p:nvSpPr>
            <p:spPr>
              <a:xfrm>
                <a:off x="-3537701" y="2688337"/>
                <a:ext cx="778752" cy="449741"/>
              </a:xfrm>
              <a:custGeom>
                <a:avLst/>
                <a:gdLst/>
                <a:ahLst/>
                <a:cxnLst/>
                <a:rect l="l" t="t" r="r" b="b"/>
                <a:pathLst>
                  <a:path w="7018" h="4053" extrusionOk="0">
                    <a:moveTo>
                      <a:pt x="5966" y="1"/>
                    </a:moveTo>
                    <a:lnTo>
                      <a:pt x="1" y="3450"/>
                    </a:lnTo>
                    <a:lnTo>
                      <a:pt x="1052" y="4053"/>
                    </a:lnTo>
                    <a:lnTo>
                      <a:pt x="7018" y="615"/>
                    </a:lnTo>
                    <a:lnTo>
                      <a:pt x="5966"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1"/>
              <p:cNvSpPr/>
              <p:nvPr/>
            </p:nvSpPr>
            <p:spPr>
              <a:xfrm>
                <a:off x="-3402655" y="2832593"/>
                <a:ext cx="624067" cy="360525"/>
              </a:xfrm>
              <a:custGeom>
                <a:avLst/>
                <a:gdLst/>
                <a:ahLst/>
                <a:cxnLst/>
                <a:rect l="l" t="t" r="r" b="b"/>
                <a:pathLst>
                  <a:path w="5624" h="3249" extrusionOk="0">
                    <a:moveTo>
                      <a:pt x="4915" y="0"/>
                    </a:moveTo>
                    <a:lnTo>
                      <a:pt x="0" y="2859"/>
                    </a:lnTo>
                    <a:lnTo>
                      <a:pt x="709" y="3249"/>
                    </a:lnTo>
                    <a:lnTo>
                      <a:pt x="5623" y="414"/>
                    </a:lnTo>
                    <a:lnTo>
                      <a:pt x="4915"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1"/>
              <p:cNvSpPr/>
              <p:nvPr/>
            </p:nvSpPr>
            <p:spPr>
              <a:xfrm>
                <a:off x="-3210018" y="2946554"/>
                <a:ext cx="626730" cy="360636"/>
              </a:xfrm>
              <a:custGeom>
                <a:avLst/>
                <a:gdLst/>
                <a:ahLst/>
                <a:cxnLst/>
                <a:rect l="l" t="t" r="r" b="b"/>
                <a:pathLst>
                  <a:path w="5648" h="3250" extrusionOk="0">
                    <a:moveTo>
                      <a:pt x="4939" y="1"/>
                    </a:moveTo>
                    <a:lnTo>
                      <a:pt x="1" y="2836"/>
                    </a:lnTo>
                    <a:lnTo>
                      <a:pt x="733" y="3250"/>
                    </a:lnTo>
                    <a:lnTo>
                      <a:pt x="5648" y="391"/>
                    </a:lnTo>
                    <a:lnTo>
                      <a:pt x="4939"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1"/>
              <p:cNvSpPr/>
              <p:nvPr/>
            </p:nvSpPr>
            <p:spPr>
              <a:xfrm>
                <a:off x="-3305671" y="3060627"/>
                <a:ext cx="329122" cy="188862"/>
              </a:xfrm>
              <a:custGeom>
                <a:avLst/>
                <a:gdLst/>
                <a:ahLst/>
                <a:cxnLst/>
                <a:rect l="l" t="t" r="r" b="b"/>
                <a:pathLst>
                  <a:path w="2966" h="1702" extrusionOk="0">
                    <a:moveTo>
                      <a:pt x="2257" y="1"/>
                    </a:moveTo>
                    <a:lnTo>
                      <a:pt x="0" y="1300"/>
                    </a:lnTo>
                    <a:lnTo>
                      <a:pt x="709" y="1702"/>
                    </a:lnTo>
                    <a:lnTo>
                      <a:pt x="2966" y="402"/>
                    </a:lnTo>
                    <a:lnTo>
                      <a:pt x="2257"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1"/>
              <p:cNvSpPr/>
              <p:nvPr/>
            </p:nvSpPr>
            <p:spPr>
              <a:xfrm>
                <a:off x="-3009391" y="2888963"/>
                <a:ext cx="327791" cy="190194"/>
              </a:xfrm>
              <a:custGeom>
                <a:avLst/>
                <a:gdLst/>
                <a:ahLst/>
                <a:cxnLst/>
                <a:rect l="l" t="t" r="r" b="b"/>
                <a:pathLst>
                  <a:path w="2954" h="1714" extrusionOk="0">
                    <a:moveTo>
                      <a:pt x="2245" y="0"/>
                    </a:moveTo>
                    <a:lnTo>
                      <a:pt x="0" y="1300"/>
                    </a:lnTo>
                    <a:lnTo>
                      <a:pt x="709" y="1713"/>
                    </a:lnTo>
                    <a:lnTo>
                      <a:pt x="2954" y="414"/>
                    </a:lnTo>
                    <a:lnTo>
                      <a:pt x="2245"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5" name="Google Shape;1355;p31"/>
              <p:cNvGrpSpPr/>
              <p:nvPr/>
            </p:nvGrpSpPr>
            <p:grpSpPr>
              <a:xfrm>
                <a:off x="-4004340" y="3104789"/>
                <a:ext cx="1791330" cy="523558"/>
                <a:chOff x="-4004340" y="3104789"/>
                <a:chExt cx="1791330" cy="523558"/>
              </a:xfrm>
            </p:grpSpPr>
            <p:grpSp>
              <p:nvGrpSpPr>
                <p:cNvPr id="1356" name="Google Shape;1356;p31"/>
                <p:cNvGrpSpPr/>
                <p:nvPr/>
              </p:nvGrpSpPr>
              <p:grpSpPr>
                <a:xfrm>
                  <a:off x="-2940565" y="3136014"/>
                  <a:ext cx="727555" cy="492333"/>
                  <a:chOff x="-2940565" y="3136014"/>
                  <a:chExt cx="727555" cy="492333"/>
                </a:xfrm>
              </p:grpSpPr>
              <p:grpSp>
                <p:nvGrpSpPr>
                  <p:cNvPr id="1357" name="Google Shape;1357;p31"/>
                  <p:cNvGrpSpPr/>
                  <p:nvPr/>
                </p:nvGrpSpPr>
                <p:grpSpPr>
                  <a:xfrm>
                    <a:off x="-2940565" y="3490627"/>
                    <a:ext cx="107580" cy="137721"/>
                    <a:chOff x="-1475840" y="2934777"/>
                    <a:chExt cx="107580" cy="137721"/>
                  </a:xfrm>
                </p:grpSpPr>
                <p:sp>
                  <p:nvSpPr>
                    <p:cNvPr id="1358" name="Google Shape;135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1"/>
                  <p:cNvGrpSpPr/>
                  <p:nvPr/>
                </p:nvGrpSpPr>
                <p:grpSpPr>
                  <a:xfrm>
                    <a:off x="-2901816" y="3468463"/>
                    <a:ext cx="107580" cy="137721"/>
                    <a:chOff x="-1475840" y="2934777"/>
                    <a:chExt cx="107580" cy="137721"/>
                  </a:xfrm>
                </p:grpSpPr>
                <p:sp>
                  <p:nvSpPr>
                    <p:cNvPr id="1368" name="Google Shape;136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7" name="Google Shape;1377;p31"/>
                  <p:cNvGrpSpPr/>
                  <p:nvPr/>
                </p:nvGrpSpPr>
                <p:grpSpPr>
                  <a:xfrm>
                    <a:off x="-2863068" y="3446300"/>
                    <a:ext cx="107580" cy="137721"/>
                    <a:chOff x="-1475840" y="2934777"/>
                    <a:chExt cx="107580" cy="137721"/>
                  </a:xfrm>
                </p:grpSpPr>
                <p:sp>
                  <p:nvSpPr>
                    <p:cNvPr id="1378" name="Google Shape;137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7" name="Google Shape;1387;p31"/>
                  <p:cNvGrpSpPr/>
                  <p:nvPr/>
                </p:nvGrpSpPr>
                <p:grpSpPr>
                  <a:xfrm>
                    <a:off x="-2824319" y="3424137"/>
                    <a:ext cx="107580" cy="137721"/>
                    <a:chOff x="-1475840" y="2934777"/>
                    <a:chExt cx="107580" cy="137721"/>
                  </a:xfrm>
                </p:grpSpPr>
                <p:sp>
                  <p:nvSpPr>
                    <p:cNvPr id="1388" name="Google Shape;138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7" name="Google Shape;1397;p31"/>
                  <p:cNvGrpSpPr/>
                  <p:nvPr/>
                </p:nvGrpSpPr>
                <p:grpSpPr>
                  <a:xfrm>
                    <a:off x="-2785571" y="3401973"/>
                    <a:ext cx="107580" cy="137721"/>
                    <a:chOff x="-1475840" y="2934777"/>
                    <a:chExt cx="107580" cy="137721"/>
                  </a:xfrm>
                </p:grpSpPr>
                <p:sp>
                  <p:nvSpPr>
                    <p:cNvPr id="1398" name="Google Shape;139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7" name="Google Shape;1407;p31"/>
                  <p:cNvGrpSpPr/>
                  <p:nvPr/>
                </p:nvGrpSpPr>
                <p:grpSpPr>
                  <a:xfrm>
                    <a:off x="-2746822" y="3379810"/>
                    <a:ext cx="107580" cy="137721"/>
                    <a:chOff x="-1475840" y="2934777"/>
                    <a:chExt cx="107580" cy="137721"/>
                  </a:xfrm>
                </p:grpSpPr>
                <p:sp>
                  <p:nvSpPr>
                    <p:cNvPr id="1408" name="Google Shape;140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7" name="Google Shape;1417;p31"/>
                  <p:cNvGrpSpPr/>
                  <p:nvPr/>
                </p:nvGrpSpPr>
                <p:grpSpPr>
                  <a:xfrm>
                    <a:off x="-2708074" y="3357647"/>
                    <a:ext cx="107580" cy="137721"/>
                    <a:chOff x="-1475840" y="2934777"/>
                    <a:chExt cx="107580" cy="137721"/>
                  </a:xfrm>
                </p:grpSpPr>
                <p:sp>
                  <p:nvSpPr>
                    <p:cNvPr id="1418" name="Google Shape;141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7" name="Google Shape;1427;p31"/>
                  <p:cNvGrpSpPr/>
                  <p:nvPr/>
                </p:nvGrpSpPr>
                <p:grpSpPr>
                  <a:xfrm>
                    <a:off x="-2669325" y="3335484"/>
                    <a:ext cx="107580" cy="137721"/>
                    <a:chOff x="-1475840" y="2934777"/>
                    <a:chExt cx="107580" cy="137721"/>
                  </a:xfrm>
                </p:grpSpPr>
                <p:sp>
                  <p:nvSpPr>
                    <p:cNvPr id="1428" name="Google Shape;142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7" name="Google Shape;1437;p31"/>
                  <p:cNvGrpSpPr/>
                  <p:nvPr/>
                </p:nvGrpSpPr>
                <p:grpSpPr>
                  <a:xfrm>
                    <a:off x="-2630577" y="3313320"/>
                    <a:ext cx="107580" cy="137721"/>
                    <a:chOff x="-1475840" y="2934777"/>
                    <a:chExt cx="107580" cy="137721"/>
                  </a:xfrm>
                </p:grpSpPr>
                <p:sp>
                  <p:nvSpPr>
                    <p:cNvPr id="1438" name="Google Shape;143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1"/>
                  <p:cNvGrpSpPr/>
                  <p:nvPr/>
                </p:nvGrpSpPr>
                <p:grpSpPr>
                  <a:xfrm>
                    <a:off x="-2591829" y="3291157"/>
                    <a:ext cx="107580" cy="137721"/>
                    <a:chOff x="-1475840" y="2934777"/>
                    <a:chExt cx="107580" cy="137721"/>
                  </a:xfrm>
                </p:grpSpPr>
                <p:sp>
                  <p:nvSpPr>
                    <p:cNvPr id="1448" name="Google Shape;144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7" name="Google Shape;1457;p31"/>
                  <p:cNvGrpSpPr/>
                  <p:nvPr/>
                </p:nvGrpSpPr>
                <p:grpSpPr>
                  <a:xfrm>
                    <a:off x="-2553080" y="3268994"/>
                    <a:ext cx="107580" cy="137721"/>
                    <a:chOff x="-1475840" y="2934777"/>
                    <a:chExt cx="107580" cy="137721"/>
                  </a:xfrm>
                </p:grpSpPr>
                <p:sp>
                  <p:nvSpPr>
                    <p:cNvPr id="1458" name="Google Shape;145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7" name="Google Shape;1467;p31"/>
                  <p:cNvGrpSpPr/>
                  <p:nvPr/>
                </p:nvGrpSpPr>
                <p:grpSpPr>
                  <a:xfrm>
                    <a:off x="-2514332" y="3246830"/>
                    <a:ext cx="107580" cy="137721"/>
                    <a:chOff x="-1475840" y="2934777"/>
                    <a:chExt cx="107580" cy="137721"/>
                  </a:xfrm>
                </p:grpSpPr>
                <p:sp>
                  <p:nvSpPr>
                    <p:cNvPr id="1468" name="Google Shape;146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7" name="Google Shape;1477;p31"/>
                  <p:cNvGrpSpPr/>
                  <p:nvPr/>
                </p:nvGrpSpPr>
                <p:grpSpPr>
                  <a:xfrm>
                    <a:off x="-2475583" y="3224667"/>
                    <a:ext cx="107580" cy="137721"/>
                    <a:chOff x="-1475840" y="2934777"/>
                    <a:chExt cx="107580" cy="137721"/>
                  </a:xfrm>
                </p:grpSpPr>
                <p:sp>
                  <p:nvSpPr>
                    <p:cNvPr id="1478" name="Google Shape;147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7" name="Google Shape;1487;p31"/>
                  <p:cNvGrpSpPr/>
                  <p:nvPr/>
                </p:nvGrpSpPr>
                <p:grpSpPr>
                  <a:xfrm>
                    <a:off x="-2436835" y="3202504"/>
                    <a:ext cx="107580" cy="137721"/>
                    <a:chOff x="-1475840" y="2934777"/>
                    <a:chExt cx="107580" cy="137721"/>
                  </a:xfrm>
                </p:grpSpPr>
                <p:sp>
                  <p:nvSpPr>
                    <p:cNvPr id="1488" name="Google Shape;148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7" name="Google Shape;1497;p31"/>
                  <p:cNvGrpSpPr/>
                  <p:nvPr/>
                </p:nvGrpSpPr>
                <p:grpSpPr>
                  <a:xfrm>
                    <a:off x="-2398086" y="3180341"/>
                    <a:ext cx="107580" cy="137721"/>
                    <a:chOff x="-1475840" y="2934777"/>
                    <a:chExt cx="107580" cy="137721"/>
                  </a:xfrm>
                </p:grpSpPr>
                <p:sp>
                  <p:nvSpPr>
                    <p:cNvPr id="1498" name="Google Shape;149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1"/>
                  <p:cNvGrpSpPr/>
                  <p:nvPr/>
                </p:nvGrpSpPr>
                <p:grpSpPr>
                  <a:xfrm>
                    <a:off x="-2359338" y="3158177"/>
                    <a:ext cx="107580" cy="137721"/>
                    <a:chOff x="-1475840" y="2934777"/>
                    <a:chExt cx="107580" cy="137721"/>
                  </a:xfrm>
                </p:grpSpPr>
                <p:sp>
                  <p:nvSpPr>
                    <p:cNvPr id="1508" name="Google Shape;150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7" name="Google Shape;1517;p31"/>
                  <p:cNvGrpSpPr/>
                  <p:nvPr/>
                </p:nvGrpSpPr>
                <p:grpSpPr>
                  <a:xfrm>
                    <a:off x="-2320590" y="3136014"/>
                    <a:ext cx="107580" cy="137721"/>
                    <a:chOff x="-1475840" y="2934777"/>
                    <a:chExt cx="107580" cy="137721"/>
                  </a:xfrm>
                </p:grpSpPr>
                <p:sp>
                  <p:nvSpPr>
                    <p:cNvPr id="1518" name="Google Shape;1518;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27" name="Google Shape;1527;p31"/>
                <p:cNvGrpSpPr/>
                <p:nvPr/>
              </p:nvGrpSpPr>
              <p:grpSpPr>
                <a:xfrm flipH="1">
                  <a:off x="-4004340" y="3104789"/>
                  <a:ext cx="727555" cy="492333"/>
                  <a:chOff x="-2940565" y="3136014"/>
                  <a:chExt cx="727555" cy="492333"/>
                </a:xfrm>
              </p:grpSpPr>
              <p:grpSp>
                <p:nvGrpSpPr>
                  <p:cNvPr id="1528" name="Google Shape;1528;p31"/>
                  <p:cNvGrpSpPr/>
                  <p:nvPr/>
                </p:nvGrpSpPr>
                <p:grpSpPr>
                  <a:xfrm>
                    <a:off x="-2940565" y="3490627"/>
                    <a:ext cx="107580" cy="137721"/>
                    <a:chOff x="-1475840" y="2934777"/>
                    <a:chExt cx="107580" cy="137721"/>
                  </a:xfrm>
                </p:grpSpPr>
                <p:sp>
                  <p:nvSpPr>
                    <p:cNvPr id="1529" name="Google Shape;152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1"/>
                  <p:cNvGrpSpPr/>
                  <p:nvPr/>
                </p:nvGrpSpPr>
                <p:grpSpPr>
                  <a:xfrm>
                    <a:off x="-2901816" y="3468463"/>
                    <a:ext cx="107580" cy="137721"/>
                    <a:chOff x="-1475840" y="2934777"/>
                    <a:chExt cx="107580" cy="137721"/>
                  </a:xfrm>
                </p:grpSpPr>
                <p:sp>
                  <p:nvSpPr>
                    <p:cNvPr id="1539" name="Google Shape;153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8" name="Google Shape;1548;p31"/>
                  <p:cNvGrpSpPr/>
                  <p:nvPr/>
                </p:nvGrpSpPr>
                <p:grpSpPr>
                  <a:xfrm>
                    <a:off x="-2863068" y="3446300"/>
                    <a:ext cx="107580" cy="137721"/>
                    <a:chOff x="-1475840" y="2934777"/>
                    <a:chExt cx="107580" cy="137721"/>
                  </a:xfrm>
                </p:grpSpPr>
                <p:sp>
                  <p:nvSpPr>
                    <p:cNvPr id="1549" name="Google Shape;154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8" name="Google Shape;1558;p31"/>
                  <p:cNvGrpSpPr/>
                  <p:nvPr/>
                </p:nvGrpSpPr>
                <p:grpSpPr>
                  <a:xfrm>
                    <a:off x="-2824319" y="3424137"/>
                    <a:ext cx="107580" cy="137721"/>
                    <a:chOff x="-1475840" y="2934777"/>
                    <a:chExt cx="107580" cy="137721"/>
                  </a:xfrm>
                </p:grpSpPr>
                <p:sp>
                  <p:nvSpPr>
                    <p:cNvPr id="1559" name="Google Shape;155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1"/>
                  <p:cNvGrpSpPr/>
                  <p:nvPr/>
                </p:nvGrpSpPr>
                <p:grpSpPr>
                  <a:xfrm>
                    <a:off x="-2785571" y="3401973"/>
                    <a:ext cx="107580" cy="137721"/>
                    <a:chOff x="-1475840" y="2934777"/>
                    <a:chExt cx="107580" cy="137721"/>
                  </a:xfrm>
                </p:grpSpPr>
                <p:sp>
                  <p:nvSpPr>
                    <p:cNvPr id="1569" name="Google Shape;156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8" name="Google Shape;1578;p31"/>
                  <p:cNvGrpSpPr/>
                  <p:nvPr/>
                </p:nvGrpSpPr>
                <p:grpSpPr>
                  <a:xfrm>
                    <a:off x="-2746822" y="3379810"/>
                    <a:ext cx="107580" cy="137721"/>
                    <a:chOff x="-1475840" y="2934777"/>
                    <a:chExt cx="107580" cy="137721"/>
                  </a:xfrm>
                </p:grpSpPr>
                <p:sp>
                  <p:nvSpPr>
                    <p:cNvPr id="1579" name="Google Shape;157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1588;p31"/>
                  <p:cNvGrpSpPr/>
                  <p:nvPr/>
                </p:nvGrpSpPr>
                <p:grpSpPr>
                  <a:xfrm>
                    <a:off x="-2708074" y="3357647"/>
                    <a:ext cx="107580" cy="137721"/>
                    <a:chOff x="-1475840" y="2934777"/>
                    <a:chExt cx="107580" cy="137721"/>
                  </a:xfrm>
                </p:grpSpPr>
                <p:sp>
                  <p:nvSpPr>
                    <p:cNvPr id="1589" name="Google Shape;158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8" name="Google Shape;1598;p31"/>
                  <p:cNvGrpSpPr/>
                  <p:nvPr/>
                </p:nvGrpSpPr>
                <p:grpSpPr>
                  <a:xfrm>
                    <a:off x="-2669325" y="3335484"/>
                    <a:ext cx="107580" cy="137721"/>
                    <a:chOff x="-1475840" y="2934777"/>
                    <a:chExt cx="107580" cy="137721"/>
                  </a:xfrm>
                </p:grpSpPr>
                <p:sp>
                  <p:nvSpPr>
                    <p:cNvPr id="1599" name="Google Shape;159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8" name="Google Shape;1608;p31"/>
                  <p:cNvGrpSpPr/>
                  <p:nvPr/>
                </p:nvGrpSpPr>
                <p:grpSpPr>
                  <a:xfrm>
                    <a:off x="-2630577" y="3313320"/>
                    <a:ext cx="107580" cy="137721"/>
                    <a:chOff x="-1475840" y="2934777"/>
                    <a:chExt cx="107580" cy="137721"/>
                  </a:xfrm>
                </p:grpSpPr>
                <p:sp>
                  <p:nvSpPr>
                    <p:cNvPr id="1609" name="Google Shape;160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8" name="Google Shape;1618;p31"/>
                  <p:cNvGrpSpPr/>
                  <p:nvPr/>
                </p:nvGrpSpPr>
                <p:grpSpPr>
                  <a:xfrm>
                    <a:off x="-2591829" y="3291157"/>
                    <a:ext cx="107580" cy="137721"/>
                    <a:chOff x="-1475840" y="2934777"/>
                    <a:chExt cx="107580" cy="137721"/>
                  </a:xfrm>
                </p:grpSpPr>
                <p:sp>
                  <p:nvSpPr>
                    <p:cNvPr id="1619" name="Google Shape;161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8" name="Google Shape;1628;p31"/>
                  <p:cNvGrpSpPr/>
                  <p:nvPr/>
                </p:nvGrpSpPr>
                <p:grpSpPr>
                  <a:xfrm>
                    <a:off x="-2553080" y="3268994"/>
                    <a:ext cx="107580" cy="137721"/>
                    <a:chOff x="-1475840" y="2934777"/>
                    <a:chExt cx="107580" cy="137721"/>
                  </a:xfrm>
                </p:grpSpPr>
                <p:sp>
                  <p:nvSpPr>
                    <p:cNvPr id="1629" name="Google Shape;162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8" name="Google Shape;1638;p31"/>
                  <p:cNvGrpSpPr/>
                  <p:nvPr/>
                </p:nvGrpSpPr>
                <p:grpSpPr>
                  <a:xfrm>
                    <a:off x="-2514332" y="3246830"/>
                    <a:ext cx="107580" cy="137721"/>
                    <a:chOff x="-1475840" y="2934777"/>
                    <a:chExt cx="107580" cy="137721"/>
                  </a:xfrm>
                </p:grpSpPr>
                <p:sp>
                  <p:nvSpPr>
                    <p:cNvPr id="1639" name="Google Shape;163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8" name="Google Shape;1648;p31"/>
                  <p:cNvGrpSpPr/>
                  <p:nvPr/>
                </p:nvGrpSpPr>
                <p:grpSpPr>
                  <a:xfrm>
                    <a:off x="-2475583" y="3224667"/>
                    <a:ext cx="107580" cy="137721"/>
                    <a:chOff x="-1475840" y="2934777"/>
                    <a:chExt cx="107580" cy="137721"/>
                  </a:xfrm>
                </p:grpSpPr>
                <p:sp>
                  <p:nvSpPr>
                    <p:cNvPr id="1649" name="Google Shape;164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8" name="Google Shape;1658;p31"/>
                  <p:cNvGrpSpPr/>
                  <p:nvPr/>
                </p:nvGrpSpPr>
                <p:grpSpPr>
                  <a:xfrm>
                    <a:off x="-2436835" y="3202504"/>
                    <a:ext cx="107580" cy="137721"/>
                    <a:chOff x="-1475840" y="2934777"/>
                    <a:chExt cx="107580" cy="137721"/>
                  </a:xfrm>
                </p:grpSpPr>
                <p:sp>
                  <p:nvSpPr>
                    <p:cNvPr id="1659" name="Google Shape;165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1"/>
                  <p:cNvGrpSpPr/>
                  <p:nvPr/>
                </p:nvGrpSpPr>
                <p:grpSpPr>
                  <a:xfrm>
                    <a:off x="-2398086" y="3180341"/>
                    <a:ext cx="107580" cy="137721"/>
                    <a:chOff x="-1475840" y="2934777"/>
                    <a:chExt cx="107580" cy="137721"/>
                  </a:xfrm>
                </p:grpSpPr>
                <p:sp>
                  <p:nvSpPr>
                    <p:cNvPr id="1669" name="Google Shape;166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8" name="Google Shape;1678;p31"/>
                  <p:cNvGrpSpPr/>
                  <p:nvPr/>
                </p:nvGrpSpPr>
                <p:grpSpPr>
                  <a:xfrm>
                    <a:off x="-2359338" y="3158177"/>
                    <a:ext cx="107580" cy="137721"/>
                    <a:chOff x="-1475840" y="2934777"/>
                    <a:chExt cx="107580" cy="137721"/>
                  </a:xfrm>
                </p:grpSpPr>
                <p:sp>
                  <p:nvSpPr>
                    <p:cNvPr id="1679" name="Google Shape;167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8" name="Google Shape;1688;p31"/>
                  <p:cNvGrpSpPr/>
                  <p:nvPr/>
                </p:nvGrpSpPr>
                <p:grpSpPr>
                  <a:xfrm>
                    <a:off x="-2320590" y="3136014"/>
                    <a:ext cx="107580" cy="137721"/>
                    <a:chOff x="-1475840" y="2934777"/>
                    <a:chExt cx="107580" cy="137721"/>
                  </a:xfrm>
                </p:grpSpPr>
                <p:sp>
                  <p:nvSpPr>
                    <p:cNvPr id="1689" name="Google Shape;1689;p31"/>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1"/>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1"/>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1"/>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1"/>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1"/>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1"/>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698" name="Google Shape;1698;p31"/>
            <p:cNvGrpSpPr/>
            <p:nvPr/>
          </p:nvGrpSpPr>
          <p:grpSpPr>
            <a:xfrm>
              <a:off x="6152311" y="1282007"/>
              <a:ext cx="664880" cy="790316"/>
              <a:chOff x="-2482589" y="3634532"/>
              <a:chExt cx="664880" cy="790316"/>
            </a:xfrm>
          </p:grpSpPr>
          <p:sp>
            <p:nvSpPr>
              <p:cNvPr id="1699" name="Google Shape;1699;p31"/>
              <p:cNvSpPr/>
              <p:nvPr/>
            </p:nvSpPr>
            <p:spPr>
              <a:xfrm>
                <a:off x="-2430238" y="3857088"/>
                <a:ext cx="47925" cy="403375"/>
              </a:xfrm>
              <a:custGeom>
                <a:avLst/>
                <a:gdLst/>
                <a:ahLst/>
                <a:cxnLst/>
                <a:rect l="l" t="t" r="r" b="b"/>
                <a:pathLst>
                  <a:path w="379" h="3190" extrusionOk="0">
                    <a:moveTo>
                      <a:pt x="0" y="0"/>
                    </a:moveTo>
                    <a:lnTo>
                      <a:pt x="0" y="3001"/>
                    </a:lnTo>
                    <a:cubicBezTo>
                      <a:pt x="0" y="3107"/>
                      <a:pt x="83" y="3190"/>
                      <a:pt x="189" y="3190"/>
                    </a:cubicBezTo>
                    <a:cubicBezTo>
                      <a:pt x="295" y="3190"/>
                      <a:pt x="378" y="3095"/>
                      <a:pt x="378" y="3001"/>
                    </a:cubicBezTo>
                    <a:lnTo>
                      <a:pt x="378"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1"/>
              <p:cNvSpPr/>
              <p:nvPr/>
            </p:nvSpPr>
            <p:spPr>
              <a:xfrm>
                <a:off x="-2174805" y="3857088"/>
                <a:ext cx="49315" cy="551322"/>
              </a:xfrm>
              <a:custGeom>
                <a:avLst/>
                <a:gdLst/>
                <a:ahLst/>
                <a:cxnLst/>
                <a:rect l="l" t="t" r="r" b="b"/>
                <a:pathLst>
                  <a:path w="390" h="4360" extrusionOk="0">
                    <a:moveTo>
                      <a:pt x="0" y="0"/>
                    </a:moveTo>
                    <a:lnTo>
                      <a:pt x="0" y="4170"/>
                    </a:lnTo>
                    <a:cubicBezTo>
                      <a:pt x="0" y="4265"/>
                      <a:pt x="95" y="4359"/>
                      <a:pt x="189" y="4359"/>
                    </a:cubicBezTo>
                    <a:cubicBezTo>
                      <a:pt x="295" y="4359"/>
                      <a:pt x="390" y="4265"/>
                      <a:pt x="390" y="4170"/>
                    </a:cubicBezTo>
                    <a:lnTo>
                      <a:pt x="390" y="0"/>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1"/>
              <p:cNvSpPr/>
              <p:nvPr/>
            </p:nvSpPr>
            <p:spPr>
              <a:xfrm>
                <a:off x="-1919371" y="3857088"/>
                <a:ext cx="49442" cy="403375"/>
              </a:xfrm>
              <a:custGeom>
                <a:avLst/>
                <a:gdLst/>
                <a:ahLst/>
                <a:cxnLst/>
                <a:rect l="l" t="t" r="r" b="b"/>
                <a:pathLst>
                  <a:path w="391" h="3190" extrusionOk="0">
                    <a:moveTo>
                      <a:pt x="0" y="0"/>
                    </a:moveTo>
                    <a:lnTo>
                      <a:pt x="0" y="3001"/>
                    </a:lnTo>
                    <a:cubicBezTo>
                      <a:pt x="0" y="3107"/>
                      <a:pt x="95" y="3190"/>
                      <a:pt x="201" y="3190"/>
                    </a:cubicBezTo>
                    <a:cubicBezTo>
                      <a:pt x="296" y="3190"/>
                      <a:pt x="390" y="3095"/>
                      <a:pt x="390" y="3001"/>
                    </a:cubicBezTo>
                    <a:lnTo>
                      <a:pt x="39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1"/>
              <p:cNvSpPr/>
              <p:nvPr/>
            </p:nvSpPr>
            <p:spPr>
              <a:xfrm>
                <a:off x="-2174805" y="3873526"/>
                <a:ext cx="49315" cy="551322"/>
              </a:xfrm>
              <a:custGeom>
                <a:avLst/>
                <a:gdLst/>
                <a:ahLst/>
                <a:cxnLst/>
                <a:rect l="l" t="t" r="r" b="b"/>
                <a:pathLst>
                  <a:path w="390" h="4360" extrusionOk="0">
                    <a:moveTo>
                      <a:pt x="0" y="0"/>
                    </a:moveTo>
                    <a:lnTo>
                      <a:pt x="0" y="4170"/>
                    </a:lnTo>
                    <a:cubicBezTo>
                      <a:pt x="0" y="4277"/>
                      <a:pt x="95" y="4359"/>
                      <a:pt x="189" y="4359"/>
                    </a:cubicBezTo>
                    <a:cubicBezTo>
                      <a:pt x="295" y="4359"/>
                      <a:pt x="390" y="4265"/>
                      <a:pt x="390" y="4170"/>
                    </a:cubicBezTo>
                    <a:lnTo>
                      <a:pt x="39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1"/>
              <p:cNvSpPr/>
              <p:nvPr/>
            </p:nvSpPr>
            <p:spPr>
              <a:xfrm>
                <a:off x="-2150905" y="3827118"/>
                <a:ext cx="333196" cy="378086"/>
              </a:xfrm>
              <a:custGeom>
                <a:avLst/>
                <a:gdLst/>
                <a:ahLst/>
                <a:cxnLst/>
                <a:rect l="l" t="t" r="r" b="b"/>
                <a:pathLst>
                  <a:path w="2635" h="2990" extrusionOk="0">
                    <a:moveTo>
                      <a:pt x="2634" y="1"/>
                    </a:moveTo>
                    <a:lnTo>
                      <a:pt x="0" y="1525"/>
                    </a:lnTo>
                    <a:lnTo>
                      <a:pt x="0" y="2990"/>
                    </a:lnTo>
                    <a:lnTo>
                      <a:pt x="2623" y="1466"/>
                    </a:lnTo>
                    <a:lnTo>
                      <a:pt x="2634" y="1"/>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1"/>
              <p:cNvSpPr/>
              <p:nvPr/>
            </p:nvSpPr>
            <p:spPr>
              <a:xfrm>
                <a:off x="-2482589" y="3827118"/>
                <a:ext cx="331805" cy="378086"/>
              </a:xfrm>
              <a:custGeom>
                <a:avLst/>
                <a:gdLst/>
                <a:ahLst/>
                <a:cxnLst/>
                <a:rect l="l" t="t" r="r" b="b"/>
                <a:pathLst>
                  <a:path w="2624" h="2990" extrusionOk="0">
                    <a:moveTo>
                      <a:pt x="1" y="1"/>
                    </a:moveTo>
                    <a:lnTo>
                      <a:pt x="1" y="1466"/>
                    </a:lnTo>
                    <a:lnTo>
                      <a:pt x="2623" y="2990"/>
                    </a:lnTo>
                    <a:lnTo>
                      <a:pt x="2623" y="1525"/>
                    </a:lnTo>
                    <a:lnTo>
                      <a:pt x="1" y="1"/>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1"/>
              <p:cNvSpPr/>
              <p:nvPr/>
            </p:nvSpPr>
            <p:spPr>
              <a:xfrm>
                <a:off x="-2482589" y="3634532"/>
                <a:ext cx="664874" cy="385420"/>
              </a:xfrm>
              <a:custGeom>
                <a:avLst/>
                <a:gdLst/>
                <a:ahLst/>
                <a:cxnLst/>
                <a:rect l="l" t="t" r="r" b="b"/>
                <a:pathLst>
                  <a:path w="5258" h="3048" extrusionOk="0">
                    <a:moveTo>
                      <a:pt x="2611" y="0"/>
                    </a:moveTo>
                    <a:lnTo>
                      <a:pt x="1" y="1524"/>
                    </a:lnTo>
                    <a:lnTo>
                      <a:pt x="2623" y="3048"/>
                    </a:lnTo>
                    <a:lnTo>
                      <a:pt x="5257" y="1524"/>
                    </a:lnTo>
                    <a:lnTo>
                      <a:pt x="2611" y="0"/>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1"/>
              <p:cNvSpPr/>
              <p:nvPr/>
            </p:nvSpPr>
            <p:spPr>
              <a:xfrm>
                <a:off x="-2437825" y="3661340"/>
                <a:ext cx="321309" cy="185376"/>
              </a:xfrm>
              <a:custGeom>
                <a:avLst/>
                <a:gdLst/>
                <a:ahLst/>
                <a:cxnLst/>
                <a:rect l="l" t="t" r="r" b="b"/>
                <a:pathLst>
                  <a:path w="2541" h="1466" extrusionOk="0">
                    <a:moveTo>
                      <a:pt x="2293" y="1"/>
                    </a:moveTo>
                    <a:lnTo>
                      <a:pt x="1" y="1312"/>
                    </a:lnTo>
                    <a:lnTo>
                      <a:pt x="249" y="1466"/>
                    </a:lnTo>
                    <a:lnTo>
                      <a:pt x="2541" y="131"/>
                    </a:lnTo>
                    <a:lnTo>
                      <a:pt x="2293"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1"/>
              <p:cNvSpPr/>
              <p:nvPr/>
            </p:nvSpPr>
            <p:spPr>
              <a:xfrm>
                <a:off x="-2349688" y="3801828"/>
                <a:ext cx="213827" cy="122530"/>
              </a:xfrm>
              <a:custGeom>
                <a:avLst/>
                <a:gdLst/>
                <a:ahLst/>
                <a:cxnLst/>
                <a:rect l="l" t="t" r="r" b="b"/>
                <a:pathLst>
                  <a:path w="1691" h="969" extrusionOk="0">
                    <a:moveTo>
                      <a:pt x="1064" y="0"/>
                    </a:moveTo>
                    <a:lnTo>
                      <a:pt x="1" y="603"/>
                    </a:lnTo>
                    <a:lnTo>
                      <a:pt x="627" y="969"/>
                    </a:lnTo>
                    <a:lnTo>
                      <a:pt x="1690" y="355"/>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1"/>
              <p:cNvSpPr/>
              <p:nvPr/>
            </p:nvSpPr>
            <p:spPr>
              <a:xfrm>
                <a:off x="-2392935" y="3774894"/>
                <a:ext cx="164385" cy="95723"/>
              </a:xfrm>
              <a:custGeom>
                <a:avLst/>
                <a:gdLst/>
                <a:ahLst/>
                <a:cxnLst/>
                <a:rect l="l" t="t" r="r" b="b"/>
                <a:pathLst>
                  <a:path w="1300" h="757" extrusionOk="0">
                    <a:moveTo>
                      <a:pt x="1064" y="1"/>
                    </a:moveTo>
                    <a:lnTo>
                      <a:pt x="0" y="615"/>
                    </a:lnTo>
                    <a:lnTo>
                      <a:pt x="237" y="757"/>
                    </a:lnTo>
                    <a:lnTo>
                      <a:pt x="1300" y="154"/>
                    </a:lnTo>
                    <a:lnTo>
                      <a:pt x="1064"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1"/>
              <p:cNvSpPr/>
              <p:nvPr/>
            </p:nvSpPr>
            <p:spPr>
              <a:xfrm>
                <a:off x="-2240560" y="3685239"/>
                <a:ext cx="167420" cy="97240"/>
              </a:xfrm>
              <a:custGeom>
                <a:avLst/>
                <a:gdLst/>
                <a:ahLst/>
                <a:cxnLst/>
                <a:rect l="l" t="t" r="r" b="b"/>
                <a:pathLst>
                  <a:path w="1324" h="769" extrusionOk="0">
                    <a:moveTo>
                      <a:pt x="1064" y="1"/>
                    </a:moveTo>
                    <a:lnTo>
                      <a:pt x="0" y="627"/>
                    </a:lnTo>
                    <a:lnTo>
                      <a:pt x="260" y="769"/>
                    </a:lnTo>
                    <a:lnTo>
                      <a:pt x="1323" y="154"/>
                    </a:lnTo>
                    <a:lnTo>
                      <a:pt x="1064"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1"/>
              <p:cNvSpPr/>
              <p:nvPr/>
            </p:nvSpPr>
            <p:spPr>
              <a:xfrm>
                <a:off x="-2195796" y="3712174"/>
                <a:ext cx="167420" cy="94205"/>
              </a:xfrm>
              <a:custGeom>
                <a:avLst/>
                <a:gdLst/>
                <a:ahLst/>
                <a:cxnLst/>
                <a:rect l="l" t="t" r="r" b="b"/>
                <a:pathLst>
                  <a:path w="1324" h="745" extrusionOk="0">
                    <a:moveTo>
                      <a:pt x="1064" y="0"/>
                    </a:moveTo>
                    <a:lnTo>
                      <a:pt x="1" y="615"/>
                    </a:lnTo>
                    <a:lnTo>
                      <a:pt x="261" y="745"/>
                    </a:lnTo>
                    <a:lnTo>
                      <a:pt x="1324" y="142"/>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1"/>
              <p:cNvSpPr/>
              <p:nvPr/>
            </p:nvSpPr>
            <p:spPr>
              <a:xfrm>
                <a:off x="-2146479" y="3739108"/>
                <a:ext cx="164511" cy="95723"/>
              </a:xfrm>
              <a:custGeom>
                <a:avLst/>
                <a:gdLst/>
                <a:ahLst/>
                <a:cxnLst/>
                <a:rect l="l" t="t" r="r" b="b"/>
                <a:pathLst>
                  <a:path w="1301" h="757" extrusionOk="0">
                    <a:moveTo>
                      <a:pt x="1064" y="0"/>
                    </a:moveTo>
                    <a:lnTo>
                      <a:pt x="1" y="602"/>
                    </a:lnTo>
                    <a:lnTo>
                      <a:pt x="237" y="756"/>
                    </a:lnTo>
                    <a:lnTo>
                      <a:pt x="1300" y="142"/>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1"/>
              <p:cNvSpPr/>
              <p:nvPr/>
            </p:nvSpPr>
            <p:spPr>
              <a:xfrm>
                <a:off x="-2031408" y="3754029"/>
                <a:ext cx="159959" cy="122530"/>
              </a:xfrm>
              <a:custGeom>
                <a:avLst/>
                <a:gdLst/>
                <a:ahLst/>
                <a:cxnLst/>
                <a:rect l="l" t="t" r="r" b="b"/>
                <a:pathLst>
                  <a:path w="1265" h="969" extrusionOk="0">
                    <a:moveTo>
                      <a:pt x="0" y="0"/>
                    </a:moveTo>
                    <a:lnTo>
                      <a:pt x="0" y="591"/>
                    </a:lnTo>
                    <a:cubicBezTo>
                      <a:pt x="0" y="697"/>
                      <a:pt x="83" y="792"/>
                      <a:pt x="201" y="862"/>
                    </a:cubicBezTo>
                    <a:cubicBezTo>
                      <a:pt x="319" y="933"/>
                      <a:pt x="476" y="969"/>
                      <a:pt x="635" y="969"/>
                    </a:cubicBezTo>
                    <a:cubicBezTo>
                      <a:pt x="795" y="969"/>
                      <a:pt x="957" y="933"/>
                      <a:pt x="1087" y="862"/>
                    </a:cubicBezTo>
                    <a:cubicBezTo>
                      <a:pt x="1205" y="803"/>
                      <a:pt x="1264" y="697"/>
                      <a:pt x="1264" y="614"/>
                    </a:cubicBezTo>
                    <a:lnTo>
                      <a:pt x="1264" y="24"/>
                    </a:lnTo>
                    <a:cubicBezTo>
                      <a:pt x="1264" y="106"/>
                      <a:pt x="1205" y="189"/>
                      <a:pt x="1087" y="272"/>
                    </a:cubicBezTo>
                    <a:cubicBezTo>
                      <a:pt x="969" y="343"/>
                      <a:pt x="809" y="378"/>
                      <a:pt x="648" y="378"/>
                    </a:cubicBezTo>
                    <a:cubicBezTo>
                      <a:pt x="487" y="378"/>
                      <a:pt x="325" y="343"/>
                      <a:pt x="201" y="272"/>
                    </a:cubicBezTo>
                    <a:cubicBezTo>
                      <a:pt x="59" y="201"/>
                      <a:pt x="0" y="95"/>
                      <a:pt x="0" y="0"/>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1"/>
              <p:cNvSpPr/>
              <p:nvPr/>
            </p:nvSpPr>
            <p:spPr>
              <a:xfrm>
                <a:off x="-2013578" y="3755420"/>
                <a:ext cx="142130" cy="120380"/>
              </a:xfrm>
              <a:custGeom>
                <a:avLst/>
                <a:gdLst/>
                <a:ahLst/>
                <a:cxnLst/>
                <a:rect l="l" t="t" r="r" b="b"/>
                <a:pathLst>
                  <a:path w="1124" h="952" extrusionOk="0">
                    <a:moveTo>
                      <a:pt x="1123" y="1"/>
                    </a:moveTo>
                    <a:cubicBezTo>
                      <a:pt x="1123" y="95"/>
                      <a:pt x="1064" y="178"/>
                      <a:pt x="946" y="261"/>
                    </a:cubicBezTo>
                    <a:cubicBezTo>
                      <a:pt x="851" y="296"/>
                      <a:pt x="769" y="332"/>
                      <a:pt x="662" y="344"/>
                    </a:cubicBezTo>
                    <a:cubicBezTo>
                      <a:pt x="609" y="355"/>
                      <a:pt x="556" y="361"/>
                      <a:pt x="502" y="361"/>
                    </a:cubicBezTo>
                    <a:cubicBezTo>
                      <a:pt x="447" y="361"/>
                      <a:pt x="391" y="355"/>
                      <a:pt x="332" y="344"/>
                    </a:cubicBezTo>
                    <a:cubicBezTo>
                      <a:pt x="237" y="332"/>
                      <a:pt x="131" y="308"/>
                      <a:pt x="36" y="261"/>
                    </a:cubicBezTo>
                    <a:cubicBezTo>
                      <a:pt x="25" y="237"/>
                      <a:pt x="13" y="237"/>
                      <a:pt x="1" y="225"/>
                    </a:cubicBezTo>
                    <a:lnTo>
                      <a:pt x="1" y="816"/>
                    </a:lnTo>
                    <a:cubicBezTo>
                      <a:pt x="13" y="828"/>
                      <a:pt x="25" y="828"/>
                      <a:pt x="36" y="851"/>
                    </a:cubicBezTo>
                    <a:cubicBezTo>
                      <a:pt x="131" y="887"/>
                      <a:pt x="214" y="922"/>
                      <a:pt x="332" y="934"/>
                    </a:cubicBezTo>
                    <a:cubicBezTo>
                      <a:pt x="385" y="946"/>
                      <a:pt x="438" y="952"/>
                      <a:pt x="493" y="952"/>
                    </a:cubicBezTo>
                    <a:cubicBezTo>
                      <a:pt x="547" y="952"/>
                      <a:pt x="603" y="946"/>
                      <a:pt x="662" y="934"/>
                    </a:cubicBezTo>
                    <a:cubicBezTo>
                      <a:pt x="769" y="922"/>
                      <a:pt x="863" y="899"/>
                      <a:pt x="946" y="851"/>
                    </a:cubicBezTo>
                    <a:cubicBezTo>
                      <a:pt x="1064" y="769"/>
                      <a:pt x="1123" y="686"/>
                      <a:pt x="1123" y="592"/>
                    </a:cubicBezTo>
                    <a:lnTo>
                      <a:pt x="1123"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1"/>
              <p:cNvSpPr/>
              <p:nvPr/>
            </p:nvSpPr>
            <p:spPr>
              <a:xfrm>
                <a:off x="-2032925" y="3754029"/>
                <a:ext cx="18082" cy="104701"/>
              </a:xfrm>
              <a:custGeom>
                <a:avLst/>
                <a:gdLst/>
                <a:ahLst/>
                <a:cxnLst/>
                <a:rect l="l" t="t" r="r" b="b"/>
                <a:pathLst>
                  <a:path w="143" h="828" extrusionOk="0">
                    <a:moveTo>
                      <a:pt x="0" y="0"/>
                    </a:moveTo>
                    <a:lnTo>
                      <a:pt x="0" y="591"/>
                    </a:lnTo>
                    <a:cubicBezTo>
                      <a:pt x="0" y="614"/>
                      <a:pt x="0" y="638"/>
                      <a:pt x="12" y="650"/>
                    </a:cubicBezTo>
                    <a:cubicBezTo>
                      <a:pt x="36" y="709"/>
                      <a:pt x="71" y="768"/>
                      <a:pt x="142" y="827"/>
                    </a:cubicBezTo>
                    <a:lnTo>
                      <a:pt x="142" y="236"/>
                    </a:lnTo>
                    <a:cubicBezTo>
                      <a:pt x="71" y="201"/>
                      <a:pt x="24" y="142"/>
                      <a:pt x="12" y="59"/>
                    </a:cubicBezTo>
                    <a:cubicBezTo>
                      <a:pt x="12" y="47"/>
                      <a:pt x="0" y="24"/>
                      <a:pt x="0" y="0"/>
                    </a:cubicBezTo>
                    <a:close/>
                  </a:path>
                </a:pathLst>
              </a:custGeom>
              <a:solidFill>
                <a:srgbClr val="282A2E"/>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1"/>
              <p:cNvSpPr/>
              <p:nvPr/>
            </p:nvSpPr>
            <p:spPr>
              <a:xfrm>
                <a:off x="-2040386" y="3709139"/>
                <a:ext cx="174880" cy="92814"/>
              </a:xfrm>
              <a:custGeom>
                <a:avLst/>
                <a:gdLst/>
                <a:ahLst/>
                <a:cxnLst/>
                <a:rect l="l" t="t" r="r" b="b"/>
                <a:pathLst>
                  <a:path w="1383" h="734" extrusionOk="0">
                    <a:moveTo>
                      <a:pt x="696" y="1"/>
                    </a:moveTo>
                    <a:cubicBezTo>
                      <a:pt x="535" y="1"/>
                      <a:pt x="372" y="36"/>
                      <a:pt x="248" y="107"/>
                    </a:cubicBezTo>
                    <a:cubicBezTo>
                      <a:pt x="0" y="249"/>
                      <a:pt x="0" y="473"/>
                      <a:pt x="248" y="627"/>
                    </a:cubicBezTo>
                    <a:cubicBezTo>
                      <a:pt x="367" y="698"/>
                      <a:pt x="526" y="733"/>
                      <a:pt x="687" y="733"/>
                    </a:cubicBezTo>
                    <a:cubicBezTo>
                      <a:pt x="848" y="733"/>
                      <a:pt x="1010" y="698"/>
                      <a:pt x="1134" y="627"/>
                    </a:cubicBezTo>
                    <a:cubicBezTo>
                      <a:pt x="1382" y="473"/>
                      <a:pt x="1382" y="261"/>
                      <a:pt x="1134" y="107"/>
                    </a:cubicBezTo>
                    <a:cubicBezTo>
                      <a:pt x="1016" y="36"/>
                      <a:pt x="857" y="1"/>
                      <a:pt x="696"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1"/>
              <p:cNvSpPr/>
              <p:nvPr/>
            </p:nvSpPr>
            <p:spPr>
              <a:xfrm>
                <a:off x="-2040386" y="3709139"/>
                <a:ext cx="174880" cy="92814"/>
              </a:xfrm>
              <a:custGeom>
                <a:avLst/>
                <a:gdLst/>
                <a:ahLst/>
                <a:cxnLst/>
                <a:rect l="l" t="t" r="r" b="b"/>
                <a:pathLst>
                  <a:path w="1383" h="734" extrusionOk="0">
                    <a:moveTo>
                      <a:pt x="696" y="1"/>
                    </a:moveTo>
                    <a:cubicBezTo>
                      <a:pt x="535" y="1"/>
                      <a:pt x="372" y="36"/>
                      <a:pt x="248" y="107"/>
                    </a:cubicBezTo>
                    <a:cubicBezTo>
                      <a:pt x="0" y="249"/>
                      <a:pt x="0" y="473"/>
                      <a:pt x="248" y="627"/>
                    </a:cubicBezTo>
                    <a:cubicBezTo>
                      <a:pt x="367" y="698"/>
                      <a:pt x="526" y="733"/>
                      <a:pt x="687" y="733"/>
                    </a:cubicBezTo>
                    <a:cubicBezTo>
                      <a:pt x="848" y="733"/>
                      <a:pt x="1010" y="698"/>
                      <a:pt x="1134" y="627"/>
                    </a:cubicBezTo>
                    <a:cubicBezTo>
                      <a:pt x="1382" y="473"/>
                      <a:pt x="1382" y="261"/>
                      <a:pt x="1134" y="107"/>
                    </a:cubicBezTo>
                    <a:cubicBezTo>
                      <a:pt x="1016" y="36"/>
                      <a:pt x="857" y="1"/>
                      <a:pt x="696"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1"/>
              <p:cNvSpPr/>
              <p:nvPr/>
            </p:nvSpPr>
            <p:spPr>
              <a:xfrm>
                <a:off x="-2014969" y="3722669"/>
                <a:ext cx="125565" cy="65375"/>
              </a:xfrm>
              <a:custGeom>
                <a:avLst/>
                <a:gdLst/>
                <a:ahLst/>
                <a:cxnLst/>
                <a:rect l="l" t="t" r="r" b="b"/>
                <a:pathLst>
                  <a:path w="993" h="517" extrusionOk="0">
                    <a:moveTo>
                      <a:pt x="501" y="0"/>
                    </a:moveTo>
                    <a:cubicBezTo>
                      <a:pt x="387" y="0"/>
                      <a:pt x="272" y="24"/>
                      <a:pt x="177" y="71"/>
                    </a:cubicBezTo>
                    <a:cubicBezTo>
                      <a:pt x="0" y="177"/>
                      <a:pt x="0" y="343"/>
                      <a:pt x="177" y="437"/>
                    </a:cubicBezTo>
                    <a:cubicBezTo>
                      <a:pt x="266" y="490"/>
                      <a:pt x="381" y="517"/>
                      <a:pt x="496" y="517"/>
                    </a:cubicBezTo>
                    <a:cubicBezTo>
                      <a:pt x="611" y="517"/>
                      <a:pt x="727" y="490"/>
                      <a:pt x="815" y="437"/>
                    </a:cubicBezTo>
                    <a:cubicBezTo>
                      <a:pt x="992" y="343"/>
                      <a:pt x="992" y="177"/>
                      <a:pt x="815" y="71"/>
                    </a:cubicBezTo>
                    <a:cubicBezTo>
                      <a:pt x="727" y="24"/>
                      <a:pt x="614" y="0"/>
                      <a:pt x="501" y="0"/>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1"/>
              <p:cNvSpPr/>
              <p:nvPr/>
            </p:nvSpPr>
            <p:spPr>
              <a:xfrm>
                <a:off x="-2010543" y="3722669"/>
                <a:ext cx="116587" cy="37429"/>
              </a:xfrm>
              <a:custGeom>
                <a:avLst/>
                <a:gdLst/>
                <a:ahLst/>
                <a:cxnLst/>
                <a:rect l="l" t="t" r="r" b="b"/>
                <a:pathLst>
                  <a:path w="922" h="296" extrusionOk="0">
                    <a:moveTo>
                      <a:pt x="449" y="0"/>
                    </a:moveTo>
                    <a:cubicBezTo>
                      <a:pt x="334" y="0"/>
                      <a:pt x="219" y="24"/>
                      <a:pt x="131" y="71"/>
                    </a:cubicBezTo>
                    <a:cubicBezTo>
                      <a:pt x="48" y="130"/>
                      <a:pt x="1" y="225"/>
                      <a:pt x="12" y="295"/>
                    </a:cubicBezTo>
                    <a:cubicBezTo>
                      <a:pt x="12" y="236"/>
                      <a:pt x="60" y="189"/>
                      <a:pt x="131" y="142"/>
                    </a:cubicBezTo>
                    <a:cubicBezTo>
                      <a:pt x="219" y="95"/>
                      <a:pt x="334" y="71"/>
                      <a:pt x="449" y="71"/>
                    </a:cubicBezTo>
                    <a:cubicBezTo>
                      <a:pt x="565" y="71"/>
                      <a:pt x="680" y="95"/>
                      <a:pt x="768" y="142"/>
                    </a:cubicBezTo>
                    <a:cubicBezTo>
                      <a:pt x="839" y="189"/>
                      <a:pt x="887" y="236"/>
                      <a:pt x="898" y="295"/>
                    </a:cubicBezTo>
                    <a:cubicBezTo>
                      <a:pt x="922" y="225"/>
                      <a:pt x="887" y="130"/>
                      <a:pt x="768" y="71"/>
                    </a:cubicBezTo>
                    <a:cubicBezTo>
                      <a:pt x="680" y="24"/>
                      <a:pt x="565" y="0"/>
                      <a:pt x="449" y="0"/>
                    </a:cubicBez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1"/>
              <p:cNvSpPr/>
              <p:nvPr/>
            </p:nvSpPr>
            <p:spPr>
              <a:xfrm>
                <a:off x="-2014969" y="3783872"/>
                <a:ext cx="53868" cy="92688"/>
              </a:xfrm>
              <a:custGeom>
                <a:avLst/>
                <a:gdLst/>
                <a:ahLst/>
                <a:cxnLst/>
                <a:rect l="l" t="t" r="r" b="b"/>
                <a:pathLst>
                  <a:path w="426" h="733" extrusionOk="0">
                    <a:moveTo>
                      <a:pt x="0" y="0"/>
                    </a:moveTo>
                    <a:lnTo>
                      <a:pt x="0" y="591"/>
                    </a:lnTo>
                    <a:cubicBezTo>
                      <a:pt x="24" y="603"/>
                      <a:pt x="36" y="603"/>
                      <a:pt x="47" y="626"/>
                    </a:cubicBezTo>
                    <a:cubicBezTo>
                      <a:pt x="142" y="662"/>
                      <a:pt x="225" y="697"/>
                      <a:pt x="343" y="709"/>
                    </a:cubicBezTo>
                    <a:cubicBezTo>
                      <a:pt x="378" y="709"/>
                      <a:pt x="402" y="709"/>
                      <a:pt x="425" y="733"/>
                    </a:cubicBezTo>
                    <a:lnTo>
                      <a:pt x="425" y="142"/>
                    </a:lnTo>
                    <a:cubicBezTo>
                      <a:pt x="390" y="142"/>
                      <a:pt x="366" y="142"/>
                      <a:pt x="343" y="119"/>
                    </a:cubicBezTo>
                    <a:cubicBezTo>
                      <a:pt x="248" y="107"/>
                      <a:pt x="142" y="83"/>
                      <a:pt x="47" y="36"/>
                    </a:cubicBezTo>
                    <a:cubicBezTo>
                      <a:pt x="36" y="12"/>
                      <a:pt x="24" y="12"/>
                      <a:pt x="0" y="0"/>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1"/>
              <p:cNvSpPr/>
              <p:nvPr/>
            </p:nvSpPr>
            <p:spPr>
              <a:xfrm>
                <a:off x="-2457172" y="3877952"/>
                <a:ext cx="280972" cy="245060"/>
              </a:xfrm>
              <a:custGeom>
                <a:avLst/>
                <a:gdLst/>
                <a:ahLst/>
                <a:cxnLst/>
                <a:rect l="l" t="t" r="r" b="b"/>
                <a:pathLst>
                  <a:path w="2222" h="1938" extrusionOk="0">
                    <a:moveTo>
                      <a:pt x="0" y="1"/>
                    </a:moveTo>
                    <a:lnTo>
                      <a:pt x="0" y="650"/>
                    </a:lnTo>
                    <a:lnTo>
                      <a:pt x="2221" y="1938"/>
                    </a:lnTo>
                    <a:lnTo>
                      <a:pt x="2221" y="1265"/>
                    </a:lnTo>
                    <a:lnTo>
                      <a:pt x="0"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1"/>
              <p:cNvSpPr/>
              <p:nvPr/>
            </p:nvSpPr>
            <p:spPr>
              <a:xfrm>
                <a:off x="-2150905" y="3827118"/>
                <a:ext cx="333196" cy="378086"/>
              </a:xfrm>
              <a:custGeom>
                <a:avLst/>
                <a:gdLst/>
                <a:ahLst/>
                <a:cxnLst/>
                <a:rect l="l" t="t" r="r" b="b"/>
                <a:pathLst>
                  <a:path w="2635" h="2990" extrusionOk="0">
                    <a:moveTo>
                      <a:pt x="2634" y="1"/>
                    </a:moveTo>
                    <a:lnTo>
                      <a:pt x="0" y="1525"/>
                    </a:lnTo>
                    <a:lnTo>
                      <a:pt x="0" y="2990"/>
                    </a:lnTo>
                    <a:lnTo>
                      <a:pt x="2623" y="1466"/>
                    </a:lnTo>
                    <a:lnTo>
                      <a:pt x="2634"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2" name="Google Shape;1722;p31"/>
            <p:cNvGrpSpPr/>
            <p:nvPr/>
          </p:nvGrpSpPr>
          <p:grpSpPr>
            <a:xfrm>
              <a:off x="6241543" y="3620771"/>
              <a:ext cx="486408" cy="985516"/>
              <a:chOff x="-1021989" y="255195"/>
              <a:chExt cx="353263" cy="715750"/>
            </a:xfrm>
          </p:grpSpPr>
          <p:sp>
            <p:nvSpPr>
              <p:cNvPr id="1723" name="Google Shape;1723;p31"/>
              <p:cNvSpPr/>
              <p:nvPr/>
            </p:nvSpPr>
            <p:spPr>
              <a:xfrm>
                <a:off x="-929916" y="585798"/>
                <a:ext cx="164427" cy="385146"/>
              </a:xfrm>
              <a:custGeom>
                <a:avLst/>
                <a:gdLst/>
                <a:ahLst/>
                <a:cxnLst/>
                <a:rect l="l" t="t" r="r" b="b"/>
                <a:pathLst>
                  <a:path w="2068" h="4844" extrusionOk="0">
                    <a:moveTo>
                      <a:pt x="547" y="1"/>
                    </a:moveTo>
                    <a:cubicBezTo>
                      <a:pt x="451" y="1"/>
                      <a:pt x="362" y="24"/>
                      <a:pt x="284" y="71"/>
                    </a:cubicBezTo>
                    <a:cubicBezTo>
                      <a:pt x="107" y="178"/>
                      <a:pt x="0" y="378"/>
                      <a:pt x="0" y="662"/>
                    </a:cubicBezTo>
                    <a:lnTo>
                      <a:pt x="0" y="3674"/>
                    </a:lnTo>
                    <a:cubicBezTo>
                      <a:pt x="0" y="3769"/>
                      <a:pt x="83" y="3828"/>
                      <a:pt x="154" y="3828"/>
                    </a:cubicBezTo>
                    <a:cubicBezTo>
                      <a:pt x="237" y="3828"/>
                      <a:pt x="296" y="3745"/>
                      <a:pt x="296" y="3674"/>
                    </a:cubicBezTo>
                    <a:lnTo>
                      <a:pt x="296" y="662"/>
                    </a:lnTo>
                    <a:cubicBezTo>
                      <a:pt x="296" y="496"/>
                      <a:pt x="355" y="367"/>
                      <a:pt x="449" y="319"/>
                    </a:cubicBezTo>
                    <a:cubicBezTo>
                      <a:pt x="483" y="295"/>
                      <a:pt x="526" y="283"/>
                      <a:pt x="574" y="283"/>
                    </a:cubicBezTo>
                    <a:cubicBezTo>
                      <a:pt x="646" y="283"/>
                      <a:pt x="731" y="310"/>
                      <a:pt x="816" y="367"/>
                    </a:cubicBezTo>
                    <a:lnTo>
                      <a:pt x="1146" y="556"/>
                    </a:lnTo>
                    <a:cubicBezTo>
                      <a:pt x="1501" y="768"/>
                      <a:pt x="1796" y="1264"/>
                      <a:pt x="1796" y="1678"/>
                    </a:cubicBezTo>
                    <a:lnTo>
                      <a:pt x="1796" y="4690"/>
                    </a:lnTo>
                    <a:cubicBezTo>
                      <a:pt x="1796" y="4785"/>
                      <a:pt x="1867" y="4844"/>
                      <a:pt x="1938" y="4844"/>
                    </a:cubicBezTo>
                    <a:cubicBezTo>
                      <a:pt x="2009" y="4844"/>
                      <a:pt x="2068" y="4785"/>
                      <a:pt x="2056" y="4690"/>
                    </a:cubicBezTo>
                    <a:lnTo>
                      <a:pt x="2056" y="1678"/>
                    </a:lnTo>
                    <a:cubicBezTo>
                      <a:pt x="2056" y="1170"/>
                      <a:pt x="1702" y="556"/>
                      <a:pt x="1264" y="307"/>
                    </a:cubicBezTo>
                    <a:lnTo>
                      <a:pt x="934" y="118"/>
                    </a:lnTo>
                    <a:cubicBezTo>
                      <a:pt x="801" y="39"/>
                      <a:pt x="669" y="1"/>
                      <a:pt x="547" y="1"/>
                    </a:cubicBezTo>
                    <a:close/>
                  </a:path>
                </a:pathLst>
              </a:custGeom>
              <a:solidFill>
                <a:schemeClr val="accent5"/>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1"/>
              <p:cNvSpPr/>
              <p:nvPr/>
            </p:nvSpPr>
            <p:spPr>
              <a:xfrm>
                <a:off x="-1007915" y="681608"/>
                <a:ext cx="322254" cy="140256"/>
              </a:xfrm>
              <a:custGeom>
                <a:avLst/>
                <a:gdLst/>
                <a:ahLst/>
                <a:cxnLst/>
                <a:rect l="l" t="t" r="r" b="b"/>
                <a:pathLst>
                  <a:path w="4053" h="1764" extrusionOk="0">
                    <a:moveTo>
                      <a:pt x="4053" y="0"/>
                    </a:moveTo>
                    <a:lnTo>
                      <a:pt x="4052" y="28"/>
                    </a:lnTo>
                    <a:lnTo>
                      <a:pt x="4052" y="28"/>
                    </a:lnTo>
                    <a:cubicBezTo>
                      <a:pt x="4053" y="19"/>
                      <a:pt x="4053" y="10"/>
                      <a:pt x="4053" y="0"/>
                    </a:cubicBezTo>
                    <a:close/>
                    <a:moveTo>
                      <a:pt x="13" y="0"/>
                    </a:moveTo>
                    <a:lnTo>
                      <a:pt x="1" y="591"/>
                    </a:lnTo>
                    <a:cubicBezTo>
                      <a:pt x="1" y="886"/>
                      <a:pt x="190" y="1182"/>
                      <a:pt x="592" y="1418"/>
                    </a:cubicBezTo>
                    <a:cubicBezTo>
                      <a:pt x="987" y="1648"/>
                      <a:pt x="1507" y="1763"/>
                      <a:pt x="2025" y="1763"/>
                    </a:cubicBezTo>
                    <a:cubicBezTo>
                      <a:pt x="2544" y="1763"/>
                      <a:pt x="3061" y="1648"/>
                      <a:pt x="3450" y="1418"/>
                    </a:cubicBezTo>
                    <a:cubicBezTo>
                      <a:pt x="3852" y="1182"/>
                      <a:pt x="4041" y="886"/>
                      <a:pt x="4041" y="591"/>
                    </a:cubicBezTo>
                    <a:lnTo>
                      <a:pt x="4052" y="28"/>
                    </a:lnTo>
                    <a:lnTo>
                      <a:pt x="4052" y="28"/>
                    </a:lnTo>
                    <a:cubicBezTo>
                      <a:pt x="4041" y="314"/>
                      <a:pt x="3851" y="598"/>
                      <a:pt x="3462" y="827"/>
                    </a:cubicBezTo>
                    <a:cubicBezTo>
                      <a:pt x="3066" y="1058"/>
                      <a:pt x="2550" y="1173"/>
                      <a:pt x="2033" y="1173"/>
                    </a:cubicBezTo>
                    <a:cubicBezTo>
                      <a:pt x="1516" y="1173"/>
                      <a:pt x="999" y="1058"/>
                      <a:pt x="603" y="827"/>
                    </a:cubicBezTo>
                    <a:cubicBezTo>
                      <a:pt x="202" y="615"/>
                      <a:pt x="13" y="296"/>
                      <a:pt x="13" y="0"/>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1"/>
              <p:cNvSpPr/>
              <p:nvPr/>
            </p:nvSpPr>
            <p:spPr>
              <a:xfrm>
                <a:off x="-1006483" y="680654"/>
                <a:ext cx="323208" cy="141210"/>
              </a:xfrm>
              <a:custGeom>
                <a:avLst/>
                <a:gdLst/>
                <a:ahLst/>
                <a:cxnLst/>
                <a:rect l="l" t="t" r="r" b="b"/>
                <a:pathLst>
                  <a:path w="4065" h="1776" extrusionOk="0">
                    <a:moveTo>
                      <a:pt x="13" y="0"/>
                    </a:moveTo>
                    <a:lnTo>
                      <a:pt x="1" y="591"/>
                    </a:lnTo>
                    <a:cubicBezTo>
                      <a:pt x="1" y="650"/>
                      <a:pt x="13" y="721"/>
                      <a:pt x="24" y="780"/>
                    </a:cubicBezTo>
                    <a:cubicBezTo>
                      <a:pt x="83" y="981"/>
                      <a:pt x="225" y="1170"/>
                      <a:pt x="438" y="1335"/>
                    </a:cubicBezTo>
                    <a:cubicBezTo>
                      <a:pt x="485" y="1359"/>
                      <a:pt x="544" y="1394"/>
                      <a:pt x="591" y="1430"/>
                    </a:cubicBezTo>
                    <a:cubicBezTo>
                      <a:pt x="851" y="1583"/>
                      <a:pt x="1182" y="1690"/>
                      <a:pt x="1525" y="1749"/>
                    </a:cubicBezTo>
                    <a:cubicBezTo>
                      <a:pt x="1690" y="1767"/>
                      <a:pt x="1858" y="1775"/>
                      <a:pt x="2028" y="1775"/>
                    </a:cubicBezTo>
                    <a:cubicBezTo>
                      <a:pt x="2198" y="1775"/>
                      <a:pt x="2369" y="1767"/>
                      <a:pt x="2541" y="1749"/>
                    </a:cubicBezTo>
                    <a:cubicBezTo>
                      <a:pt x="2883" y="1702"/>
                      <a:pt x="3190" y="1595"/>
                      <a:pt x="3450" y="1430"/>
                    </a:cubicBezTo>
                    <a:cubicBezTo>
                      <a:pt x="3840" y="1217"/>
                      <a:pt x="4041" y="898"/>
                      <a:pt x="4041" y="603"/>
                    </a:cubicBezTo>
                    <a:lnTo>
                      <a:pt x="4065" y="12"/>
                    </a:lnTo>
                    <a:lnTo>
                      <a:pt x="4065" y="12"/>
                    </a:lnTo>
                    <a:cubicBezTo>
                      <a:pt x="4041" y="308"/>
                      <a:pt x="3852" y="603"/>
                      <a:pt x="3474" y="839"/>
                    </a:cubicBezTo>
                    <a:cubicBezTo>
                      <a:pt x="3202" y="993"/>
                      <a:pt x="2895" y="1099"/>
                      <a:pt x="2552" y="1158"/>
                    </a:cubicBezTo>
                    <a:cubicBezTo>
                      <a:pt x="2381" y="1176"/>
                      <a:pt x="2213" y="1185"/>
                      <a:pt x="2044" y="1185"/>
                    </a:cubicBezTo>
                    <a:cubicBezTo>
                      <a:pt x="1876" y="1185"/>
                      <a:pt x="1708" y="1176"/>
                      <a:pt x="1536" y="1158"/>
                    </a:cubicBezTo>
                    <a:cubicBezTo>
                      <a:pt x="1194" y="1111"/>
                      <a:pt x="875" y="1005"/>
                      <a:pt x="603" y="839"/>
                    </a:cubicBezTo>
                    <a:cubicBezTo>
                      <a:pt x="544" y="816"/>
                      <a:pt x="497" y="780"/>
                      <a:pt x="461" y="745"/>
                    </a:cubicBezTo>
                    <a:cubicBezTo>
                      <a:pt x="237" y="579"/>
                      <a:pt x="83" y="390"/>
                      <a:pt x="48" y="189"/>
                    </a:cubicBezTo>
                    <a:cubicBezTo>
                      <a:pt x="24" y="130"/>
                      <a:pt x="13" y="60"/>
                      <a:pt x="13" y="0"/>
                    </a:cubicBez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1"/>
              <p:cNvSpPr/>
              <p:nvPr/>
            </p:nvSpPr>
            <p:spPr>
              <a:xfrm>
                <a:off x="-1021989" y="589058"/>
                <a:ext cx="353263" cy="185815"/>
              </a:xfrm>
              <a:custGeom>
                <a:avLst/>
                <a:gdLst/>
                <a:ahLst/>
                <a:cxnLst/>
                <a:rect l="l" t="t" r="r" b="b"/>
                <a:pathLst>
                  <a:path w="4443" h="2337" extrusionOk="0">
                    <a:moveTo>
                      <a:pt x="2210" y="1"/>
                    </a:moveTo>
                    <a:cubicBezTo>
                      <a:pt x="1693" y="1"/>
                      <a:pt x="1176" y="113"/>
                      <a:pt x="780" y="337"/>
                    </a:cubicBezTo>
                    <a:cubicBezTo>
                      <a:pt x="1" y="798"/>
                      <a:pt x="1" y="1530"/>
                      <a:pt x="792" y="1991"/>
                    </a:cubicBezTo>
                    <a:cubicBezTo>
                      <a:pt x="1194" y="2222"/>
                      <a:pt x="1714" y="2337"/>
                      <a:pt x="2232" y="2337"/>
                    </a:cubicBezTo>
                    <a:cubicBezTo>
                      <a:pt x="2750" y="2337"/>
                      <a:pt x="3267" y="2222"/>
                      <a:pt x="3663" y="1991"/>
                    </a:cubicBezTo>
                    <a:cubicBezTo>
                      <a:pt x="4443" y="1542"/>
                      <a:pt x="4443" y="798"/>
                      <a:pt x="3639" y="337"/>
                    </a:cubicBezTo>
                    <a:cubicBezTo>
                      <a:pt x="3243" y="113"/>
                      <a:pt x="2727" y="1"/>
                      <a:pt x="2210" y="1"/>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1"/>
              <p:cNvSpPr/>
              <p:nvPr/>
            </p:nvSpPr>
            <p:spPr>
              <a:xfrm>
                <a:off x="-982552" y="562343"/>
                <a:ext cx="273435" cy="194481"/>
              </a:xfrm>
              <a:custGeom>
                <a:avLst/>
                <a:gdLst/>
                <a:ahLst/>
                <a:cxnLst/>
                <a:rect l="l" t="t" r="r" b="b"/>
                <a:pathLst>
                  <a:path w="3439" h="2446" extrusionOk="0">
                    <a:moveTo>
                      <a:pt x="1" y="0"/>
                    </a:moveTo>
                    <a:lnTo>
                      <a:pt x="1" y="12"/>
                    </a:lnTo>
                    <a:lnTo>
                      <a:pt x="1" y="1465"/>
                    </a:lnTo>
                    <a:lnTo>
                      <a:pt x="1" y="1500"/>
                    </a:lnTo>
                    <a:lnTo>
                      <a:pt x="1" y="1524"/>
                    </a:lnTo>
                    <a:lnTo>
                      <a:pt x="1" y="1548"/>
                    </a:lnTo>
                    <a:lnTo>
                      <a:pt x="1" y="1559"/>
                    </a:lnTo>
                    <a:lnTo>
                      <a:pt x="1" y="1595"/>
                    </a:lnTo>
                    <a:lnTo>
                      <a:pt x="1" y="1607"/>
                    </a:lnTo>
                    <a:lnTo>
                      <a:pt x="1" y="1618"/>
                    </a:lnTo>
                    <a:cubicBezTo>
                      <a:pt x="1" y="1642"/>
                      <a:pt x="1" y="1642"/>
                      <a:pt x="13" y="1654"/>
                    </a:cubicBezTo>
                    <a:cubicBezTo>
                      <a:pt x="13" y="1666"/>
                      <a:pt x="36" y="1677"/>
                      <a:pt x="36" y="1701"/>
                    </a:cubicBezTo>
                    <a:lnTo>
                      <a:pt x="36" y="1713"/>
                    </a:lnTo>
                    <a:cubicBezTo>
                      <a:pt x="36" y="1725"/>
                      <a:pt x="48" y="1737"/>
                      <a:pt x="48" y="1760"/>
                    </a:cubicBezTo>
                    <a:cubicBezTo>
                      <a:pt x="48" y="1772"/>
                      <a:pt x="60" y="1784"/>
                      <a:pt x="72" y="1796"/>
                    </a:cubicBezTo>
                    <a:lnTo>
                      <a:pt x="72" y="1819"/>
                    </a:lnTo>
                    <a:cubicBezTo>
                      <a:pt x="95" y="1831"/>
                      <a:pt x="95" y="1843"/>
                      <a:pt x="107" y="1855"/>
                    </a:cubicBezTo>
                    <a:cubicBezTo>
                      <a:pt x="119" y="1878"/>
                      <a:pt x="119" y="1890"/>
                      <a:pt x="131" y="1890"/>
                    </a:cubicBezTo>
                    <a:lnTo>
                      <a:pt x="131" y="1902"/>
                    </a:lnTo>
                    <a:cubicBezTo>
                      <a:pt x="154" y="1914"/>
                      <a:pt x="154" y="1937"/>
                      <a:pt x="166" y="1949"/>
                    </a:cubicBezTo>
                    <a:cubicBezTo>
                      <a:pt x="178" y="1961"/>
                      <a:pt x="178" y="1973"/>
                      <a:pt x="190" y="1973"/>
                    </a:cubicBezTo>
                    <a:lnTo>
                      <a:pt x="214" y="1996"/>
                    </a:lnTo>
                    <a:cubicBezTo>
                      <a:pt x="225" y="2008"/>
                      <a:pt x="237" y="2020"/>
                      <a:pt x="249" y="2020"/>
                    </a:cubicBezTo>
                    <a:lnTo>
                      <a:pt x="273" y="2020"/>
                    </a:lnTo>
                    <a:cubicBezTo>
                      <a:pt x="284" y="2032"/>
                      <a:pt x="296" y="2032"/>
                      <a:pt x="308" y="2056"/>
                    </a:cubicBezTo>
                    <a:lnTo>
                      <a:pt x="332" y="2067"/>
                    </a:lnTo>
                    <a:cubicBezTo>
                      <a:pt x="343" y="2079"/>
                      <a:pt x="355" y="2079"/>
                      <a:pt x="367" y="2091"/>
                    </a:cubicBezTo>
                    <a:cubicBezTo>
                      <a:pt x="391" y="2115"/>
                      <a:pt x="403" y="2115"/>
                      <a:pt x="414" y="2126"/>
                    </a:cubicBezTo>
                    <a:lnTo>
                      <a:pt x="426" y="2138"/>
                    </a:lnTo>
                    <a:cubicBezTo>
                      <a:pt x="450" y="2150"/>
                      <a:pt x="473" y="2174"/>
                      <a:pt x="485" y="2185"/>
                    </a:cubicBezTo>
                    <a:cubicBezTo>
                      <a:pt x="521" y="2197"/>
                      <a:pt x="533" y="2209"/>
                      <a:pt x="568" y="2233"/>
                    </a:cubicBezTo>
                    <a:cubicBezTo>
                      <a:pt x="580" y="2233"/>
                      <a:pt x="580" y="2245"/>
                      <a:pt x="592" y="2245"/>
                    </a:cubicBezTo>
                    <a:cubicBezTo>
                      <a:pt x="603" y="2256"/>
                      <a:pt x="639" y="2256"/>
                      <a:pt x="651" y="2268"/>
                    </a:cubicBezTo>
                    <a:cubicBezTo>
                      <a:pt x="662" y="2268"/>
                      <a:pt x="662" y="2268"/>
                      <a:pt x="686" y="2292"/>
                    </a:cubicBezTo>
                    <a:cubicBezTo>
                      <a:pt x="710" y="2304"/>
                      <a:pt x="745" y="2315"/>
                      <a:pt x="769" y="2315"/>
                    </a:cubicBezTo>
                    <a:cubicBezTo>
                      <a:pt x="804" y="2327"/>
                      <a:pt x="828" y="2327"/>
                      <a:pt x="840" y="2351"/>
                    </a:cubicBezTo>
                    <a:cubicBezTo>
                      <a:pt x="863" y="2351"/>
                      <a:pt x="863" y="2351"/>
                      <a:pt x="875" y="2363"/>
                    </a:cubicBezTo>
                    <a:cubicBezTo>
                      <a:pt x="899" y="2363"/>
                      <a:pt x="922" y="2374"/>
                      <a:pt x="946" y="2374"/>
                    </a:cubicBezTo>
                    <a:lnTo>
                      <a:pt x="981" y="2374"/>
                    </a:lnTo>
                    <a:cubicBezTo>
                      <a:pt x="1005" y="2386"/>
                      <a:pt x="1040" y="2386"/>
                      <a:pt x="1064" y="2410"/>
                    </a:cubicBezTo>
                    <a:lnTo>
                      <a:pt x="1076" y="2410"/>
                    </a:lnTo>
                    <a:cubicBezTo>
                      <a:pt x="1111" y="2410"/>
                      <a:pt x="1135" y="2422"/>
                      <a:pt x="1170" y="2422"/>
                    </a:cubicBezTo>
                    <a:lnTo>
                      <a:pt x="1194" y="2422"/>
                    </a:lnTo>
                    <a:cubicBezTo>
                      <a:pt x="1229" y="2422"/>
                      <a:pt x="1241" y="2434"/>
                      <a:pt x="1277" y="2434"/>
                    </a:cubicBezTo>
                    <a:lnTo>
                      <a:pt x="1300" y="2434"/>
                    </a:lnTo>
                    <a:cubicBezTo>
                      <a:pt x="1336" y="2434"/>
                      <a:pt x="1359" y="2445"/>
                      <a:pt x="1395" y="2445"/>
                    </a:cubicBezTo>
                    <a:lnTo>
                      <a:pt x="1950" y="2445"/>
                    </a:lnTo>
                    <a:cubicBezTo>
                      <a:pt x="1986" y="2445"/>
                      <a:pt x="2009" y="2445"/>
                      <a:pt x="2056" y="2434"/>
                    </a:cubicBezTo>
                    <a:cubicBezTo>
                      <a:pt x="2080" y="2434"/>
                      <a:pt x="2115" y="2422"/>
                      <a:pt x="2139" y="2422"/>
                    </a:cubicBezTo>
                    <a:lnTo>
                      <a:pt x="2175" y="2422"/>
                    </a:lnTo>
                    <a:cubicBezTo>
                      <a:pt x="2198" y="2422"/>
                      <a:pt x="2222" y="2410"/>
                      <a:pt x="2245" y="2410"/>
                    </a:cubicBezTo>
                    <a:lnTo>
                      <a:pt x="2281" y="2410"/>
                    </a:lnTo>
                    <a:cubicBezTo>
                      <a:pt x="2304" y="2410"/>
                      <a:pt x="2340" y="2386"/>
                      <a:pt x="2364" y="2386"/>
                    </a:cubicBezTo>
                    <a:cubicBezTo>
                      <a:pt x="2399" y="2386"/>
                      <a:pt x="2423" y="2374"/>
                      <a:pt x="2458" y="2363"/>
                    </a:cubicBezTo>
                    <a:cubicBezTo>
                      <a:pt x="2470" y="2363"/>
                      <a:pt x="2470" y="2363"/>
                      <a:pt x="2482" y="2351"/>
                    </a:cubicBezTo>
                    <a:cubicBezTo>
                      <a:pt x="2493" y="2351"/>
                      <a:pt x="2529" y="2327"/>
                      <a:pt x="2541" y="2327"/>
                    </a:cubicBezTo>
                    <a:cubicBezTo>
                      <a:pt x="2553" y="2327"/>
                      <a:pt x="2553" y="2327"/>
                      <a:pt x="2576" y="2315"/>
                    </a:cubicBezTo>
                    <a:cubicBezTo>
                      <a:pt x="2600" y="2304"/>
                      <a:pt x="2635" y="2304"/>
                      <a:pt x="2659" y="2292"/>
                    </a:cubicBezTo>
                    <a:cubicBezTo>
                      <a:pt x="2694" y="2268"/>
                      <a:pt x="2718" y="2256"/>
                      <a:pt x="2753" y="2256"/>
                    </a:cubicBezTo>
                    <a:cubicBezTo>
                      <a:pt x="2765" y="2256"/>
                      <a:pt x="2765" y="2256"/>
                      <a:pt x="2777" y="2245"/>
                    </a:cubicBezTo>
                    <a:cubicBezTo>
                      <a:pt x="2789" y="2233"/>
                      <a:pt x="2824" y="2233"/>
                      <a:pt x="2836" y="2209"/>
                    </a:cubicBezTo>
                    <a:cubicBezTo>
                      <a:pt x="2848" y="2209"/>
                      <a:pt x="2848" y="2197"/>
                      <a:pt x="2872" y="2197"/>
                    </a:cubicBezTo>
                    <a:cubicBezTo>
                      <a:pt x="2895" y="2185"/>
                      <a:pt x="2931" y="2174"/>
                      <a:pt x="2942" y="2150"/>
                    </a:cubicBezTo>
                    <a:cubicBezTo>
                      <a:pt x="3261" y="1961"/>
                      <a:pt x="3439" y="1713"/>
                      <a:pt x="3439" y="1465"/>
                    </a:cubicBezTo>
                    <a:lnTo>
                      <a:pt x="3439" y="0"/>
                    </a:ln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1"/>
              <p:cNvSpPr/>
              <p:nvPr/>
            </p:nvSpPr>
            <p:spPr>
              <a:xfrm>
                <a:off x="-995671" y="340668"/>
                <a:ext cx="298799" cy="389838"/>
              </a:xfrm>
              <a:custGeom>
                <a:avLst/>
                <a:gdLst/>
                <a:ahLst/>
                <a:cxnLst/>
                <a:rect l="l" t="t" r="r" b="b"/>
                <a:pathLst>
                  <a:path w="3758" h="4903" extrusionOk="0">
                    <a:moveTo>
                      <a:pt x="3757" y="12"/>
                    </a:moveTo>
                    <a:lnTo>
                      <a:pt x="3757" y="16"/>
                    </a:lnTo>
                    <a:lnTo>
                      <a:pt x="3757" y="16"/>
                    </a:lnTo>
                    <a:cubicBezTo>
                      <a:pt x="3757" y="15"/>
                      <a:pt x="3757" y="13"/>
                      <a:pt x="3757" y="12"/>
                    </a:cubicBezTo>
                    <a:close/>
                    <a:moveTo>
                      <a:pt x="24" y="0"/>
                    </a:moveTo>
                    <a:lnTo>
                      <a:pt x="1" y="3816"/>
                    </a:lnTo>
                    <a:cubicBezTo>
                      <a:pt x="1" y="4099"/>
                      <a:pt x="178" y="4383"/>
                      <a:pt x="556" y="4584"/>
                    </a:cubicBezTo>
                    <a:cubicBezTo>
                      <a:pt x="922" y="4796"/>
                      <a:pt x="1400" y="4903"/>
                      <a:pt x="1877" y="4903"/>
                    </a:cubicBezTo>
                    <a:cubicBezTo>
                      <a:pt x="2354" y="4903"/>
                      <a:pt x="2830" y="4796"/>
                      <a:pt x="3190" y="4584"/>
                    </a:cubicBezTo>
                    <a:cubicBezTo>
                      <a:pt x="3568" y="4383"/>
                      <a:pt x="3745" y="4111"/>
                      <a:pt x="3745" y="3828"/>
                    </a:cubicBezTo>
                    <a:lnTo>
                      <a:pt x="3757" y="16"/>
                    </a:lnTo>
                    <a:lnTo>
                      <a:pt x="3757" y="16"/>
                    </a:lnTo>
                    <a:cubicBezTo>
                      <a:pt x="3755" y="298"/>
                      <a:pt x="3578" y="556"/>
                      <a:pt x="3214" y="768"/>
                    </a:cubicBezTo>
                    <a:cubicBezTo>
                      <a:pt x="2848" y="981"/>
                      <a:pt x="2369" y="1087"/>
                      <a:pt x="1891" y="1087"/>
                    </a:cubicBezTo>
                    <a:cubicBezTo>
                      <a:pt x="1412" y="1087"/>
                      <a:pt x="934" y="981"/>
                      <a:pt x="568" y="768"/>
                    </a:cubicBezTo>
                    <a:cubicBezTo>
                      <a:pt x="201" y="555"/>
                      <a:pt x="24" y="272"/>
                      <a:pt x="24" y="0"/>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1"/>
              <p:cNvSpPr/>
              <p:nvPr/>
            </p:nvSpPr>
            <p:spPr>
              <a:xfrm>
                <a:off x="-994277" y="340668"/>
                <a:ext cx="298799" cy="389838"/>
              </a:xfrm>
              <a:custGeom>
                <a:avLst/>
                <a:gdLst/>
                <a:ahLst/>
                <a:cxnLst/>
                <a:rect l="l" t="t" r="r" b="b"/>
                <a:pathLst>
                  <a:path w="3758" h="4903" extrusionOk="0">
                    <a:moveTo>
                      <a:pt x="3757" y="12"/>
                    </a:moveTo>
                    <a:lnTo>
                      <a:pt x="3757" y="16"/>
                    </a:lnTo>
                    <a:lnTo>
                      <a:pt x="3757" y="16"/>
                    </a:lnTo>
                    <a:cubicBezTo>
                      <a:pt x="3757" y="15"/>
                      <a:pt x="3757" y="13"/>
                      <a:pt x="3757" y="12"/>
                    </a:cubicBezTo>
                    <a:close/>
                    <a:moveTo>
                      <a:pt x="24" y="0"/>
                    </a:moveTo>
                    <a:lnTo>
                      <a:pt x="1" y="3816"/>
                    </a:lnTo>
                    <a:cubicBezTo>
                      <a:pt x="1" y="3875"/>
                      <a:pt x="24" y="3934"/>
                      <a:pt x="36" y="3993"/>
                    </a:cubicBezTo>
                    <a:cubicBezTo>
                      <a:pt x="83" y="4170"/>
                      <a:pt x="213" y="4347"/>
                      <a:pt x="414" y="4501"/>
                    </a:cubicBezTo>
                    <a:lnTo>
                      <a:pt x="556" y="4584"/>
                    </a:lnTo>
                    <a:cubicBezTo>
                      <a:pt x="804" y="4737"/>
                      <a:pt x="1099" y="4820"/>
                      <a:pt x="1406" y="4867"/>
                    </a:cubicBezTo>
                    <a:cubicBezTo>
                      <a:pt x="1560" y="4891"/>
                      <a:pt x="1719" y="4903"/>
                      <a:pt x="1879" y="4903"/>
                    </a:cubicBezTo>
                    <a:cubicBezTo>
                      <a:pt x="2038" y="4903"/>
                      <a:pt x="2198" y="4891"/>
                      <a:pt x="2351" y="4867"/>
                    </a:cubicBezTo>
                    <a:cubicBezTo>
                      <a:pt x="2658" y="4820"/>
                      <a:pt x="2954" y="4714"/>
                      <a:pt x="3190" y="4584"/>
                    </a:cubicBezTo>
                    <a:cubicBezTo>
                      <a:pt x="3544" y="4383"/>
                      <a:pt x="3745" y="4099"/>
                      <a:pt x="3745" y="3828"/>
                    </a:cubicBezTo>
                    <a:lnTo>
                      <a:pt x="3757" y="16"/>
                    </a:lnTo>
                    <a:lnTo>
                      <a:pt x="3757" y="16"/>
                    </a:lnTo>
                    <a:cubicBezTo>
                      <a:pt x="3755" y="298"/>
                      <a:pt x="3578" y="556"/>
                      <a:pt x="3214" y="768"/>
                    </a:cubicBezTo>
                    <a:cubicBezTo>
                      <a:pt x="2977" y="910"/>
                      <a:pt x="2682" y="1004"/>
                      <a:pt x="2363" y="1040"/>
                    </a:cubicBezTo>
                    <a:cubicBezTo>
                      <a:pt x="2210" y="1063"/>
                      <a:pt x="2053" y="1075"/>
                      <a:pt x="1895" y="1075"/>
                    </a:cubicBezTo>
                    <a:cubicBezTo>
                      <a:pt x="1737" y="1075"/>
                      <a:pt x="1578" y="1063"/>
                      <a:pt x="1418" y="1040"/>
                    </a:cubicBezTo>
                    <a:cubicBezTo>
                      <a:pt x="1111" y="992"/>
                      <a:pt x="816" y="898"/>
                      <a:pt x="568" y="768"/>
                    </a:cubicBezTo>
                    <a:cubicBezTo>
                      <a:pt x="520" y="733"/>
                      <a:pt x="461" y="709"/>
                      <a:pt x="438" y="673"/>
                    </a:cubicBezTo>
                    <a:cubicBezTo>
                      <a:pt x="225" y="520"/>
                      <a:pt x="95" y="355"/>
                      <a:pt x="48" y="177"/>
                    </a:cubicBezTo>
                    <a:cubicBezTo>
                      <a:pt x="36" y="118"/>
                      <a:pt x="24" y="59"/>
                      <a:pt x="24" y="0"/>
                    </a:cubicBez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1"/>
              <p:cNvSpPr/>
              <p:nvPr/>
            </p:nvSpPr>
            <p:spPr>
              <a:xfrm>
                <a:off x="-1007915" y="255195"/>
                <a:ext cx="326071" cy="172855"/>
              </a:xfrm>
              <a:custGeom>
                <a:avLst/>
                <a:gdLst/>
                <a:ahLst/>
                <a:cxnLst/>
                <a:rect l="l" t="t" r="r" b="b"/>
                <a:pathLst>
                  <a:path w="4101" h="2174" extrusionOk="0">
                    <a:moveTo>
                      <a:pt x="2036" y="0"/>
                    </a:moveTo>
                    <a:cubicBezTo>
                      <a:pt x="1557" y="0"/>
                      <a:pt x="1082" y="106"/>
                      <a:pt x="722" y="319"/>
                    </a:cubicBezTo>
                    <a:cubicBezTo>
                      <a:pt x="1" y="744"/>
                      <a:pt x="1" y="1430"/>
                      <a:pt x="733" y="1855"/>
                    </a:cubicBezTo>
                    <a:cubicBezTo>
                      <a:pt x="1105" y="2067"/>
                      <a:pt x="1587" y="2174"/>
                      <a:pt x="2065" y="2174"/>
                    </a:cubicBezTo>
                    <a:cubicBezTo>
                      <a:pt x="2544" y="2174"/>
                      <a:pt x="3019" y="2067"/>
                      <a:pt x="3380" y="1855"/>
                    </a:cubicBezTo>
                    <a:cubicBezTo>
                      <a:pt x="4100" y="1430"/>
                      <a:pt x="4100" y="744"/>
                      <a:pt x="3368" y="319"/>
                    </a:cubicBezTo>
                    <a:cubicBezTo>
                      <a:pt x="2996" y="106"/>
                      <a:pt x="2514" y="0"/>
                      <a:pt x="2036" y="0"/>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1"/>
              <p:cNvSpPr/>
              <p:nvPr/>
            </p:nvSpPr>
            <p:spPr>
              <a:xfrm>
                <a:off x="-960925" y="280797"/>
                <a:ext cx="230181" cy="120776"/>
              </a:xfrm>
              <a:custGeom>
                <a:avLst/>
                <a:gdLst/>
                <a:ahLst/>
                <a:cxnLst/>
                <a:rect l="l" t="t" r="r" b="b"/>
                <a:pathLst>
                  <a:path w="2895" h="1519" extrusionOk="0">
                    <a:moveTo>
                      <a:pt x="1442" y="0"/>
                    </a:moveTo>
                    <a:cubicBezTo>
                      <a:pt x="1105" y="0"/>
                      <a:pt x="768" y="74"/>
                      <a:pt x="509" y="222"/>
                    </a:cubicBezTo>
                    <a:cubicBezTo>
                      <a:pt x="1" y="517"/>
                      <a:pt x="1" y="1001"/>
                      <a:pt x="509" y="1297"/>
                    </a:cubicBezTo>
                    <a:cubicBezTo>
                      <a:pt x="768" y="1444"/>
                      <a:pt x="1105" y="1518"/>
                      <a:pt x="1442" y="1518"/>
                    </a:cubicBezTo>
                    <a:cubicBezTo>
                      <a:pt x="1779" y="1518"/>
                      <a:pt x="2115" y="1444"/>
                      <a:pt x="2375" y="1297"/>
                    </a:cubicBezTo>
                    <a:cubicBezTo>
                      <a:pt x="2895" y="1001"/>
                      <a:pt x="2895" y="517"/>
                      <a:pt x="2375" y="222"/>
                    </a:cubicBezTo>
                    <a:cubicBezTo>
                      <a:pt x="2115" y="74"/>
                      <a:pt x="1779" y="0"/>
                      <a:pt x="1442" y="0"/>
                    </a:cubicBez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1"/>
              <p:cNvSpPr/>
              <p:nvPr/>
            </p:nvSpPr>
            <p:spPr>
              <a:xfrm>
                <a:off x="-995671" y="384796"/>
                <a:ext cx="298799" cy="116562"/>
              </a:xfrm>
              <a:custGeom>
                <a:avLst/>
                <a:gdLst/>
                <a:ahLst/>
                <a:cxnLst/>
                <a:rect l="l" t="t" r="r" b="b"/>
                <a:pathLst>
                  <a:path w="3758" h="1466" extrusionOk="0">
                    <a:moveTo>
                      <a:pt x="3757" y="12"/>
                    </a:moveTo>
                    <a:lnTo>
                      <a:pt x="3756" y="50"/>
                    </a:lnTo>
                    <a:lnTo>
                      <a:pt x="3756" y="50"/>
                    </a:lnTo>
                    <a:cubicBezTo>
                      <a:pt x="3757" y="37"/>
                      <a:pt x="3757" y="25"/>
                      <a:pt x="3757" y="12"/>
                    </a:cubicBezTo>
                    <a:close/>
                    <a:moveTo>
                      <a:pt x="24" y="0"/>
                    </a:moveTo>
                    <a:lnTo>
                      <a:pt x="1" y="390"/>
                    </a:lnTo>
                    <a:cubicBezTo>
                      <a:pt x="1" y="449"/>
                      <a:pt x="24" y="508"/>
                      <a:pt x="36" y="567"/>
                    </a:cubicBezTo>
                    <a:cubicBezTo>
                      <a:pt x="83" y="745"/>
                      <a:pt x="213" y="922"/>
                      <a:pt x="414" y="1064"/>
                    </a:cubicBezTo>
                    <a:lnTo>
                      <a:pt x="556" y="1158"/>
                    </a:lnTo>
                    <a:cubicBezTo>
                      <a:pt x="804" y="1300"/>
                      <a:pt x="1099" y="1394"/>
                      <a:pt x="1406" y="1430"/>
                    </a:cubicBezTo>
                    <a:cubicBezTo>
                      <a:pt x="1560" y="1453"/>
                      <a:pt x="1719" y="1465"/>
                      <a:pt x="1879" y="1465"/>
                    </a:cubicBezTo>
                    <a:cubicBezTo>
                      <a:pt x="2038" y="1465"/>
                      <a:pt x="2198" y="1453"/>
                      <a:pt x="2351" y="1430"/>
                    </a:cubicBezTo>
                    <a:cubicBezTo>
                      <a:pt x="2658" y="1394"/>
                      <a:pt x="2954" y="1288"/>
                      <a:pt x="3190" y="1158"/>
                    </a:cubicBezTo>
                    <a:cubicBezTo>
                      <a:pt x="3544" y="945"/>
                      <a:pt x="3745" y="662"/>
                      <a:pt x="3745" y="402"/>
                    </a:cubicBezTo>
                    <a:lnTo>
                      <a:pt x="3756" y="50"/>
                    </a:lnTo>
                    <a:lnTo>
                      <a:pt x="3756" y="50"/>
                    </a:lnTo>
                    <a:cubicBezTo>
                      <a:pt x="3740" y="308"/>
                      <a:pt x="3563" y="554"/>
                      <a:pt x="3214" y="768"/>
                    </a:cubicBezTo>
                    <a:cubicBezTo>
                      <a:pt x="2977" y="922"/>
                      <a:pt x="2682" y="1004"/>
                      <a:pt x="2363" y="1052"/>
                    </a:cubicBezTo>
                    <a:cubicBezTo>
                      <a:pt x="2210" y="1075"/>
                      <a:pt x="2053" y="1087"/>
                      <a:pt x="1895" y="1087"/>
                    </a:cubicBezTo>
                    <a:cubicBezTo>
                      <a:pt x="1737" y="1087"/>
                      <a:pt x="1578" y="1075"/>
                      <a:pt x="1418" y="1052"/>
                    </a:cubicBezTo>
                    <a:cubicBezTo>
                      <a:pt x="1111" y="1004"/>
                      <a:pt x="816" y="898"/>
                      <a:pt x="568" y="768"/>
                    </a:cubicBezTo>
                    <a:cubicBezTo>
                      <a:pt x="520" y="745"/>
                      <a:pt x="461" y="709"/>
                      <a:pt x="438" y="685"/>
                    </a:cubicBezTo>
                    <a:cubicBezTo>
                      <a:pt x="225" y="532"/>
                      <a:pt x="95" y="355"/>
                      <a:pt x="48" y="178"/>
                    </a:cubicBezTo>
                    <a:cubicBezTo>
                      <a:pt x="36" y="118"/>
                      <a:pt x="24" y="59"/>
                      <a:pt x="24" y="0"/>
                    </a:cubicBez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1"/>
              <p:cNvSpPr/>
              <p:nvPr/>
            </p:nvSpPr>
            <p:spPr>
              <a:xfrm>
                <a:off x="-953371" y="280797"/>
                <a:ext cx="216108" cy="69333"/>
              </a:xfrm>
              <a:custGeom>
                <a:avLst/>
                <a:gdLst/>
                <a:ahLst/>
                <a:cxnLst/>
                <a:rect l="l" t="t" r="r" b="b"/>
                <a:pathLst>
                  <a:path w="2718" h="872" extrusionOk="0">
                    <a:moveTo>
                      <a:pt x="1359" y="0"/>
                    </a:moveTo>
                    <a:cubicBezTo>
                      <a:pt x="1022" y="0"/>
                      <a:pt x="685" y="74"/>
                      <a:pt x="425" y="222"/>
                    </a:cubicBezTo>
                    <a:cubicBezTo>
                      <a:pt x="118" y="399"/>
                      <a:pt x="0" y="635"/>
                      <a:pt x="59" y="871"/>
                    </a:cubicBezTo>
                    <a:cubicBezTo>
                      <a:pt x="106" y="706"/>
                      <a:pt x="225" y="552"/>
                      <a:pt x="425" y="434"/>
                    </a:cubicBezTo>
                    <a:cubicBezTo>
                      <a:pt x="685" y="286"/>
                      <a:pt x="1022" y="213"/>
                      <a:pt x="1359" y="213"/>
                    </a:cubicBezTo>
                    <a:cubicBezTo>
                      <a:pt x="1695" y="213"/>
                      <a:pt x="2032" y="286"/>
                      <a:pt x="2292" y="434"/>
                    </a:cubicBezTo>
                    <a:cubicBezTo>
                      <a:pt x="2493" y="552"/>
                      <a:pt x="2623" y="706"/>
                      <a:pt x="2658" y="871"/>
                    </a:cubicBezTo>
                    <a:cubicBezTo>
                      <a:pt x="2717" y="647"/>
                      <a:pt x="2587" y="387"/>
                      <a:pt x="2292" y="222"/>
                    </a:cubicBezTo>
                    <a:cubicBezTo>
                      <a:pt x="2032" y="74"/>
                      <a:pt x="1695" y="0"/>
                      <a:pt x="1359" y="0"/>
                    </a:cubicBez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1"/>
              <p:cNvSpPr/>
              <p:nvPr/>
            </p:nvSpPr>
            <p:spPr>
              <a:xfrm>
                <a:off x="-963708" y="634618"/>
                <a:ext cx="35780" cy="64880"/>
              </a:xfrm>
              <a:custGeom>
                <a:avLst/>
                <a:gdLst/>
                <a:ahLst/>
                <a:cxnLst/>
                <a:rect l="l" t="t" r="r" b="b"/>
                <a:pathLst>
                  <a:path w="450" h="816" extrusionOk="0">
                    <a:moveTo>
                      <a:pt x="0" y="1"/>
                    </a:moveTo>
                    <a:lnTo>
                      <a:pt x="0" y="556"/>
                    </a:lnTo>
                    <a:lnTo>
                      <a:pt x="449" y="816"/>
                    </a:lnTo>
                    <a:lnTo>
                      <a:pt x="449" y="272"/>
                    </a:lnTo>
                    <a:lnTo>
                      <a:pt x="0" y="1"/>
                    </a:ln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1"/>
              <p:cNvSpPr/>
              <p:nvPr/>
            </p:nvSpPr>
            <p:spPr>
              <a:xfrm>
                <a:off x="-963708" y="592398"/>
                <a:ext cx="35780" cy="53590"/>
              </a:xfrm>
              <a:custGeom>
                <a:avLst/>
                <a:gdLst/>
                <a:ahLst/>
                <a:cxnLst/>
                <a:rect l="l" t="t" r="r" b="b"/>
                <a:pathLst>
                  <a:path w="450" h="674" extrusionOk="0">
                    <a:moveTo>
                      <a:pt x="0" y="0"/>
                    </a:moveTo>
                    <a:lnTo>
                      <a:pt x="0" y="402"/>
                    </a:lnTo>
                    <a:lnTo>
                      <a:pt x="449" y="673"/>
                    </a:lnTo>
                    <a:lnTo>
                      <a:pt x="449" y="272"/>
                    </a:lnTo>
                    <a:lnTo>
                      <a:pt x="0" y="0"/>
                    </a:ln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1"/>
              <p:cNvSpPr/>
              <p:nvPr/>
            </p:nvSpPr>
            <p:spPr>
              <a:xfrm>
                <a:off x="-963708" y="487126"/>
                <a:ext cx="35780" cy="118470"/>
              </a:xfrm>
              <a:custGeom>
                <a:avLst/>
                <a:gdLst/>
                <a:ahLst/>
                <a:cxnLst/>
                <a:rect l="l" t="t" r="r" b="b"/>
                <a:pathLst>
                  <a:path w="450" h="1490" extrusionOk="0">
                    <a:moveTo>
                      <a:pt x="0" y="1"/>
                    </a:moveTo>
                    <a:lnTo>
                      <a:pt x="0" y="1230"/>
                    </a:lnTo>
                    <a:lnTo>
                      <a:pt x="449" y="1489"/>
                    </a:lnTo>
                    <a:lnTo>
                      <a:pt x="449" y="261"/>
                    </a:lnTo>
                    <a:lnTo>
                      <a:pt x="0" y="1"/>
                    </a:ln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7" name="Google Shape;1737;p31"/>
            <p:cNvGrpSpPr/>
            <p:nvPr/>
          </p:nvGrpSpPr>
          <p:grpSpPr>
            <a:xfrm>
              <a:off x="7953455" y="3059215"/>
              <a:ext cx="329844" cy="472596"/>
              <a:chOff x="5036880" y="-8005297"/>
              <a:chExt cx="719554" cy="1030968"/>
            </a:xfrm>
          </p:grpSpPr>
          <p:sp>
            <p:nvSpPr>
              <p:cNvPr id="1738" name="Google Shape;1738;p31"/>
              <p:cNvSpPr/>
              <p:nvPr/>
            </p:nvSpPr>
            <p:spPr>
              <a:xfrm>
                <a:off x="5036880" y="-7874903"/>
                <a:ext cx="288011" cy="502944"/>
              </a:xfrm>
              <a:custGeom>
                <a:avLst/>
                <a:gdLst/>
                <a:ahLst/>
                <a:cxnLst/>
                <a:rect l="l" t="t" r="r" b="b"/>
                <a:pathLst>
                  <a:path w="1206" h="2106" extrusionOk="0">
                    <a:moveTo>
                      <a:pt x="299" y="0"/>
                    </a:moveTo>
                    <a:cubicBezTo>
                      <a:pt x="248" y="0"/>
                      <a:pt x="200" y="12"/>
                      <a:pt x="154" y="38"/>
                    </a:cubicBezTo>
                    <a:cubicBezTo>
                      <a:pt x="60" y="97"/>
                      <a:pt x="1" y="215"/>
                      <a:pt x="1" y="357"/>
                    </a:cubicBezTo>
                    <a:lnTo>
                      <a:pt x="1" y="2023"/>
                    </a:lnTo>
                    <a:cubicBezTo>
                      <a:pt x="1" y="2070"/>
                      <a:pt x="36" y="2105"/>
                      <a:pt x="83" y="2105"/>
                    </a:cubicBezTo>
                    <a:cubicBezTo>
                      <a:pt x="107" y="2105"/>
                      <a:pt x="142" y="2070"/>
                      <a:pt x="142" y="2023"/>
                    </a:cubicBezTo>
                    <a:lnTo>
                      <a:pt x="142" y="357"/>
                    </a:lnTo>
                    <a:cubicBezTo>
                      <a:pt x="142" y="251"/>
                      <a:pt x="166" y="180"/>
                      <a:pt x="225" y="156"/>
                    </a:cubicBezTo>
                    <a:cubicBezTo>
                      <a:pt x="248" y="142"/>
                      <a:pt x="273" y="136"/>
                      <a:pt x="301" y="136"/>
                    </a:cubicBezTo>
                    <a:cubicBezTo>
                      <a:pt x="344" y="136"/>
                      <a:pt x="392" y="151"/>
                      <a:pt x="449" y="180"/>
                    </a:cubicBezTo>
                    <a:lnTo>
                      <a:pt x="1099" y="546"/>
                    </a:lnTo>
                    <a:cubicBezTo>
                      <a:pt x="1106" y="553"/>
                      <a:pt x="1115" y="556"/>
                      <a:pt x="1125" y="556"/>
                    </a:cubicBezTo>
                    <a:cubicBezTo>
                      <a:pt x="1147" y="556"/>
                      <a:pt x="1173" y="539"/>
                      <a:pt x="1182" y="522"/>
                    </a:cubicBezTo>
                    <a:cubicBezTo>
                      <a:pt x="1205" y="487"/>
                      <a:pt x="1182" y="451"/>
                      <a:pt x="1158" y="428"/>
                    </a:cubicBezTo>
                    <a:lnTo>
                      <a:pt x="508" y="62"/>
                    </a:lnTo>
                    <a:cubicBezTo>
                      <a:pt x="435" y="21"/>
                      <a:pt x="365" y="0"/>
                      <a:pt x="299" y="0"/>
                    </a:cubicBez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1"/>
              <p:cNvSpPr/>
              <p:nvPr/>
            </p:nvSpPr>
            <p:spPr>
              <a:xfrm>
                <a:off x="5598575" y="-7709200"/>
                <a:ext cx="67800" cy="317076"/>
              </a:xfrm>
              <a:custGeom>
                <a:avLst/>
                <a:gdLst/>
                <a:ahLst/>
                <a:cxnLst/>
                <a:rect l="l" t="t" r="r" b="b"/>
                <a:pathLst>
                  <a:path w="284" h="1241" extrusionOk="0">
                    <a:moveTo>
                      <a:pt x="284" y="0"/>
                    </a:moveTo>
                    <a:lnTo>
                      <a:pt x="0" y="166"/>
                    </a:lnTo>
                    <a:lnTo>
                      <a:pt x="0" y="1241"/>
                    </a:lnTo>
                    <a:lnTo>
                      <a:pt x="272" y="1099"/>
                    </a:lnTo>
                    <a:lnTo>
                      <a:pt x="284"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1"/>
              <p:cNvSpPr/>
              <p:nvPr/>
            </p:nvSpPr>
            <p:spPr>
              <a:xfrm>
                <a:off x="5166557" y="-8005297"/>
                <a:ext cx="434882" cy="238337"/>
              </a:xfrm>
              <a:custGeom>
                <a:avLst/>
                <a:gdLst/>
                <a:ahLst/>
                <a:cxnLst/>
                <a:rect l="l" t="t" r="r" b="b"/>
                <a:pathLst>
                  <a:path w="1821" h="998" extrusionOk="0">
                    <a:moveTo>
                      <a:pt x="24" y="169"/>
                    </a:moveTo>
                    <a:lnTo>
                      <a:pt x="24" y="169"/>
                    </a:lnTo>
                    <a:cubicBezTo>
                      <a:pt x="16" y="172"/>
                      <a:pt x="8" y="177"/>
                      <a:pt x="1" y="182"/>
                    </a:cubicBezTo>
                    <a:lnTo>
                      <a:pt x="24" y="169"/>
                    </a:lnTo>
                    <a:close/>
                    <a:moveTo>
                      <a:pt x="344" y="1"/>
                    </a:moveTo>
                    <a:cubicBezTo>
                      <a:pt x="317" y="1"/>
                      <a:pt x="294" y="6"/>
                      <a:pt x="273" y="17"/>
                    </a:cubicBezTo>
                    <a:lnTo>
                      <a:pt x="24" y="169"/>
                    </a:lnTo>
                    <a:lnTo>
                      <a:pt x="24" y="169"/>
                    </a:lnTo>
                    <a:cubicBezTo>
                      <a:pt x="39" y="161"/>
                      <a:pt x="57" y="157"/>
                      <a:pt x="76" y="157"/>
                    </a:cubicBezTo>
                    <a:cubicBezTo>
                      <a:pt x="108" y="157"/>
                      <a:pt x="146" y="169"/>
                      <a:pt x="190" y="194"/>
                    </a:cubicBezTo>
                    <a:lnTo>
                      <a:pt x="1560" y="997"/>
                    </a:lnTo>
                    <a:lnTo>
                      <a:pt x="1820" y="832"/>
                    </a:lnTo>
                    <a:lnTo>
                      <a:pt x="450" y="29"/>
                    </a:lnTo>
                    <a:cubicBezTo>
                      <a:pt x="411" y="9"/>
                      <a:pt x="375" y="1"/>
                      <a:pt x="344" y="1"/>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1"/>
              <p:cNvSpPr/>
              <p:nvPr/>
            </p:nvSpPr>
            <p:spPr>
              <a:xfrm>
                <a:off x="5539112" y="-7809467"/>
                <a:ext cx="124423" cy="144005"/>
              </a:xfrm>
              <a:custGeom>
                <a:avLst/>
                <a:gdLst/>
                <a:ahLst/>
                <a:cxnLst/>
                <a:rect l="l" t="t" r="r" b="b"/>
                <a:pathLst>
                  <a:path w="521" h="603" extrusionOk="0">
                    <a:moveTo>
                      <a:pt x="260" y="0"/>
                    </a:moveTo>
                    <a:lnTo>
                      <a:pt x="0" y="154"/>
                    </a:lnTo>
                    <a:cubicBezTo>
                      <a:pt x="142" y="248"/>
                      <a:pt x="248" y="437"/>
                      <a:pt x="248" y="603"/>
                    </a:cubicBezTo>
                    <a:lnTo>
                      <a:pt x="520" y="437"/>
                    </a:lnTo>
                    <a:cubicBezTo>
                      <a:pt x="520" y="272"/>
                      <a:pt x="402" y="83"/>
                      <a:pt x="260" y="0"/>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1"/>
              <p:cNvSpPr/>
              <p:nvPr/>
            </p:nvSpPr>
            <p:spPr>
              <a:xfrm>
                <a:off x="5149840" y="-7966131"/>
                <a:ext cx="448733" cy="606829"/>
              </a:xfrm>
              <a:custGeom>
                <a:avLst/>
                <a:gdLst/>
                <a:ahLst/>
                <a:cxnLst/>
                <a:rect l="l" t="t" r="r" b="b"/>
                <a:pathLst>
                  <a:path w="1879" h="2541" extrusionOk="0">
                    <a:moveTo>
                      <a:pt x="149" y="1"/>
                    </a:moveTo>
                    <a:cubicBezTo>
                      <a:pt x="61" y="1"/>
                      <a:pt x="0" y="65"/>
                      <a:pt x="0" y="184"/>
                    </a:cubicBezTo>
                    <a:lnTo>
                      <a:pt x="0" y="1271"/>
                    </a:lnTo>
                    <a:cubicBezTo>
                      <a:pt x="0" y="1436"/>
                      <a:pt x="118" y="1625"/>
                      <a:pt x="260" y="1708"/>
                    </a:cubicBezTo>
                    <a:lnTo>
                      <a:pt x="1630" y="2511"/>
                    </a:lnTo>
                    <a:cubicBezTo>
                      <a:pt x="1667" y="2531"/>
                      <a:pt x="1702" y="2540"/>
                      <a:pt x="1734" y="2540"/>
                    </a:cubicBezTo>
                    <a:cubicBezTo>
                      <a:pt x="1817" y="2540"/>
                      <a:pt x="1878" y="2476"/>
                      <a:pt x="1878" y="2357"/>
                    </a:cubicBezTo>
                    <a:lnTo>
                      <a:pt x="1878" y="1271"/>
                    </a:lnTo>
                    <a:cubicBezTo>
                      <a:pt x="1878" y="1105"/>
                      <a:pt x="1760" y="916"/>
                      <a:pt x="1630" y="822"/>
                    </a:cubicBezTo>
                    <a:lnTo>
                      <a:pt x="260" y="30"/>
                    </a:lnTo>
                    <a:cubicBezTo>
                      <a:pt x="220" y="10"/>
                      <a:pt x="182" y="1"/>
                      <a:pt x="149" y="1"/>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1"/>
              <p:cNvSpPr/>
              <p:nvPr/>
            </p:nvSpPr>
            <p:spPr>
              <a:xfrm>
                <a:off x="5178021" y="-7905471"/>
                <a:ext cx="129915" cy="169559"/>
              </a:xfrm>
              <a:custGeom>
                <a:avLst/>
                <a:gdLst/>
                <a:ahLst/>
                <a:cxnLst/>
                <a:rect l="l" t="t" r="r" b="b"/>
                <a:pathLst>
                  <a:path w="544" h="710" extrusionOk="0">
                    <a:moveTo>
                      <a:pt x="0" y="1"/>
                    </a:moveTo>
                    <a:lnTo>
                      <a:pt x="0" y="402"/>
                    </a:lnTo>
                    <a:lnTo>
                      <a:pt x="544" y="709"/>
                    </a:lnTo>
                    <a:lnTo>
                      <a:pt x="544" y="308"/>
                    </a:lnTo>
                    <a:lnTo>
                      <a:pt x="0"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1"/>
              <p:cNvSpPr/>
              <p:nvPr/>
            </p:nvSpPr>
            <p:spPr>
              <a:xfrm>
                <a:off x="5178021" y="-7778421"/>
                <a:ext cx="319057" cy="273921"/>
              </a:xfrm>
              <a:custGeom>
                <a:avLst/>
                <a:gdLst/>
                <a:ahLst/>
                <a:cxnLst/>
                <a:rect l="l" t="t" r="r" b="b"/>
                <a:pathLst>
                  <a:path w="1336" h="1147" extrusionOk="0">
                    <a:moveTo>
                      <a:pt x="0" y="0"/>
                    </a:moveTo>
                    <a:lnTo>
                      <a:pt x="0" y="402"/>
                    </a:lnTo>
                    <a:lnTo>
                      <a:pt x="1335" y="1146"/>
                    </a:lnTo>
                    <a:lnTo>
                      <a:pt x="1335" y="768"/>
                    </a:lnTo>
                    <a:lnTo>
                      <a:pt x="0"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1"/>
              <p:cNvSpPr/>
              <p:nvPr/>
            </p:nvSpPr>
            <p:spPr>
              <a:xfrm>
                <a:off x="5598575" y="-7709200"/>
                <a:ext cx="67800" cy="317076"/>
              </a:xfrm>
              <a:custGeom>
                <a:avLst/>
                <a:gdLst/>
                <a:ahLst/>
                <a:cxnLst/>
                <a:rect l="l" t="t" r="r" b="b"/>
                <a:pathLst>
                  <a:path w="284" h="1241" extrusionOk="0">
                    <a:moveTo>
                      <a:pt x="284" y="0"/>
                    </a:moveTo>
                    <a:lnTo>
                      <a:pt x="0" y="166"/>
                    </a:lnTo>
                    <a:lnTo>
                      <a:pt x="0" y="1241"/>
                    </a:lnTo>
                    <a:lnTo>
                      <a:pt x="272" y="1099"/>
                    </a:lnTo>
                    <a:lnTo>
                      <a:pt x="284" y="0"/>
                    </a:lnTo>
                    <a:close/>
                  </a:path>
                </a:pathLst>
              </a:custGeom>
              <a:solidFill>
                <a:srgbClr val="282A2E">
                  <a:alpha val="7044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1"/>
              <p:cNvSpPr/>
              <p:nvPr/>
            </p:nvSpPr>
            <p:spPr>
              <a:xfrm>
                <a:off x="5623653" y="-7576381"/>
                <a:ext cx="132781" cy="602053"/>
              </a:xfrm>
              <a:custGeom>
                <a:avLst/>
                <a:gdLst/>
                <a:ahLst/>
                <a:cxnLst/>
                <a:rect l="l" t="t" r="r" b="b"/>
                <a:pathLst>
                  <a:path w="556" h="2521" extrusionOk="0">
                    <a:moveTo>
                      <a:pt x="74" y="0"/>
                    </a:moveTo>
                    <a:cubicBezTo>
                      <a:pt x="50" y="0"/>
                      <a:pt x="21" y="14"/>
                      <a:pt x="12" y="40"/>
                    </a:cubicBezTo>
                    <a:cubicBezTo>
                      <a:pt x="1" y="64"/>
                      <a:pt x="12" y="111"/>
                      <a:pt x="48" y="123"/>
                    </a:cubicBezTo>
                    <a:cubicBezTo>
                      <a:pt x="237" y="241"/>
                      <a:pt x="414" y="536"/>
                      <a:pt x="414" y="773"/>
                    </a:cubicBezTo>
                    <a:lnTo>
                      <a:pt x="414" y="2450"/>
                    </a:lnTo>
                    <a:cubicBezTo>
                      <a:pt x="414" y="2486"/>
                      <a:pt x="438" y="2521"/>
                      <a:pt x="485" y="2521"/>
                    </a:cubicBezTo>
                    <a:cubicBezTo>
                      <a:pt x="532" y="2521"/>
                      <a:pt x="556" y="2486"/>
                      <a:pt x="544" y="2450"/>
                    </a:cubicBezTo>
                    <a:lnTo>
                      <a:pt x="544" y="773"/>
                    </a:lnTo>
                    <a:cubicBezTo>
                      <a:pt x="544" y="501"/>
                      <a:pt x="331" y="158"/>
                      <a:pt x="95" y="5"/>
                    </a:cubicBezTo>
                    <a:cubicBezTo>
                      <a:pt x="89" y="2"/>
                      <a:pt x="82" y="0"/>
                      <a:pt x="74" y="0"/>
                    </a:cubicBez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1"/>
              <p:cNvSpPr/>
              <p:nvPr/>
            </p:nvSpPr>
            <p:spPr>
              <a:xfrm>
                <a:off x="5539112" y="-7809467"/>
                <a:ext cx="124423" cy="144005"/>
              </a:xfrm>
              <a:custGeom>
                <a:avLst/>
                <a:gdLst/>
                <a:ahLst/>
                <a:cxnLst/>
                <a:rect l="l" t="t" r="r" b="b"/>
                <a:pathLst>
                  <a:path w="521" h="603" extrusionOk="0">
                    <a:moveTo>
                      <a:pt x="260" y="0"/>
                    </a:moveTo>
                    <a:lnTo>
                      <a:pt x="0" y="154"/>
                    </a:lnTo>
                    <a:cubicBezTo>
                      <a:pt x="142" y="248"/>
                      <a:pt x="248" y="437"/>
                      <a:pt x="248" y="603"/>
                    </a:cubicBezTo>
                    <a:lnTo>
                      <a:pt x="520" y="437"/>
                    </a:lnTo>
                    <a:cubicBezTo>
                      <a:pt x="520" y="272"/>
                      <a:pt x="402" y="83"/>
                      <a:pt x="260" y="0"/>
                    </a:cubicBez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8" name="Google Shape;1748;p31"/>
            <p:cNvGrpSpPr/>
            <p:nvPr/>
          </p:nvGrpSpPr>
          <p:grpSpPr>
            <a:xfrm>
              <a:off x="7793080" y="785725"/>
              <a:ext cx="650600" cy="601775"/>
              <a:chOff x="7309269" y="-7683723"/>
              <a:chExt cx="1419284" cy="1312773"/>
            </a:xfrm>
          </p:grpSpPr>
          <p:sp>
            <p:nvSpPr>
              <p:cNvPr id="1749" name="Google Shape;1749;p31"/>
              <p:cNvSpPr/>
              <p:nvPr/>
            </p:nvSpPr>
            <p:spPr>
              <a:xfrm>
                <a:off x="7529219" y="-7273913"/>
                <a:ext cx="1100460" cy="581276"/>
              </a:xfrm>
              <a:custGeom>
                <a:avLst/>
                <a:gdLst/>
                <a:ahLst/>
                <a:cxnLst/>
                <a:rect l="l" t="t" r="r" b="b"/>
                <a:pathLst>
                  <a:path w="4608" h="2434" extrusionOk="0">
                    <a:moveTo>
                      <a:pt x="2288" y="0"/>
                    </a:moveTo>
                    <a:cubicBezTo>
                      <a:pt x="1749" y="0"/>
                      <a:pt x="1212" y="119"/>
                      <a:pt x="804" y="355"/>
                    </a:cubicBezTo>
                    <a:cubicBezTo>
                      <a:pt x="1" y="839"/>
                      <a:pt x="1" y="1607"/>
                      <a:pt x="828" y="2080"/>
                    </a:cubicBezTo>
                    <a:cubicBezTo>
                      <a:pt x="1229" y="2316"/>
                      <a:pt x="1767" y="2434"/>
                      <a:pt x="2306" y="2434"/>
                    </a:cubicBezTo>
                    <a:cubicBezTo>
                      <a:pt x="2845" y="2434"/>
                      <a:pt x="3385" y="2316"/>
                      <a:pt x="3793" y="2080"/>
                    </a:cubicBezTo>
                    <a:cubicBezTo>
                      <a:pt x="4608" y="1595"/>
                      <a:pt x="4608" y="827"/>
                      <a:pt x="3781" y="355"/>
                    </a:cubicBezTo>
                    <a:cubicBezTo>
                      <a:pt x="3368" y="119"/>
                      <a:pt x="2827" y="0"/>
                      <a:pt x="2288"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1"/>
              <p:cNvSpPr/>
              <p:nvPr/>
            </p:nvSpPr>
            <p:spPr>
              <a:xfrm>
                <a:off x="8141546" y="-6833773"/>
                <a:ext cx="587007" cy="462823"/>
              </a:xfrm>
              <a:custGeom>
                <a:avLst/>
                <a:gdLst/>
                <a:ahLst/>
                <a:cxnLst/>
                <a:rect l="l" t="t" r="r" b="b"/>
                <a:pathLst>
                  <a:path w="2458" h="1938" extrusionOk="0">
                    <a:moveTo>
                      <a:pt x="2457" y="0"/>
                    </a:moveTo>
                    <a:lnTo>
                      <a:pt x="0" y="1430"/>
                    </a:lnTo>
                    <a:lnTo>
                      <a:pt x="0" y="1938"/>
                    </a:lnTo>
                    <a:lnTo>
                      <a:pt x="2434" y="508"/>
                    </a:lnTo>
                    <a:lnTo>
                      <a:pt x="2457"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1"/>
              <p:cNvSpPr/>
              <p:nvPr/>
            </p:nvSpPr>
            <p:spPr>
              <a:xfrm>
                <a:off x="7309269" y="-6972048"/>
                <a:ext cx="832509" cy="601097"/>
              </a:xfrm>
              <a:custGeom>
                <a:avLst/>
                <a:gdLst/>
                <a:ahLst/>
                <a:cxnLst/>
                <a:rect l="l" t="t" r="r" b="b"/>
                <a:pathLst>
                  <a:path w="3486" h="2517" extrusionOk="0">
                    <a:moveTo>
                      <a:pt x="0" y="0"/>
                    </a:moveTo>
                    <a:lnTo>
                      <a:pt x="0" y="508"/>
                    </a:lnTo>
                    <a:lnTo>
                      <a:pt x="3485" y="2517"/>
                    </a:lnTo>
                    <a:lnTo>
                      <a:pt x="3485" y="2009"/>
                    </a:lnTo>
                    <a:lnTo>
                      <a:pt x="0"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1"/>
              <p:cNvSpPr/>
              <p:nvPr/>
            </p:nvSpPr>
            <p:spPr>
              <a:xfrm>
                <a:off x="7309269" y="-7313318"/>
                <a:ext cx="1419278" cy="818180"/>
              </a:xfrm>
              <a:custGeom>
                <a:avLst/>
                <a:gdLst/>
                <a:ahLst/>
                <a:cxnLst/>
                <a:rect l="l" t="t" r="r" b="b"/>
                <a:pathLst>
                  <a:path w="5943" h="3426" extrusionOk="0">
                    <a:moveTo>
                      <a:pt x="2457" y="0"/>
                    </a:moveTo>
                    <a:lnTo>
                      <a:pt x="0" y="1418"/>
                    </a:lnTo>
                    <a:lnTo>
                      <a:pt x="3485" y="3426"/>
                    </a:lnTo>
                    <a:lnTo>
                      <a:pt x="5942" y="2008"/>
                    </a:lnTo>
                    <a:lnTo>
                      <a:pt x="5186" y="425"/>
                    </a:lnTo>
                    <a:lnTo>
                      <a:pt x="3911" y="236"/>
                    </a:lnTo>
                    <a:lnTo>
                      <a:pt x="3911" y="236"/>
                    </a:lnTo>
                    <a:cubicBezTo>
                      <a:pt x="4194" y="295"/>
                      <a:pt x="4466" y="390"/>
                      <a:pt x="4702" y="520"/>
                    </a:cubicBezTo>
                    <a:cubicBezTo>
                      <a:pt x="5529" y="992"/>
                      <a:pt x="5529" y="1760"/>
                      <a:pt x="4714" y="2245"/>
                    </a:cubicBezTo>
                    <a:cubicBezTo>
                      <a:pt x="4306" y="2481"/>
                      <a:pt x="3766" y="2599"/>
                      <a:pt x="3227" y="2599"/>
                    </a:cubicBezTo>
                    <a:cubicBezTo>
                      <a:pt x="2688" y="2599"/>
                      <a:pt x="2150" y="2481"/>
                      <a:pt x="1749" y="2245"/>
                    </a:cubicBezTo>
                    <a:cubicBezTo>
                      <a:pt x="922" y="1772"/>
                      <a:pt x="922" y="1004"/>
                      <a:pt x="1725" y="520"/>
                    </a:cubicBezTo>
                    <a:cubicBezTo>
                      <a:pt x="2137" y="280"/>
                      <a:pt x="2682" y="157"/>
                      <a:pt x="3219" y="157"/>
                    </a:cubicBezTo>
                    <a:cubicBezTo>
                      <a:pt x="3344" y="157"/>
                      <a:pt x="3469" y="164"/>
                      <a:pt x="3592" y="177"/>
                    </a:cubicBezTo>
                    <a:lnTo>
                      <a:pt x="2457"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1"/>
              <p:cNvSpPr/>
              <p:nvPr/>
            </p:nvSpPr>
            <p:spPr>
              <a:xfrm>
                <a:off x="7599909" y="-7028409"/>
                <a:ext cx="651726" cy="409329"/>
              </a:xfrm>
              <a:custGeom>
                <a:avLst/>
                <a:gdLst/>
                <a:ahLst/>
                <a:cxnLst/>
                <a:rect l="l" t="t" r="r" b="b"/>
                <a:pathLst>
                  <a:path w="2729" h="1714" extrusionOk="0">
                    <a:moveTo>
                      <a:pt x="2091" y="0"/>
                    </a:moveTo>
                    <a:lnTo>
                      <a:pt x="201" y="815"/>
                    </a:lnTo>
                    <a:lnTo>
                      <a:pt x="201" y="1099"/>
                    </a:lnTo>
                    <a:lnTo>
                      <a:pt x="0" y="1217"/>
                    </a:lnTo>
                    <a:lnTo>
                      <a:pt x="862" y="1713"/>
                    </a:lnTo>
                    <a:lnTo>
                      <a:pt x="862" y="1441"/>
                    </a:lnTo>
                    <a:lnTo>
                      <a:pt x="2729" y="378"/>
                    </a:lnTo>
                    <a:lnTo>
                      <a:pt x="209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1"/>
              <p:cNvSpPr/>
              <p:nvPr/>
            </p:nvSpPr>
            <p:spPr>
              <a:xfrm>
                <a:off x="7599909" y="-6833773"/>
                <a:ext cx="48002" cy="96004"/>
              </a:xfrm>
              <a:custGeom>
                <a:avLst/>
                <a:gdLst/>
                <a:ahLst/>
                <a:cxnLst/>
                <a:rect l="l" t="t" r="r" b="b"/>
                <a:pathLst>
                  <a:path w="201" h="402" extrusionOk="0">
                    <a:moveTo>
                      <a:pt x="201" y="0"/>
                    </a:moveTo>
                    <a:lnTo>
                      <a:pt x="0" y="118"/>
                    </a:lnTo>
                    <a:lnTo>
                      <a:pt x="0" y="402"/>
                    </a:lnTo>
                    <a:lnTo>
                      <a:pt x="201" y="284"/>
                    </a:lnTo>
                    <a:lnTo>
                      <a:pt x="201"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1"/>
              <p:cNvSpPr/>
              <p:nvPr/>
            </p:nvSpPr>
            <p:spPr>
              <a:xfrm>
                <a:off x="7588446" y="-7065187"/>
                <a:ext cx="962424" cy="367775"/>
              </a:xfrm>
              <a:custGeom>
                <a:avLst/>
                <a:gdLst/>
                <a:ahLst/>
                <a:cxnLst/>
                <a:rect l="l" t="t" r="r" b="b"/>
                <a:pathLst>
                  <a:path w="4030" h="1540" extrusionOk="0">
                    <a:moveTo>
                      <a:pt x="4029" y="12"/>
                    </a:moveTo>
                    <a:lnTo>
                      <a:pt x="4028" y="57"/>
                    </a:lnTo>
                    <a:lnTo>
                      <a:pt x="4028" y="57"/>
                    </a:lnTo>
                    <a:cubicBezTo>
                      <a:pt x="4029" y="42"/>
                      <a:pt x="4029" y="27"/>
                      <a:pt x="4029" y="12"/>
                    </a:cubicBezTo>
                    <a:close/>
                    <a:moveTo>
                      <a:pt x="13" y="1"/>
                    </a:moveTo>
                    <a:lnTo>
                      <a:pt x="1" y="367"/>
                    </a:lnTo>
                    <a:cubicBezTo>
                      <a:pt x="1" y="662"/>
                      <a:pt x="190" y="969"/>
                      <a:pt x="592" y="1194"/>
                    </a:cubicBezTo>
                    <a:cubicBezTo>
                      <a:pt x="981" y="1424"/>
                      <a:pt x="1492" y="1539"/>
                      <a:pt x="2005" y="1539"/>
                    </a:cubicBezTo>
                    <a:cubicBezTo>
                      <a:pt x="2517" y="1539"/>
                      <a:pt x="3031" y="1424"/>
                      <a:pt x="3427" y="1194"/>
                    </a:cubicBezTo>
                    <a:cubicBezTo>
                      <a:pt x="3817" y="969"/>
                      <a:pt x="4017" y="674"/>
                      <a:pt x="4017" y="379"/>
                    </a:cubicBezTo>
                    <a:lnTo>
                      <a:pt x="4028" y="57"/>
                    </a:lnTo>
                    <a:lnTo>
                      <a:pt x="4028" y="57"/>
                    </a:lnTo>
                    <a:cubicBezTo>
                      <a:pt x="4010" y="337"/>
                      <a:pt x="3820" y="614"/>
                      <a:pt x="3438" y="828"/>
                    </a:cubicBezTo>
                    <a:cubicBezTo>
                      <a:pt x="3049" y="1052"/>
                      <a:pt x="2535" y="1164"/>
                      <a:pt x="2021" y="1164"/>
                    </a:cubicBezTo>
                    <a:cubicBezTo>
                      <a:pt x="1507" y="1164"/>
                      <a:pt x="993" y="1052"/>
                      <a:pt x="603" y="828"/>
                    </a:cubicBezTo>
                    <a:cubicBezTo>
                      <a:pt x="202" y="603"/>
                      <a:pt x="13" y="296"/>
                      <a:pt x="13" y="1"/>
                    </a:cubicBez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1"/>
              <p:cNvSpPr/>
              <p:nvPr/>
            </p:nvSpPr>
            <p:spPr>
              <a:xfrm>
                <a:off x="7695659" y="-7062321"/>
                <a:ext cx="858062" cy="364193"/>
              </a:xfrm>
              <a:custGeom>
                <a:avLst/>
                <a:gdLst/>
                <a:ahLst/>
                <a:cxnLst/>
                <a:rect l="l" t="t" r="r" b="b"/>
                <a:pathLst>
                  <a:path w="3593" h="1525" extrusionOk="0">
                    <a:moveTo>
                      <a:pt x="3592" y="0"/>
                    </a:moveTo>
                    <a:lnTo>
                      <a:pt x="3591" y="45"/>
                    </a:lnTo>
                    <a:lnTo>
                      <a:pt x="3591" y="45"/>
                    </a:lnTo>
                    <a:cubicBezTo>
                      <a:pt x="3592" y="30"/>
                      <a:pt x="3592" y="15"/>
                      <a:pt x="3592" y="0"/>
                    </a:cubicBezTo>
                    <a:close/>
                    <a:moveTo>
                      <a:pt x="3591" y="45"/>
                    </a:moveTo>
                    <a:cubicBezTo>
                      <a:pt x="3573" y="325"/>
                      <a:pt x="3383" y="602"/>
                      <a:pt x="3001" y="816"/>
                    </a:cubicBezTo>
                    <a:cubicBezTo>
                      <a:pt x="2730" y="957"/>
                      <a:pt x="2423" y="1064"/>
                      <a:pt x="2092" y="1123"/>
                    </a:cubicBezTo>
                    <a:cubicBezTo>
                      <a:pt x="1926" y="1146"/>
                      <a:pt x="1755" y="1158"/>
                      <a:pt x="1585" y="1158"/>
                    </a:cubicBezTo>
                    <a:cubicBezTo>
                      <a:pt x="1416" y="1158"/>
                      <a:pt x="1247" y="1146"/>
                      <a:pt x="1088" y="1123"/>
                    </a:cubicBezTo>
                    <a:cubicBezTo>
                      <a:pt x="745" y="1075"/>
                      <a:pt x="438" y="969"/>
                      <a:pt x="166" y="816"/>
                    </a:cubicBezTo>
                    <a:cubicBezTo>
                      <a:pt x="107" y="780"/>
                      <a:pt x="60" y="756"/>
                      <a:pt x="25" y="709"/>
                    </a:cubicBezTo>
                    <a:lnTo>
                      <a:pt x="1" y="1075"/>
                    </a:lnTo>
                    <a:cubicBezTo>
                      <a:pt x="48" y="1111"/>
                      <a:pt x="107" y="1134"/>
                      <a:pt x="155" y="1182"/>
                    </a:cubicBezTo>
                    <a:cubicBezTo>
                      <a:pt x="414" y="1323"/>
                      <a:pt x="745" y="1430"/>
                      <a:pt x="1064" y="1489"/>
                    </a:cubicBezTo>
                    <a:cubicBezTo>
                      <a:pt x="1230" y="1512"/>
                      <a:pt x="1401" y="1524"/>
                      <a:pt x="1571" y="1524"/>
                    </a:cubicBezTo>
                    <a:cubicBezTo>
                      <a:pt x="1740" y="1524"/>
                      <a:pt x="1909" y="1512"/>
                      <a:pt x="2068" y="1489"/>
                    </a:cubicBezTo>
                    <a:cubicBezTo>
                      <a:pt x="2411" y="1442"/>
                      <a:pt x="2718" y="1347"/>
                      <a:pt x="2990" y="1182"/>
                    </a:cubicBezTo>
                    <a:cubicBezTo>
                      <a:pt x="3368" y="957"/>
                      <a:pt x="3569" y="662"/>
                      <a:pt x="3580" y="367"/>
                    </a:cubicBezTo>
                    <a:lnTo>
                      <a:pt x="3591" y="45"/>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1"/>
              <p:cNvSpPr/>
              <p:nvPr/>
            </p:nvSpPr>
            <p:spPr>
              <a:xfrm>
                <a:off x="7588446" y="-7070918"/>
                <a:ext cx="110333" cy="265562"/>
              </a:xfrm>
              <a:custGeom>
                <a:avLst/>
                <a:gdLst/>
                <a:ahLst/>
                <a:cxnLst/>
                <a:rect l="l" t="t" r="r" b="b"/>
                <a:pathLst>
                  <a:path w="462" h="1112" extrusionOk="0">
                    <a:moveTo>
                      <a:pt x="13" y="1"/>
                    </a:moveTo>
                    <a:lnTo>
                      <a:pt x="1" y="379"/>
                    </a:lnTo>
                    <a:cubicBezTo>
                      <a:pt x="1" y="438"/>
                      <a:pt x="13" y="509"/>
                      <a:pt x="24" y="568"/>
                    </a:cubicBezTo>
                    <a:cubicBezTo>
                      <a:pt x="84" y="757"/>
                      <a:pt x="225" y="946"/>
                      <a:pt x="438" y="1111"/>
                    </a:cubicBezTo>
                    <a:lnTo>
                      <a:pt x="462" y="745"/>
                    </a:lnTo>
                    <a:cubicBezTo>
                      <a:pt x="237" y="580"/>
                      <a:pt x="84" y="391"/>
                      <a:pt x="48" y="202"/>
                    </a:cubicBezTo>
                    <a:cubicBezTo>
                      <a:pt x="24" y="143"/>
                      <a:pt x="13" y="60"/>
                      <a:pt x="13" y="1"/>
                    </a:cubicBez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1"/>
              <p:cNvSpPr/>
              <p:nvPr/>
            </p:nvSpPr>
            <p:spPr>
              <a:xfrm>
                <a:off x="7546175" y="-7342453"/>
                <a:ext cx="1052458" cy="555484"/>
              </a:xfrm>
              <a:custGeom>
                <a:avLst/>
                <a:gdLst/>
                <a:ahLst/>
                <a:cxnLst/>
                <a:rect l="l" t="t" r="r" b="b"/>
                <a:pathLst>
                  <a:path w="4407" h="2326" extrusionOk="0">
                    <a:moveTo>
                      <a:pt x="2189" y="1"/>
                    </a:moveTo>
                    <a:cubicBezTo>
                      <a:pt x="1675" y="1"/>
                      <a:pt x="1164" y="116"/>
                      <a:pt x="780" y="346"/>
                    </a:cubicBezTo>
                    <a:cubicBezTo>
                      <a:pt x="1" y="784"/>
                      <a:pt x="12" y="1528"/>
                      <a:pt x="792" y="1989"/>
                    </a:cubicBezTo>
                    <a:cubicBezTo>
                      <a:pt x="1188" y="2213"/>
                      <a:pt x="1702" y="2325"/>
                      <a:pt x="2214" y="2325"/>
                    </a:cubicBezTo>
                    <a:cubicBezTo>
                      <a:pt x="2727" y="2325"/>
                      <a:pt x="3237" y="2213"/>
                      <a:pt x="3627" y="1989"/>
                    </a:cubicBezTo>
                    <a:cubicBezTo>
                      <a:pt x="4407" y="1540"/>
                      <a:pt x="4395" y="807"/>
                      <a:pt x="3615" y="346"/>
                    </a:cubicBezTo>
                    <a:cubicBezTo>
                      <a:pt x="3220" y="116"/>
                      <a:pt x="2703" y="1"/>
                      <a:pt x="2189" y="1"/>
                    </a:cubicBez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1"/>
              <p:cNvSpPr/>
              <p:nvPr/>
            </p:nvSpPr>
            <p:spPr>
              <a:xfrm>
                <a:off x="7664613" y="-7409322"/>
                <a:ext cx="821285" cy="587007"/>
              </a:xfrm>
              <a:custGeom>
                <a:avLst/>
                <a:gdLst/>
                <a:ahLst/>
                <a:cxnLst/>
                <a:rect l="l" t="t" r="r" b="b"/>
                <a:pathLst>
                  <a:path w="3439" h="2458" extrusionOk="0">
                    <a:moveTo>
                      <a:pt x="1" y="0"/>
                    </a:moveTo>
                    <a:lnTo>
                      <a:pt x="1" y="24"/>
                    </a:lnTo>
                    <a:lnTo>
                      <a:pt x="1" y="1465"/>
                    </a:lnTo>
                    <a:lnTo>
                      <a:pt x="1" y="1512"/>
                    </a:lnTo>
                    <a:lnTo>
                      <a:pt x="1" y="1524"/>
                    </a:lnTo>
                    <a:lnTo>
                      <a:pt x="1" y="1560"/>
                    </a:lnTo>
                    <a:lnTo>
                      <a:pt x="1" y="1572"/>
                    </a:lnTo>
                    <a:lnTo>
                      <a:pt x="1" y="1595"/>
                    </a:lnTo>
                    <a:lnTo>
                      <a:pt x="1" y="1619"/>
                    </a:lnTo>
                    <a:lnTo>
                      <a:pt x="1" y="1631"/>
                    </a:lnTo>
                    <a:cubicBezTo>
                      <a:pt x="1" y="1642"/>
                      <a:pt x="1" y="1642"/>
                      <a:pt x="13" y="1654"/>
                    </a:cubicBezTo>
                    <a:cubicBezTo>
                      <a:pt x="13" y="1678"/>
                      <a:pt x="36" y="1690"/>
                      <a:pt x="36" y="1701"/>
                    </a:cubicBezTo>
                    <a:lnTo>
                      <a:pt x="36" y="1713"/>
                    </a:lnTo>
                    <a:cubicBezTo>
                      <a:pt x="36" y="1737"/>
                      <a:pt x="48" y="1749"/>
                      <a:pt x="48" y="1761"/>
                    </a:cubicBezTo>
                    <a:cubicBezTo>
                      <a:pt x="48" y="1772"/>
                      <a:pt x="60" y="1796"/>
                      <a:pt x="72" y="1808"/>
                    </a:cubicBezTo>
                    <a:lnTo>
                      <a:pt x="72" y="1820"/>
                    </a:lnTo>
                    <a:cubicBezTo>
                      <a:pt x="84" y="1831"/>
                      <a:pt x="84" y="1855"/>
                      <a:pt x="107" y="1867"/>
                    </a:cubicBezTo>
                    <a:cubicBezTo>
                      <a:pt x="119" y="1879"/>
                      <a:pt x="119" y="1890"/>
                      <a:pt x="131" y="1890"/>
                    </a:cubicBezTo>
                    <a:lnTo>
                      <a:pt x="131" y="1914"/>
                    </a:lnTo>
                    <a:cubicBezTo>
                      <a:pt x="143" y="1926"/>
                      <a:pt x="143" y="1938"/>
                      <a:pt x="166" y="1950"/>
                    </a:cubicBezTo>
                    <a:cubicBezTo>
                      <a:pt x="178" y="1973"/>
                      <a:pt x="178" y="1985"/>
                      <a:pt x="190" y="1985"/>
                    </a:cubicBezTo>
                    <a:lnTo>
                      <a:pt x="202" y="1997"/>
                    </a:lnTo>
                    <a:cubicBezTo>
                      <a:pt x="225" y="2009"/>
                      <a:pt x="237" y="2032"/>
                      <a:pt x="249" y="2032"/>
                    </a:cubicBezTo>
                    <a:lnTo>
                      <a:pt x="261" y="2032"/>
                    </a:lnTo>
                    <a:cubicBezTo>
                      <a:pt x="285" y="2044"/>
                      <a:pt x="296" y="2044"/>
                      <a:pt x="308" y="2056"/>
                    </a:cubicBezTo>
                    <a:lnTo>
                      <a:pt x="320" y="2068"/>
                    </a:lnTo>
                    <a:cubicBezTo>
                      <a:pt x="344" y="2091"/>
                      <a:pt x="355" y="2091"/>
                      <a:pt x="367" y="2103"/>
                    </a:cubicBezTo>
                    <a:cubicBezTo>
                      <a:pt x="379" y="2115"/>
                      <a:pt x="403" y="2115"/>
                      <a:pt x="414" y="2127"/>
                    </a:cubicBezTo>
                    <a:lnTo>
                      <a:pt x="426" y="2150"/>
                    </a:lnTo>
                    <a:cubicBezTo>
                      <a:pt x="438" y="2162"/>
                      <a:pt x="474" y="2174"/>
                      <a:pt x="485" y="2186"/>
                    </a:cubicBezTo>
                    <a:cubicBezTo>
                      <a:pt x="521" y="2209"/>
                      <a:pt x="533" y="2221"/>
                      <a:pt x="556" y="2233"/>
                    </a:cubicBezTo>
                    <a:cubicBezTo>
                      <a:pt x="580" y="2233"/>
                      <a:pt x="580" y="2245"/>
                      <a:pt x="592" y="2245"/>
                    </a:cubicBezTo>
                    <a:cubicBezTo>
                      <a:pt x="603" y="2269"/>
                      <a:pt x="639" y="2269"/>
                      <a:pt x="651" y="2280"/>
                    </a:cubicBezTo>
                    <a:cubicBezTo>
                      <a:pt x="663" y="2280"/>
                      <a:pt x="663" y="2280"/>
                      <a:pt x="674" y="2292"/>
                    </a:cubicBezTo>
                    <a:cubicBezTo>
                      <a:pt x="710" y="2304"/>
                      <a:pt x="733" y="2328"/>
                      <a:pt x="769" y="2328"/>
                    </a:cubicBezTo>
                    <a:cubicBezTo>
                      <a:pt x="792" y="2339"/>
                      <a:pt x="828" y="2339"/>
                      <a:pt x="840" y="2351"/>
                    </a:cubicBezTo>
                    <a:cubicBezTo>
                      <a:pt x="852" y="2351"/>
                      <a:pt x="852" y="2351"/>
                      <a:pt x="875" y="2363"/>
                    </a:cubicBezTo>
                    <a:cubicBezTo>
                      <a:pt x="899" y="2363"/>
                      <a:pt x="911" y="2387"/>
                      <a:pt x="946" y="2387"/>
                    </a:cubicBezTo>
                    <a:lnTo>
                      <a:pt x="970" y="2387"/>
                    </a:lnTo>
                    <a:cubicBezTo>
                      <a:pt x="1005" y="2398"/>
                      <a:pt x="1029" y="2398"/>
                      <a:pt x="1064" y="2410"/>
                    </a:cubicBezTo>
                    <a:lnTo>
                      <a:pt x="1076" y="2410"/>
                    </a:lnTo>
                    <a:cubicBezTo>
                      <a:pt x="1111" y="2410"/>
                      <a:pt x="1135" y="2422"/>
                      <a:pt x="1170" y="2422"/>
                    </a:cubicBezTo>
                    <a:lnTo>
                      <a:pt x="1194" y="2422"/>
                    </a:lnTo>
                    <a:cubicBezTo>
                      <a:pt x="1230" y="2422"/>
                      <a:pt x="1241" y="2446"/>
                      <a:pt x="1265" y="2446"/>
                    </a:cubicBezTo>
                    <a:lnTo>
                      <a:pt x="1300" y="2446"/>
                    </a:lnTo>
                    <a:cubicBezTo>
                      <a:pt x="1324" y="2446"/>
                      <a:pt x="1360" y="2458"/>
                      <a:pt x="1383" y="2458"/>
                    </a:cubicBezTo>
                    <a:lnTo>
                      <a:pt x="1950" y="2458"/>
                    </a:lnTo>
                    <a:cubicBezTo>
                      <a:pt x="1974" y="2458"/>
                      <a:pt x="2009" y="2458"/>
                      <a:pt x="2056" y="2446"/>
                    </a:cubicBezTo>
                    <a:cubicBezTo>
                      <a:pt x="2080" y="2446"/>
                      <a:pt x="2116" y="2422"/>
                      <a:pt x="2139" y="2422"/>
                    </a:cubicBezTo>
                    <a:lnTo>
                      <a:pt x="2175" y="2422"/>
                    </a:lnTo>
                    <a:cubicBezTo>
                      <a:pt x="2198" y="2422"/>
                      <a:pt x="2222" y="2410"/>
                      <a:pt x="2245" y="2410"/>
                    </a:cubicBezTo>
                    <a:lnTo>
                      <a:pt x="2281" y="2410"/>
                    </a:lnTo>
                    <a:cubicBezTo>
                      <a:pt x="2305" y="2410"/>
                      <a:pt x="2340" y="2398"/>
                      <a:pt x="2364" y="2398"/>
                    </a:cubicBezTo>
                    <a:cubicBezTo>
                      <a:pt x="2399" y="2398"/>
                      <a:pt x="2423" y="2387"/>
                      <a:pt x="2458" y="2363"/>
                    </a:cubicBezTo>
                    <a:cubicBezTo>
                      <a:pt x="2470" y="2363"/>
                      <a:pt x="2470" y="2363"/>
                      <a:pt x="2482" y="2351"/>
                    </a:cubicBezTo>
                    <a:cubicBezTo>
                      <a:pt x="2494" y="2351"/>
                      <a:pt x="2529" y="2339"/>
                      <a:pt x="2541" y="2339"/>
                    </a:cubicBezTo>
                    <a:cubicBezTo>
                      <a:pt x="2553" y="2339"/>
                      <a:pt x="2553" y="2339"/>
                      <a:pt x="2576" y="2328"/>
                    </a:cubicBezTo>
                    <a:cubicBezTo>
                      <a:pt x="2600" y="2304"/>
                      <a:pt x="2635" y="2304"/>
                      <a:pt x="2659" y="2292"/>
                    </a:cubicBezTo>
                    <a:cubicBezTo>
                      <a:pt x="2694" y="2280"/>
                      <a:pt x="2718" y="2269"/>
                      <a:pt x="2753" y="2269"/>
                    </a:cubicBezTo>
                    <a:cubicBezTo>
                      <a:pt x="2765" y="2269"/>
                      <a:pt x="2765" y="2269"/>
                      <a:pt x="2777" y="2245"/>
                    </a:cubicBezTo>
                    <a:cubicBezTo>
                      <a:pt x="2789" y="2233"/>
                      <a:pt x="2824" y="2233"/>
                      <a:pt x="2836" y="2221"/>
                    </a:cubicBezTo>
                    <a:cubicBezTo>
                      <a:pt x="2848" y="2221"/>
                      <a:pt x="2848" y="2209"/>
                      <a:pt x="2872" y="2209"/>
                    </a:cubicBezTo>
                    <a:cubicBezTo>
                      <a:pt x="2895" y="2186"/>
                      <a:pt x="2931" y="2174"/>
                      <a:pt x="2942" y="2162"/>
                    </a:cubicBezTo>
                    <a:cubicBezTo>
                      <a:pt x="3261" y="1973"/>
                      <a:pt x="3439" y="1713"/>
                      <a:pt x="3439" y="1465"/>
                    </a:cubicBezTo>
                    <a:lnTo>
                      <a:pt x="3439"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1"/>
              <p:cNvSpPr/>
              <p:nvPr/>
            </p:nvSpPr>
            <p:spPr>
              <a:xfrm>
                <a:off x="7619492" y="-7426278"/>
                <a:ext cx="897467" cy="546886"/>
              </a:xfrm>
              <a:custGeom>
                <a:avLst/>
                <a:gdLst/>
                <a:ahLst/>
                <a:cxnLst/>
                <a:rect l="l" t="t" r="r" b="b"/>
                <a:pathLst>
                  <a:path w="3758" h="2290" extrusionOk="0">
                    <a:moveTo>
                      <a:pt x="3757" y="12"/>
                    </a:moveTo>
                    <a:lnTo>
                      <a:pt x="3757" y="37"/>
                    </a:lnTo>
                    <a:lnTo>
                      <a:pt x="3757" y="37"/>
                    </a:lnTo>
                    <a:cubicBezTo>
                      <a:pt x="3757" y="29"/>
                      <a:pt x="3757" y="20"/>
                      <a:pt x="3757" y="12"/>
                    </a:cubicBezTo>
                    <a:close/>
                    <a:moveTo>
                      <a:pt x="13" y="0"/>
                    </a:moveTo>
                    <a:lnTo>
                      <a:pt x="1" y="1194"/>
                    </a:lnTo>
                    <a:cubicBezTo>
                      <a:pt x="1" y="1477"/>
                      <a:pt x="178" y="1761"/>
                      <a:pt x="544" y="1961"/>
                    </a:cubicBezTo>
                    <a:cubicBezTo>
                      <a:pt x="916" y="2180"/>
                      <a:pt x="1398" y="2289"/>
                      <a:pt x="1876" y="2289"/>
                    </a:cubicBezTo>
                    <a:cubicBezTo>
                      <a:pt x="2355" y="2289"/>
                      <a:pt x="2830" y="2180"/>
                      <a:pt x="3190" y="1961"/>
                    </a:cubicBezTo>
                    <a:cubicBezTo>
                      <a:pt x="3557" y="1761"/>
                      <a:pt x="3734" y="1489"/>
                      <a:pt x="3734" y="1217"/>
                    </a:cubicBezTo>
                    <a:lnTo>
                      <a:pt x="3757" y="37"/>
                    </a:lnTo>
                    <a:lnTo>
                      <a:pt x="3757" y="37"/>
                    </a:lnTo>
                    <a:cubicBezTo>
                      <a:pt x="3747" y="301"/>
                      <a:pt x="3569" y="574"/>
                      <a:pt x="3202" y="768"/>
                    </a:cubicBezTo>
                    <a:cubicBezTo>
                      <a:pt x="2842" y="981"/>
                      <a:pt x="2366" y="1087"/>
                      <a:pt x="1888" y="1087"/>
                    </a:cubicBezTo>
                    <a:cubicBezTo>
                      <a:pt x="1410" y="1087"/>
                      <a:pt x="928" y="981"/>
                      <a:pt x="556" y="768"/>
                    </a:cubicBezTo>
                    <a:cubicBezTo>
                      <a:pt x="190" y="568"/>
                      <a:pt x="13" y="284"/>
                      <a:pt x="13" y="0"/>
                    </a:cubicBez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1"/>
              <p:cNvSpPr/>
              <p:nvPr/>
            </p:nvSpPr>
            <p:spPr>
              <a:xfrm>
                <a:off x="7626514" y="-7426278"/>
                <a:ext cx="897467" cy="544737"/>
              </a:xfrm>
              <a:custGeom>
                <a:avLst/>
                <a:gdLst/>
                <a:ahLst/>
                <a:cxnLst/>
                <a:rect l="l" t="t" r="r" b="b"/>
                <a:pathLst>
                  <a:path w="3758" h="2281" extrusionOk="0">
                    <a:moveTo>
                      <a:pt x="3757" y="12"/>
                    </a:moveTo>
                    <a:lnTo>
                      <a:pt x="3757" y="37"/>
                    </a:lnTo>
                    <a:lnTo>
                      <a:pt x="3757" y="37"/>
                    </a:lnTo>
                    <a:cubicBezTo>
                      <a:pt x="3757" y="29"/>
                      <a:pt x="3757" y="20"/>
                      <a:pt x="3757" y="12"/>
                    </a:cubicBezTo>
                    <a:close/>
                    <a:moveTo>
                      <a:pt x="13" y="0"/>
                    </a:moveTo>
                    <a:lnTo>
                      <a:pt x="1" y="1194"/>
                    </a:lnTo>
                    <a:cubicBezTo>
                      <a:pt x="1" y="1253"/>
                      <a:pt x="13" y="1312"/>
                      <a:pt x="36" y="1371"/>
                    </a:cubicBezTo>
                    <a:cubicBezTo>
                      <a:pt x="72" y="1548"/>
                      <a:pt x="213" y="1725"/>
                      <a:pt x="414" y="1879"/>
                    </a:cubicBezTo>
                    <a:lnTo>
                      <a:pt x="544" y="1961"/>
                    </a:lnTo>
                    <a:cubicBezTo>
                      <a:pt x="804" y="2115"/>
                      <a:pt x="1099" y="2198"/>
                      <a:pt x="1407" y="2245"/>
                    </a:cubicBezTo>
                    <a:cubicBezTo>
                      <a:pt x="1560" y="2269"/>
                      <a:pt x="1720" y="2280"/>
                      <a:pt x="1879" y="2280"/>
                    </a:cubicBezTo>
                    <a:cubicBezTo>
                      <a:pt x="2039" y="2280"/>
                      <a:pt x="2198" y="2269"/>
                      <a:pt x="2352" y="2245"/>
                    </a:cubicBezTo>
                    <a:cubicBezTo>
                      <a:pt x="2659" y="2198"/>
                      <a:pt x="2954" y="2103"/>
                      <a:pt x="3190" y="1961"/>
                    </a:cubicBezTo>
                    <a:cubicBezTo>
                      <a:pt x="3545" y="1761"/>
                      <a:pt x="3734" y="1477"/>
                      <a:pt x="3734" y="1217"/>
                    </a:cubicBezTo>
                    <a:lnTo>
                      <a:pt x="3757" y="37"/>
                    </a:lnTo>
                    <a:lnTo>
                      <a:pt x="3757" y="37"/>
                    </a:lnTo>
                    <a:cubicBezTo>
                      <a:pt x="3747" y="301"/>
                      <a:pt x="3569" y="574"/>
                      <a:pt x="3202" y="768"/>
                    </a:cubicBezTo>
                    <a:cubicBezTo>
                      <a:pt x="2966" y="922"/>
                      <a:pt x="2671" y="1005"/>
                      <a:pt x="2363" y="1052"/>
                    </a:cubicBezTo>
                    <a:cubicBezTo>
                      <a:pt x="2210" y="1075"/>
                      <a:pt x="2050" y="1087"/>
                      <a:pt x="1891" y="1087"/>
                    </a:cubicBezTo>
                    <a:cubicBezTo>
                      <a:pt x="1731" y="1087"/>
                      <a:pt x="1572" y="1075"/>
                      <a:pt x="1418" y="1052"/>
                    </a:cubicBezTo>
                    <a:cubicBezTo>
                      <a:pt x="1111" y="1005"/>
                      <a:pt x="816" y="898"/>
                      <a:pt x="568" y="768"/>
                    </a:cubicBezTo>
                    <a:cubicBezTo>
                      <a:pt x="521" y="745"/>
                      <a:pt x="462" y="709"/>
                      <a:pt x="426" y="686"/>
                    </a:cubicBezTo>
                    <a:cubicBezTo>
                      <a:pt x="225" y="532"/>
                      <a:pt x="95" y="355"/>
                      <a:pt x="48" y="178"/>
                    </a:cubicBezTo>
                    <a:cubicBezTo>
                      <a:pt x="36" y="119"/>
                      <a:pt x="13" y="60"/>
                      <a:pt x="13" y="0"/>
                    </a:cubicBez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1"/>
              <p:cNvSpPr/>
              <p:nvPr/>
            </p:nvSpPr>
            <p:spPr>
              <a:xfrm>
                <a:off x="7580087" y="-7683723"/>
                <a:ext cx="982007" cy="517273"/>
              </a:xfrm>
              <a:custGeom>
                <a:avLst/>
                <a:gdLst/>
                <a:ahLst/>
                <a:cxnLst/>
                <a:rect l="l" t="t" r="r" b="b"/>
                <a:pathLst>
                  <a:path w="4112" h="2166" extrusionOk="0">
                    <a:moveTo>
                      <a:pt x="2046" y="1"/>
                    </a:moveTo>
                    <a:cubicBezTo>
                      <a:pt x="1569" y="1"/>
                      <a:pt x="1093" y="104"/>
                      <a:pt x="733" y="311"/>
                    </a:cubicBezTo>
                    <a:cubicBezTo>
                      <a:pt x="0" y="736"/>
                      <a:pt x="0" y="1421"/>
                      <a:pt x="745" y="1846"/>
                    </a:cubicBezTo>
                    <a:cubicBezTo>
                      <a:pt x="1111" y="2059"/>
                      <a:pt x="1589" y="2165"/>
                      <a:pt x="2068" y="2165"/>
                    </a:cubicBezTo>
                    <a:cubicBezTo>
                      <a:pt x="2546" y="2165"/>
                      <a:pt x="3025" y="2059"/>
                      <a:pt x="3391" y="1846"/>
                    </a:cubicBezTo>
                    <a:cubicBezTo>
                      <a:pt x="4111" y="1421"/>
                      <a:pt x="4111" y="736"/>
                      <a:pt x="3367" y="311"/>
                    </a:cubicBezTo>
                    <a:cubicBezTo>
                      <a:pt x="3001" y="104"/>
                      <a:pt x="2523" y="1"/>
                      <a:pt x="2046" y="1"/>
                    </a:cubicBez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1"/>
              <p:cNvSpPr/>
              <p:nvPr/>
            </p:nvSpPr>
            <p:spPr>
              <a:xfrm>
                <a:off x="7580087" y="-7683723"/>
                <a:ext cx="804329" cy="441091"/>
              </a:xfrm>
              <a:custGeom>
                <a:avLst/>
                <a:gdLst/>
                <a:ahLst/>
                <a:cxnLst/>
                <a:rect l="l" t="t" r="r" b="b"/>
                <a:pathLst>
                  <a:path w="3368" h="1847" extrusionOk="0">
                    <a:moveTo>
                      <a:pt x="2046" y="1"/>
                    </a:moveTo>
                    <a:cubicBezTo>
                      <a:pt x="1569" y="1"/>
                      <a:pt x="1093" y="104"/>
                      <a:pt x="733" y="311"/>
                    </a:cubicBezTo>
                    <a:cubicBezTo>
                      <a:pt x="0" y="736"/>
                      <a:pt x="0" y="1421"/>
                      <a:pt x="745" y="1846"/>
                    </a:cubicBezTo>
                    <a:lnTo>
                      <a:pt x="3367" y="311"/>
                    </a:lnTo>
                    <a:cubicBezTo>
                      <a:pt x="3001" y="104"/>
                      <a:pt x="2523" y="1"/>
                      <a:pt x="2046" y="1"/>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1"/>
              <p:cNvSpPr/>
              <p:nvPr/>
            </p:nvSpPr>
            <p:spPr>
              <a:xfrm>
                <a:off x="7887683" y="-7460190"/>
                <a:ext cx="375417" cy="214695"/>
              </a:xfrm>
              <a:custGeom>
                <a:avLst/>
                <a:gdLst/>
                <a:ahLst/>
                <a:cxnLst/>
                <a:rect l="l" t="t" r="r" b="b"/>
                <a:pathLst>
                  <a:path w="1572" h="899" extrusionOk="0">
                    <a:moveTo>
                      <a:pt x="1311" y="1"/>
                    </a:moveTo>
                    <a:lnTo>
                      <a:pt x="0" y="745"/>
                    </a:lnTo>
                    <a:lnTo>
                      <a:pt x="272" y="899"/>
                    </a:lnTo>
                    <a:lnTo>
                      <a:pt x="1571" y="142"/>
                    </a:lnTo>
                    <a:lnTo>
                      <a:pt x="1311" y="1"/>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1"/>
              <p:cNvSpPr/>
              <p:nvPr/>
            </p:nvSpPr>
            <p:spPr>
              <a:xfrm>
                <a:off x="7975090" y="-7313318"/>
                <a:ext cx="206097" cy="115825"/>
              </a:xfrm>
              <a:custGeom>
                <a:avLst/>
                <a:gdLst/>
                <a:ahLst/>
                <a:cxnLst/>
                <a:rect l="l" t="t" r="r" b="b"/>
                <a:pathLst>
                  <a:path w="863" h="485" extrusionOk="0">
                    <a:moveTo>
                      <a:pt x="591" y="0"/>
                    </a:moveTo>
                    <a:lnTo>
                      <a:pt x="0" y="343"/>
                    </a:lnTo>
                    <a:lnTo>
                      <a:pt x="272" y="484"/>
                    </a:lnTo>
                    <a:lnTo>
                      <a:pt x="863" y="154"/>
                    </a:lnTo>
                    <a:lnTo>
                      <a:pt x="59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1"/>
              <p:cNvSpPr/>
              <p:nvPr/>
            </p:nvSpPr>
            <p:spPr>
              <a:xfrm>
                <a:off x="7622358" y="-7211821"/>
                <a:ext cx="756327" cy="290877"/>
              </a:xfrm>
              <a:custGeom>
                <a:avLst/>
                <a:gdLst/>
                <a:ahLst/>
                <a:cxnLst/>
                <a:rect l="l" t="t" r="r" b="b"/>
                <a:pathLst>
                  <a:path w="3167" h="1218" extrusionOk="0">
                    <a:moveTo>
                      <a:pt x="1" y="0"/>
                    </a:moveTo>
                    <a:lnTo>
                      <a:pt x="1" y="142"/>
                    </a:lnTo>
                    <a:cubicBezTo>
                      <a:pt x="1" y="189"/>
                      <a:pt x="1" y="260"/>
                      <a:pt x="24" y="319"/>
                    </a:cubicBezTo>
                    <a:cubicBezTo>
                      <a:pt x="60" y="485"/>
                      <a:pt x="201" y="662"/>
                      <a:pt x="402" y="815"/>
                    </a:cubicBezTo>
                    <a:lnTo>
                      <a:pt x="532" y="910"/>
                    </a:lnTo>
                    <a:cubicBezTo>
                      <a:pt x="792" y="1052"/>
                      <a:pt x="1087" y="1146"/>
                      <a:pt x="1395" y="1182"/>
                    </a:cubicBezTo>
                    <a:cubicBezTo>
                      <a:pt x="1548" y="1205"/>
                      <a:pt x="1708" y="1217"/>
                      <a:pt x="1867" y="1217"/>
                    </a:cubicBezTo>
                    <a:cubicBezTo>
                      <a:pt x="2027" y="1217"/>
                      <a:pt x="2186" y="1205"/>
                      <a:pt x="2340" y="1182"/>
                    </a:cubicBezTo>
                    <a:cubicBezTo>
                      <a:pt x="2635" y="1134"/>
                      <a:pt x="2930" y="1052"/>
                      <a:pt x="3167" y="922"/>
                    </a:cubicBezTo>
                    <a:lnTo>
                      <a:pt x="3167" y="804"/>
                    </a:lnTo>
                    <a:cubicBezTo>
                      <a:pt x="2930" y="934"/>
                      <a:pt x="2647" y="1028"/>
                      <a:pt x="2351" y="1063"/>
                    </a:cubicBezTo>
                    <a:cubicBezTo>
                      <a:pt x="2198" y="1087"/>
                      <a:pt x="2038" y="1099"/>
                      <a:pt x="1879" y="1099"/>
                    </a:cubicBezTo>
                    <a:cubicBezTo>
                      <a:pt x="1719" y="1099"/>
                      <a:pt x="1560" y="1087"/>
                      <a:pt x="1406" y="1063"/>
                    </a:cubicBezTo>
                    <a:cubicBezTo>
                      <a:pt x="1099" y="1028"/>
                      <a:pt x="804" y="922"/>
                      <a:pt x="556" y="792"/>
                    </a:cubicBezTo>
                    <a:cubicBezTo>
                      <a:pt x="509" y="756"/>
                      <a:pt x="450" y="733"/>
                      <a:pt x="414" y="697"/>
                    </a:cubicBezTo>
                    <a:cubicBezTo>
                      <a:pt x="213" y="556"/>
                      <a:pt x="83" y="378"/>
                      <a:pt x="36" y="201"/>
                    </a:cubicBezTo>
                    <a:cubicBezTo>
                      <a:pt x="24" y="142"/>
                      <a:pt x="1" y="59"/>
                      <a:pt x="1"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1"/>
              <p:cNvSpPr/>
              <p:nvPr/>
            </p:nvSpPr>
            <p:spPr>
              <a:xfrm>
                <a:off x="7622358" y="-7290869"/>
                <a:ext cx="756327" cy="288727"/>
              </a:xfrm>
              <a:custGeom>
                <a:avLst/>
                <a:gdLst/>
                <a:ahLst/>
                <a:cxnLst/>
                <a:rect l="l" t="t" r="r" b="b"/>
                <a:pathLst>
                  <a:path w="3167" h="1209" extrusionOk="0">
                    <a:moveTo>
                      <a:pt x="1" y="1"/>
                    </a:moveTo>
                    <a:lnTo>
                      <a:pt x="1" y="142"/>
                    </a:lnTo>
                    <a:cubicBezTo>
                      <a:pt x="1" y="201"/>
                      <a:pt x="1" y="249"/>
                      <a:pt x="24" y="308"/>
                    </a:cubicBezTo>
                    <a:cubicBezTo>
                      <a:pt x="60" y="485"/>
                      <a:pt x="201" y="662"/>
                      <a:pt x="402" y="804"/>
                    </a:cubicBezTo>
                    <a:lnTo>
                      <a:pt x="532" y="898"/>
                    </a:lnTo>
                    <a:cubicBezTo>
                      <a:pt x="792" y="1040"/>
                      <a:pt x="1087" y="1135"/>
                      <a:pt x="1395" y="1182"/>
                    </a:cubicBezTo>
                    <a:cubicBezTo>
                      <a:pt x="1548" y="1200"/>
                      <a:pt x="1708" y="1208"/>
                      <a:pt x="1867" y="1208"/>
                    </a:cubicBezTo>
                    <a:cubicBezTo>
                      <a:pt x="2027" y="1208"/>
                      <a:pt x="2186" y="1200"/>
                      <a:pt x="2340" y="1182"/>
                    </a:cubicBezTo>
                    <a:cubicBezTo>
                      <a:pt x="2635" y="1135"/>
                      <a:pt x="2930" y="1040"/>
                      <a:pt x="3167" y="910"/>
                    </a:cubicBezTo>
                    <a:lnTo>
                      <a:pt x="3167" y="780"/>
                    </a:lnTo>
                    <a:cubicBezTo>
                      <a:pt x="2930" y="910"/>
                      <a:pt x="2647" y="1005"/>
                      <a:pt x="2351" y="1040"/>
                    </a:cubicBezTo>
                    <a:cubicBezTo>
                      <a:pt x="2198" y="1064"/>
                      <a:pt x="2038" y="1076"/>
                      <a:pt x="1879" y="1076"/>
                    </a:cubicBezTo>
                    <a:cubicBezTo>
                      <a:pt x="1719" y="1076"/>
                      <a:pt x="1560" y="1064"/>
                      <a:pt x="1406" y="1040"/>
                    </a:cubicBezTo>
                    <a:cubicBezTo>
                      <a:pt x="1099" y="1005"/>
                      <a:pt x="804" y="898"/>
                      <a:pt x="556" y="768"/>
                    </a:cubicBezTo>
                    <a:cubicBezTo>
                      <a:pt x="509" y="733"/>
                      <a:pt x="450" y="709"/>
                      <a:pt x="414" y="674"/>
                    </a:cubicBezTo>
                    <a:cubicBezTo>
                      <a:pt x="213" y="532"/>
                      <a:pt x="83" y="355"/>
                      <a:pt x="36" y="178"/>
                    </a:cubicBezTo>
                    <a:cubicBezTo>
                      <a:pt x="24" y="119"/>
                      <a:pt x="1" y="60"/>
                      <a:pt x="1" y="1"/>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1"/>
              <p:cNvSpPr/>
              <p:nvPr/>
            </p:nvSpPr>
            <p:spPr>
              <a:xfrm>
                <a:off x="8004226" y="-7076411"/>
                <a:ext cx="7642" cy="1433"/>
              </a:xfrm>
              <a:custGeom>
                <a:avLst/>
                <a:gdLst/>
                <a:ahLst/>
                <a:cxnLst/>
                <a:rect l="l" t="t" r="r" b="b"/>
                <a:pathLst>
                  <a:path w="32" h="6" extrusionOk="0">
                    <a:moveTo>
                      <a:pt x="32" y="0"/>
                    </a:moveTo>
                    <a:cubicBezTo>
                      <a:pt x="8" y="0"/>
                      <a:pt x="0" y="6"/>
                      <a:pt x="8" y="6"/>
                    </a:cubicBezTo>
                    <a:cubicBezTo>
                      <a:pt x="12" y="6"/>
                      <a:pt x="20" y="4"/>
                      <a:pt x="32" y="0"/>
                    </a:cubicBezTo>
                    <a:lnTo>
                      <a:pt x="32" y="0"/>
                    </a:lnTo>
                    <a:cubicBezTo>
                      <a:pt x="32" y="0"/>
                      <a:pt x="32" y="0"/>
                      <a:pt x="32" y="0"/>
                    </a:cubicBezTo>
                    <a:close/>
                  </a:path>
                </a:pathLst>
              </a:custGeom>
              <a:solidFill>
                <a:srgbClr val="DEDEDE"/>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1"/>
              <p:cNvSpPr/>
              <p:nvPr/>
            </p:nvSpPr>
            <p:spPr>
              <a:xfrm>
                <a:off x="7309269" y="-6972048"/>
                <a:ext cx="832509" cy="601097"/>
              </a:xfrm>
              <a:custGeom>
                <a:avLst/>
                <a:gdLst/>
                <a:ahLst/>
                <a:cxnLst/>
                <a:rect l="l" t="t" r="r" b="b"/>
                <a:pathLst>
                  <a:path w="3486" h="2517" extrusionOk="0">
                    <a:moveTo>
                      <a:pt x="0" y="0"/>
                    </a:moveTo>
                    <a:lnTo>
                      <a:pt x="0" y="508"/>
                    </a:lnTo>
                    <a:lnTo>
                      <a:pt x="3485" y="2517"/>
                    </a:lnTo>
                    <a:lnTo>
                      <a:pt x="3485" y="2009"/>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akbak One"/>
              <a:buNone/>
              <a:defRPr sz="3000">
                <a:solidFill>
                  <a:schemeClr val="dk1"/>
                </a:solidFill>
                <a:latin typeface="Bakbak One"/>
                <a:ea typeface="Bakbak One"/>
                <a:cs typeface="Bakbak One"/>
                <a:sym typeface="Bakbak One"/>
              </a:defRPr>
            </a:lvl1pPr>
            <a:lvl2pPr lvl="1"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2pPr>
            <a:lvl3pPr lvl="2"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3pPr>
            <a:lvl4pPr lvl="3"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4pPr>
            <a:lvl5pPr lvl="4"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5pPr>
            <a:lvl6pPr lvl="5"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6pPr>
            <a:lvl7pPr lvl="6"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7pPr>
            <a:lvl8pPr lvl="7"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8pPr>
            <a:lvl9pPr lvl="8" rtl="0">
              <a:spcBef>
                <a:spcPts val="0"/>
              </a:spcBef>
              <a:spcAft>
                <a:spcPts val="0"/>
              </a:spcAft>
              <a:buClr>
                <a:schemeClr val="dk1"/>
              </a:buClr>
              <a:buSzPts val="3500"/>
              <a:buFont typeface="Orelega One"/>
              <a:buNone/>
              <a:defRPr sz="3500">
                <a:solidFill>
                  <a:schemeClr val="dk1"/>
                </a:solidFill>
                <a:latin typeface="Orelega One"/>
                <a:ea typeface="Orelega One"/>
                <a:cs typeface="Orelega One"/>
                <a:sym typeface="Orelega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1pPr>
            <a:lvl2pPr marL="914400" lvl="1"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2pPr>
            <a:lvl3pPr marL="1371600" lvl="2"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3pPr>
            <a:lvl4pPr marL="1828800" lvl="3"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4pPr>
            <a:lvl5pPr marL="2286000" lvl="4"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5pPr>
            <a:lvl6pPr marL="2743200" lvl="5"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6pPr>
            <a:lvl7pPr marL="3200400" lvl="6"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7pPr>
            <a:lvl8pPr marL="3657600" lvl="7" indent="-317500">
              <a:lnSpc>
                <a:spcPct val="100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8pPr>
            <a:lvl9pPr marL="4114800" lvl="8" indent="-317500">
              <a:lnSpc>
                <a:spcPct val="100000"/>
              </a:lnSpc>
              <a:spcBef>
                <a:spcPts val="1600"/>
              </a:spcBef>
              <a:spcAft>
                <a:spcPts val="1600"/>
              </a:spcAft>
              <a:buClr>
                <a:schemeClr val="dk1"/>
              </a:buClr>
              <a:buSzPts val="1400"/>
              <a:buFont typeface="Asap"/>
              <a:buChar char="■"/>
              <a:defRPr>
                <a:solidFill>
                  <a:schemeClr val="dk1"/>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9" r:id="rId5"/>
    <p:sldLayoutId id="2147483670" r:id="rId6"/>
    <p:sldLayoutId id="214748367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56"/>
        <p:cNvGrpSpPr/>
        <p:nvPr/>
      </p:nvGrpSpPr>
      <p:grpSpPr>
        <a:xfrm>
          <a:off x="0" y="0"/>
          <a:ext cx="0" cy="0"/>
          <a:chOff x="0" y="0"/>
          <a:chExt cx="0" cy="0"/>
        </a:xfrm>
      </p:grpSpPr>
      <p:sp>
        <p:nvSpPr>
          <p:cNvPr id="2357" name="Google Shape;2357;p36"/>
          <p:cNvSpPr txBox="1">
            <a:spLocks noGrp="1"/>
          </p:cNvSpPr>
          <p:nvPr>
            <p:ph type="ctrTitle"/>
          </p:nvPr>
        </p:nvSpPr>
        <p:spPr>
          <a:xfrm>
            <a:off x="713225" y="1612350"/>
            <a:ext cx="4548900" cy="155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FUNCTION GENERATOR</a:t>
            </a:r>
            <a:endParaRPr dirty="0"/>
          </a:p>
        </p:txBody>
      </p:sp>
      <p:grpSp>
        <p:nvGrpSpPr>
          <p:cNvPr id="2359" name="Google Shape;2359;p36"/>
          <p:cNvGrpSpPr/>
          <p:nvPr/>
        </p:nvGrpSpPr>
        <p:grpSpPr>
          <a:xfrm>
            <a:off x="5309625" y="391075"/>
            <a:ext cx="3503100" cy="4383600"/>
            <a:chOff x="5309625" y="391075"/>
            <a:chExt cx="3503100" cy="4383600"/>
          </a:xfrm>
        </p:grpSpPr>
        <p:grpSp>
          <p:nvGrpSpPr>
            <p:cNvPr id="2360" name="Google Shape;2360;p36"/>
            <p:cNvGrpSpPr/>
            <p:nvPr/>
          </p:nvGrpSpPr>
          <p:grpSpPr>
            <a:xfrm>
              <a:off x="5309625" y="391075"/>
              <a:ext cx="3503100" cy="4383600"/>
              <a:chOff x="5309625" y="391075"/>
              <a:chExt cx="3503100" cy="4383600"/>
            </a:xfrm>
          </p:grpSpPr>
          <p:sp>
            <p:nvSpPr>
              <p:cNvPr id="2361" name="Google Shape;2361;p36"/>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62" name="Google Shape;2362;p36"/>
              <p:cNvGrpSpPr/>
              <p:nvPr/>
            </p:nvGrpSpPr>
            <p:grpSpPr>
              <a:xfrm>
                <a:off x="5314549" y="395586"/>
                <a:ext cx="3493047" cy="4375061"/>
                <a:chOff x="697175" y="461850"/>
                <a:chExt cx="1672675" cy="2098250"/>
              </a:xfrm>
            </p:grpSpPr>
            <p:sp>
              <p:nvSpPr>
                <p:cNvPr id="2363" name="Google Shape;2363;p36"/>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6"/>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6"/>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6"/>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6"/>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6"/>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6"/>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6"/>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6"/>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6"/>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6"/>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6"/>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6"/>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6"/>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6"/>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6"/>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6"/>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6"/>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6"/>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6"/>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6"/>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6"/>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6"/>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6"/>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6"/>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6"/>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6"/>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6"/>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6"/>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6"/>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6"/>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6"/>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6"/>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6"/>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6"/>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6"/>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6"/>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6"/>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6"/>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6"/>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6"/>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6"/>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6"/>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6"/>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6"/>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6"/>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6"/>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6"/>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6"/>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6"/>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6"/>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6"/>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6"/>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6"/>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6"/>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6"/>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6"/>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6"/>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6"/>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6"/>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6"/>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6"/>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6"/>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6"/>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6"/>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6"/>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6"/>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36"/>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36"/>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36"/>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36"/>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36"/>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6"/>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6"/>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6"/>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6"/>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6"/>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6"/>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6"/>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6"/>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6"/>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6"/>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6"/>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6"/>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6"/>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6"/>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6"/>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6"/>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6"/>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6"/>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6"/>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6"/>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6"/>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6"/>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6"/>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6"/>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6"/>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6"/>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6"/>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6"/>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6"/>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6"/>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6"/>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6"/>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6"/>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6"/>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6"/>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6"/>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36"/>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6"/>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6"/>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6"/>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6"/>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6"/>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6"/>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6"/>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6"/>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6"/>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6"/>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36"/>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36"/>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36"/>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36"/>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36"/>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36"/>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36"/>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36"/>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36"/>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36"/>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36"/>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36"/>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36"/>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6"/>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6"/>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36"/>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36"/>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36"/>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36"/>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36"/>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36"/>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6"/>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36"/>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36"/>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36"/>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36"/>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36"/>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6"/>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6"/>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6"/>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6"/>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36"/>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6"/>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36"/>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36"/>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36"/>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36"/>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6"/>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6"/>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6"/>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6"/>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36"/>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36"/>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6"/>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36"/>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36"/>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36"/>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36"/>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36"/>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36"/>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36"/>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36"/>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36"/>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36"/>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36"/>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36"/>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36"/>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36"/>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36"/>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36"/>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36"/>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36"/>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36"/>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36"/>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36"/>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36"/>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36"/>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36"/>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36"/>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36"/>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36"/>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36"/>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36"/>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36"/>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36"/>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36"/>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36"/>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36"/>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36"/>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36"/>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36"/>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6"/>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36"/>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6"/>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36"/>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36"/>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36"/>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6"/>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36"/>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36"/>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36"/>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36"/>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36"/>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36"/>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36"/>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6"/>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36"/>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36"/>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36"/>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36"/>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36"/>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36"/>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36"/>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36"/>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36"/>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36"/>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36"/>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36"/>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36"/>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36"/>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36"/>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36"/>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36"/>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36"/>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36"/>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36"/>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36"/>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36"/>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36"/>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36"/>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36"/>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36"/>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36"/>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36"/>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36"/>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36"/>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36"/>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36"/>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36"/>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36"/>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36"/>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36"/>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36"/>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36"/>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36"/>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36"/>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36"/>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36"/>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36"/>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36"/>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36"/>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36"/>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36"/>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36"/>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36"/>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36"/>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36"/>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36"/>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36"/>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36"/>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36"/>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36"/>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36"/>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36"/>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36"/>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36"/>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36"/>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36"/>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36"/>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36"/>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36"/>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36"/>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36"/>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36"/>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36"/>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47" name="Google Shape;2647;p36"/>
            <p:cNvGrpSpPr/>
            <p:nvPr/>
          </p:nvGrpSpPr>
          <p:grpSpPr>
            <a:xfrm>
              <a:off x="8056873" y="1189750"/>
              <a:ext cx="373850" cy="899213"/>
              <a:chOff x="10985382" y="-7411116"/>
              <a:chExt cx="815553" cy="1961633"/>
            </a:xfrm>
          </p:grpSpPr>
          <p:sp>
            <p:nvSpPr>
              <p:cNvPr id="2648" name="Google Shape;2648;p36"/>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36"/>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36"/>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36"/>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36"/>
              <p:cNvSpPr/>
              <p:nvPr/>
            </p:nvSpPr>
            <p:spPr>
              <a:xfrm>
                <a:off x="11098342" y="-6411667"/>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36"/>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36"/>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36"/>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36"/>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36"/>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36"/>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36"/>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36"/>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36"/>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36"/>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36"/>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36"/>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5" name="Google Shape;2665;p36"/>
            <p:cNvGrpSpPr/>
            <p:nvPr/>
          </p:nvGrpSpPr>
          <p:grpSpPr>
            <a:xfrm>
              <a:off x="5871605" y="3424534"/>
              <a:ext cx="486408" cy="985516"/>
              <a:chOff x="-1021989" y="255195"/>
              <a:chExt cx="353263" cy="715750"/>
            </a:xfrm>
          </p:grpSpPr>
          <p:sp>
            <p:nvSpPr>
              <p:cNvPr id="2666" name="Google Shape;2666;p36"/>
              <p:cNvSpPr/>
              <p:nvPr/>
            </p:nvSpPr>
            <p:spPr>
              <a:xfrm>
                <a:off x="-929916" y="585798"/>
                <a:ext cx="164427" cy="385146"/>
              </a:xfrm>
              <a:custGeom>
                <a:avLst/>
                <a:gdLst/>
                <a:ahLst/>
                <a:cxnLst/>
                <a:rect l="l" t="t" r="r" b="b"/>
                <a:pathLst>
                  <a:path w="2068" h="4844" extrusionOk="0">
                    <a:moveTo>
                      <a:pt x="547" y="1"/>
                    </a:moveTo>
                    <a:cubicBezTo>
                      <a:pt x="451" y="1"/>
                      <a:pt x="362" y="24"/>
                      <a:pt x="284" y="71"/>
                    </a:cubicBezTo>
                    <a:cubicBezTo>
                      <a:pt x="107" y="178"/>
                      <a:pt x="0" y="378"/>
                      <a:pt x="0" y="662"/>
                    </a:cubicBezTo>
                    <a:lnTo>
                      <a:pt x="0" y="3674"/>
                    </a:lnTo>
                    <a:cubicBezTo>
                      <a:pt x="0" y="3769"/>
                      <a:pt x="83" y="3828"/>
                      <a:pt x="154" y="3828"/>
                    </a:cubicBezTo>
                    <a:cubicBezTo>
                      <a:pt x="237" y="3828"/>
                      <a:pt x="296" y="3745"/>
                      <a:pt x="296" y="3674"/>
                    </a:cubicBezTo>
                    <a:lnTo>
                      <a:pt x="296" y="662"/>
                    </a:lnTo>
                    <a:cubicBezTo>
                      <a:pt x="296" y="496"/>
                      <a:pt x="355" y="367"/>
                      <a:pt x="449" y="319"/>
                    </a:cubicBezTo>
                    <a:cubicBezTo>
                      <a:pt x="483" y="295"/>
                      <a:pt x="526" y="283"/>
                      <a:pt x="574" y="283"/>
                    </a:cubicBezTo>
                    <a:cubicBezTo>
                      <a:pt x="646" y="283"/>
                      <a:pt x="731" y="310"/>
                      <a:pt x="816" y="367"/>
                    </a:cubicBezTo>
                    <a:lnTo>
                      <a:pt x="1146" y="556"/>
                    </a:lnTo>
                    <a:cubicBezTo>
                      <a:pt x="1501" y="768"/>
                      <a:pt x="1796" y="1264"/>
                      <a:pt x="1796" y="1678"/>
                    </a:cubicBezTo>
                    <a:lnTo>
                      <a:pt x="1796" y="4690"/>
                    </a:lnTo>
                    <a:cubicBezTo>
                      <a:pt x="1796" y="4785"/>
                      <a:pt x="1867" y="4844"/>
                      <a:pt x="1938" y="4844"/>
                    </a:cubicBezTo>
                    <a:cubicBezTo>
                      <a:pt x="2009" y="4844"/>
                      <a:pt x="2068" y="4785"/>
                      <a:pt x="2056" y="4690"/>
                    </a:cubicBezTo>
                    <a:lnTo>
                      <a:pt x="2056" y="1678"/>
                    </a:lnTo>
                    <a:cubicBezTo>
                      <a:pt x="2056" y="1170"/>
                      <a:pt x="1702" y="556"/>
                      <a:pt x="1264" y="307"/>
                    </a:cubicBezTo>
                    <a:lnTo>
                      <a:pt x="934" y="118"/>
                    </a:lnTo>
                    <a:cubicBezTo>
                      <a:pt x="801" y="39"/>
                      <a:pt x="669" y="1"/>
                      <a:pt x="547" y="1"/>
                    </a:cubicBezTo>
                    <a:close/>
                  </a:path>
                </a:pathLst>
              </a:custGeom>
              <a:solidFill>
                <a:schemeClr val="accent5"/>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36"/>
              <p:cNvSpPr/>
              <p:nvPr/>
            </p:nvSpPr>
            <p:spPr>
              <a:xfrm>
                <a:off x="-1007915" y="681608"/>
                <a:ext cx="322254" cy="140256"/>
              </a:xfrm>
              <a:custGeom>
                <a:avLst/>
                <a:gdLst/>
                <a:ahLst/>
                <a:cxnLst/>
                <a:rect l="l" t="t" r="r" b="b"/>
                <a:pathLst>
                  <a:path w="4053" h="1764" extrusionOk="0">
                    <a:moveTo>
                      <a:pt x="4053" y="0"/>
                    </a:moveTo>
                    <a:lnTo>
                      <a:pt x="4052" y="28"/>
                    </a:lnTo>
                    <a:lnTo>
                      <a:pt x="4052" y="28"/>
                    </a:lnTo>
                    <a:cubicBezTo>
                      <a:pt x="4053" y="19"/>
                      <a:pt x="4053" y="10"/>
                      <a:pt x="4053" y="0"/>
                    </a:cubicBezTo>
                    <a:close/>
                    <a:moveTo>
                      <a:pt x="13" y="0"/>
                    </a:moveTo>
                    <a:lnTo>
                      <a:pt x="1" y="591"/>
                    </a:lnTo>
                    <a:cubicBezTo>
                      <a:pt x="1" y="886"/>
                      <a:pt x="190" y="1182"/>
                      <a:pt x="592" y="1418"/>
                    </a:cubicBezTo>
                    <a:cubicBezTo>
                      <a:pt x="987" y="1648"/>
                      <a:pt x="1507" y="1763"/>
                      <a:pt x="2025" y="1763"/>
                    </a:cubicBezTo>
                    <a:cubicBezTo>
                      <a:pt x="2544" y="1763"/>
                      <a:pt x="3061" y="1648"/>
                      <a:pt x="3450" y="1418"/>
                    </a:cubicBezTo>
                    <a:cubicBezTo>
                      <a:pt x="3852" y="1182"/>
                      <a:pt x="4041" y="886"/>
                      <a:pt x="4041" y="591"/>
                    </a:cubicBezTo>
                    <a:lnTo>
                      <a:pt x="4052" y="28"/>
                    </a:lnTo>
                    <a:lnTo>
                      <a:pt x="4052" y="28"/>
                    </a:lnTo>
                    <a:cubicBezTo>
                      <a:pt x="4041" y="314"/>
                      <a:pt x="3851" y="598"/>
                      <a:pt x="3462" y="827"/>
                    </a:cubicBezTo>
                    <a:cubicBezTo>
                      <a:pt x="3066" y="1058"/>
                      <a:pt x="2550" y="1173"/>
                      <a:pt x="2033" y="1173"/>
                    </a:cubicBezTo>
                    <a:cubicBezTo>
                      <a:pt x="1516" y="1173"/>
                      <a:pt x="999" y="1058"/>
                      <a:pt x="603" y="827"/>
                    </a:cubicBezTo>
                    <a:cubicBezTo>
                      <a:pt x="202" y="615"/>
                      <a:pt x="13" y="296"/>
                      <a:pt x="13" y="0"/>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36"/>
              <p:cNvSpPr/>
              <p:nvPr/>
            </p:nvSpPr>
            <p:spPr>
              <a:xfrm>
                <a:off x="-1006483" y="680654"/>
                <a:ext cx="323208" cy="141210"/>
              </a:xfrm>
              <a:custGeom>
                <a:avLst/>
                <a:gdLst/>
                <a:ahLst/>
                <a:cxnLst/>
                <a:rect l="l" t="t" r="r" b="b"/>
                <a:pathLst>
                  <a:path w="4065" h="1776" extrusionOk="0">
                    <a:moveTo>
                      <a:pt x="13" y="0"/>
                    </a:moveTo>
                    <a:lnTo>
                      <a:pt x="1" y="591"/>
                    </a:lnTo>
                    <a:cubicBezTo>
                      <a:pt x="1" y="650"/>
                      <a:pt x="13" y="721"/>
                      <a:pt x="24" y="780"/>
                    </a:cubicBezTo>
                    <a:cubicBezTo>
                      <a:pt x="83" y="981"/>
                      <a:pt x="225" y="1170"/>
                      <a:pt x="438" y="1335"/>
                    </a:cubicBezTo>
                    <a:cubicBezTo>
                      <a:pt x="485" y="1359"/>
                      <a:pt x="544" y="1394"/>
                      <a:pt x="591" y="1430"/>
                    </a:cubicBezTo>
                    <a:cubicBezTo>
                      <a:pt x="851" y="1583"/>
                      <a:pt x="1182" y="1690"/>
                      <a:pt x="1525" y="1749"/>
                    </a:cubicBezTo>
                    <a:cubicBezTo>
                      <a:pt x="1690" y="1767"/>
                      <a:pt x="1858" y="1775"/>
                      <a:pt x="2028" y="1775"/>
                    </a:cubicBezTo>
                    <a:cubicBezTo>
                      <a:pt x="2198" y="1775"/>
                      <a:pt x="2369" y="1767"/>
                      <a:pt x="2541" y="1749"/>
                    </a:cubicBezTo>
                    <a:cubicBezTo>
                      <a:pt x="2883" y="1702"/>
                      <a:pt x="3190" y="1595"/>
                      <a:pt x="3450" y="1430"/>
                    </a:cubicBezTo>
                    <a:cubicBezTo>
                      <a:pt x="3840" y="1217"/>
                      <a:pt x="4041" y="898"/>
                      <a:pt x="4041" y="603"/>
                    </a:cubicBezTo>
                    <a:lnTo>
                      <a:pt x="4065" y="12"/>
                    </a:lnTo>
                    <a:lnTo>
                      <a:pt x="4065" y="12"/>
                    </a:lnTo>
                    <a:cubicBezTo>
                      <a:pt x="4041" y="308"/>
                      <a:pt x="3852" y="603"/>
                      <a:pt x="3474" y="839"/>
                    </a:cubicBezTo>
                    <a:cubicBezTo>
                      <a:pt x="3202" y="993"/>
                      <a:pt x="2895" y="1099"/>
                      <a:pt x="2552" y="1158"/>
                    </a:cubicBezTo>
                    <a:cubicBezTo>
                      <a:pt x="2381" y="1176"/>
                      <a:pt x="2213" y="1185"/>
                      <a:pt x="2044" y="1185"/>
                    </a:cubicBezTo>
                    <a:cubicBezTo>
                      <a:pt x="1876" y="1185"/>
                      <a:pt x="1708" y="1176"/>
                      <a:pt x="1536" y="1158"/>
                    </a:cubicBezTo>
                    <a:cubicBezTo>
                      <a:pt x="1194" y="1111"/>
                      <a:pt x="875" y="1005"/>
                      <a:pt x="603" y="839"/>
                    </a:cubicBezTo>
                    <a:cubicBezTo>
                      <a:pt x="544" y="816"/>
                      <a:pt x="497" y="780"/>
                      <a:pt x="461" y="745"/>
                    </a:cubicBezTo>
                    <a:cubicBezTo>
                      <a:pt x="237" y="579"/>
                      <a:pt x="83" y="390"/>
                      <a:pt x="48" y="189"/>
                    </a:cubicBezTo>
                    <a:cubicBezTo>
                      <a:pt x="24" y="130"/>
                      <a:pt x="13" y="60"/>
                      <a:pt x="13" y="0"/>
                    </a:cubicBez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36"/>
              <p:cNvSpPr/>
              <p:nvPr/>
            </p:nvSpPr>
            <p:spPr>
              <a:xfrm>
                <a:off x="-1021989" y="589058"/>
                <a:ext cx="353263" cy="185815"/>
              </a:xfrm>
              <a:custGeom>
                <a:avLst/>
                <a:gdLst/>
                <a:ahLst/>
                <a:cxnLst/>
                <a:rect l="l" t="t" r="r" b="b"/>
                <a:pathLst>
                  <a:path w="4443" h="2337" extrusionOk="0">
                    <a:moveTo>
                      <a:pt x="2210" y="1"/>
                    </a:moveTo>
                    <a:cubicBezTo>
                      <a:pt x="1693" y="1"/>
                      <a:pt x="1176" y="113"/>
                      <a:pt x="780" y="337"/>
                    </a:cubicBezTo>
                    <a:cubicBezTo>
                      <a:pt x="1" y="798"/>
                      <a:pt x="1" y="1530"/>
                      <a:pt x="792" y="1991"/>
                    </a:cubicBezTo>
                    <a:cubicBezTo>
                      <a:pt x="1194" y="2222"/>
                      <a:pt x="1714" y="2337"/>
                      <a:pt x="2232" y="2337"/>
                    </a:cubicBezTo>
                    <a:cubicBezTo>
                      <a:pt x="2750" y="2337"/>
                      <a:pt x="3267" y="2222"/>
                      <a:pt x="3663" y="1991"/>
                    </a:cubicBezTo>
                    <a:cubicBezTo>
                      <a:pt x="4443" y="1542"/>
                      <a:pt x="4443" y="798"/>
                      <a:pt x="3639" y="337"/>
                    </a:cubicBezTo>
                    <a:cubicBezTo>
                      <a:pt x="3243" y="113"/>
                      <a:pt x="2727" y="1"/>
                      <a:pt x="2210" y="1"/>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6"/>
              <p:cNvSpPr/>
              <p:nvPr/>
            </p:nvSpPr>
            <p:spPr>
              <a:xfrm>
                <a:off x="-982552" y="562343"/>
                <a:ext cx="273435" cy="194481"/>
              </a:xfrm>
              <a:custGeom>
                <a:avLst/>
                <a:gdLst/>
                <a:ahLst/>
                <a:cxnLst/>
                <a:rect l="l" t="t" r="r" b="b"/>
                <a:pathLst>
                  <a:path w="3439" h="2446" extrusionOk="0">
                    <a:moveTo>
                      <a:pt x="1" y="0"/>
                    </a:moveTo>
                    <a:lnTo>
                      <a:pt x="1" y="12"/>
                    </a:lnTo>
                    <a:lnTo>
                      <a:pt x="1" y="1465"/>
                    </a:lnTo>
                    <a:lnTo>
                      <a:pt x="1" y="1500"/>
                    </a:lnTo>
                    <a:lnTo>
                      <a:pt x="1" y="1524"/>
                    </a:lnTo>
                    <a:lnTo>
                      <a:pt x="1" y="1548"/>
                    </a:lnTo>
                    <a:lnTo>
                      <a:pt x="1" y="1559"/>
                    </a:lnTo>
                    <a:lnTo>
                      <a:pt x="1" y="1595"/>
                    </a:lnTo>
                    <a:lnTo>
                      <a:pt x="1" y="1607"/>
                    </a:lnTo>
                    <a:lnTo>
                      <a:pt x="1" y="1618"/>
                    </a:lnTo>
                    <a:cubicBezTo>
                      <a:pt x="1" y="1642"/>
                      <a:pt x="1" y="1642"/>
                      <a:pt x="13" y="1654"/>
                    </a:cubicBezTo>
                    <a:cubicBezTo>
                      <a:pt x="13" y="1666"/>
                      <a:pt x="36" y="1677"/>
                      <a:pt x="36" y="1701"/>
                    </a:cubicBezTo>
                    <a:lnTo>
                      <a:pt x="36" y="1713"/>
                    </a:lnTo>
                    <a:cubicBezTo>
                      <a:pt x="36" y="1725"/>
                      <a:pt x="48" y="1737"/>
                      <a:pt x="48" y="1760"/>
                    </a:cubicBezTo>
                    <a:cubicBezTo>
                      <a:pt x="48" y="1772"/>
                      <a:pt x="60" y="1784"/>
                      <a:pt x="72" y="1796"/>
                    </a:cubicBezTo>
                    <a:lnTo>
                      <a:pt x="72" y="1819"/>
                    </a:lnTo>
                    <a:cubicBezTo>
                      <a:pt x="95" y="1831"/>
                      <a:pt x="95" y="1843"/>
                      <a:pt x="107" y="1855"/>
                    </a:cubicBezTo>
                    <a:cubicBezTo>
                      <a:pt x="119" y="1878"/>
                      <a:pt x="119" y="1890"/>
                      <a:pt x="131" y="1890"/>
                    </a:cubicBezTo>
                    <a:lnTo>
                      <a:pt x="131" y="1902"/>
                    </a:lnTo>
                    <a:cubicBezTo>
                      <a:pt x="154" y="1914"/>
                      <a:pt x="154" y="1937"/>
                      <a:pt x="166" y="1949"/>
                    </a:cubicBezTo>
                    <a:cubicBezTo>
                      <a:pt x="178" y="1961"/>
                      <a:pt x="178" y="1973"/>
                      <a:pt x="190" y="1973"/>
                    </a:cubicBezTo>
                    <a:lnTo>
                      <a:pt x="214" y="1996"/>
                    </a:lnTo>
                    <a:cubicBezTo>
                      <a:pt x="225" y="2008"/>
                      <a:pt x="237" y="2020"/>
                      <a:pt x="249" y="2020"/>
                    </a:cubicBezTo>
                    <a:lnTo>
                      <a:pt x="273" y="2020"/>
                    </a:lnTo>
                    <a:cubicBezTo>
                      <a:pt x="284" y="2032"/>
                      <a:pt x="296" y="2032"/>
                      <a:pt x="308" y="2056"/>
                    </a:cubicBezTo>
                    <a:lnTo>
                      <a:pt x="332" y="2067"/>
                    </a:lnTo>
                    <a:cubicBezTo>
                      <a:pt x="343" y="2079"/>
                      <a:pt x="355" y="2079"/>
                      <a:pt x="367" y="2091"/>
                    </a:cubicBezTo>
                    <a:cubicBezTo>
                      <a:pt x="391" y="2115"/>
                      <a:pt x="403" y="2115"/>
                      <a:pt x="414" y="2126"/>
                    </a:cubicBezTo>
                    <a:lnTo>
                      <a:pt x="426" y="2138"/>
                    </a:lnTo>
                    <a:cubicBezTo>
                      <a:pt x="450" y="2150"/>
                      <a:pt x="473" y="2174"/>
                      <a:pt x="485" y="2185"/>
                    </a:cubicBezTo>
                    <a:cubicBezTo>
                      <a:pt x="521" y="2197"/>
                      <a:pt x="533" y="2209"/>
                      <a:pt x="568" y="2233"/>
                    </a:cubicBezTo>
                    <a:cubicBezTo>
                      <a:pt x="580" y="2233"/>
                      <a:pt x="580" y="2245"/>
                      <a:pt x="592" y="2245"/>
                    </a:cubicBezTo>
                    <a:cubicBezTo>
                      <a:pt x="603" y="2256"/>
                      <a:pt x="639" y="2256"/>
                      <a:pt x="651" y="2268"/>
                    </a:cubicBezTo>
                    <a:cubicBezTo>
                      <a:pt x="662" y="2268"/>
                      <a:pt x="662" y="2268"/>
                      <a:pt x="686" y="2292"/>
                    </a:cubicBezTo>
                    <a:cubicBezTo>
                      <a:pt x="710" y="2304"/>
                      <a:pt x="745" y="2315"/>
                      <a:pt x="769" y="2315"/>
                    </a:cubicBezTo>
                    <a:cubicBezTo>
                      <a:pt x="804" y="2327"/>
                      <a:pt x="828" y="2327"/>
                      <a:pt x="840" y="2351"/>
                    </a:cubicBezTo>
                    <a:cubicBezTo>
                      <a:pt x="863" y="2351"/>
                      <a:pt x="863" y="2351"/>
                      <a:pt x="875" y="2363"/>
                    </a:cubicBezTo>
                    <a:cubicBezTo>
                      <a:pt x="899" y="2363"/>
                      <a:pt x="922" y="2374"/>
                      <a:pt x="946" y="2374"/>
                    </a:cubicBezTo>
                    <a:lnTo>
                      <a:pt x="981" y="2374"/>
                    </a:lnTo>
                    <a:cubicBezTo>
                      <a:pt x="1005" y="2386"/>
                      <a:pt x="1040" y="2386"/>
                      <a:pt x="1064" y="2410"/>
                    </a:cubicBezTo>
                    <a:lnTo>
                      <a:pt x="1076" y="2410"/>
                    </a:lnTo>
                    <a:cubicBezTo>
                      <a:pt x="1111" y="2410"/>
                      <a:pt x="1135" y="2422"/>
                      <a:pt x="1170" y="2422"/>
                    </a:cubicBezTo>
                    <a:lnTo>
                      <a:pt x="1194" y="2422"/>
                    </a:lnTo>
                    <a:cubicBezTo>
                      <a:pt x="1229" y="2422"/>
                      <a:pt x="1241" y="2434"/>
                      <a:pt x="1277" y="2434"/>
                    </a:cubicBezTo>
                    <a:lnTo>
                      <a:pt x="1300" y="2434"/>
                    </a:lnTo>
                    <a:cubicBezTo>
                      <a:pt x="1336" y="2434"/>
                      <a:pt x="1359" y="2445"/>
                      <a:pt x="1395" y="2445"/>
                    </a:cubicBezTo>
                    <a:lnTo>
                      <a:pt x="1950" y="2445"/>
                    </a:lnTo>
                    <a:cubicBezTo>
                      <a:pt x="1986" y="2445"/>
                      <a:pt x="2009" y="2445"/>
                      <a:pt x="2056" y="2434"/>
                    </a:cubicBezTo>
                    <a:cubicBezTo>
                      <a:pt x="2080" y="2434"/>
                      <a:pt x="2115" y="2422"/>
                      <a:pt x="2139" y="2422"/>
                    </a:cubicBezTo>
                    <a:lnTo>
                      <a:pt x="2175" y="2422"/>
                    </a:lnTo>
                    <a:cubicBezTo>
                      <a:pt x="2198" y="2422"/>
                      <a:pt x="2222" y="2410"/>
                      <a:pt x="2245" y="2410"/>
                    </a:cubicBezTo>
                    <a:lnTo>
                      <a:pt x="2281" y="2410"/>
                    </a:lnTo>
                    <a:cubicBezTo>
                      <a:pt x="2304" y="2410"/>
                      <a:pt x="2340" y="2386"/>
                      <a:pt x="2364" y="2386"/>
                    </a:cubicBezTo>
                    <a:cubicBezTo>
                      <a:pt x="2399" y="2386"/>
                      <a:pt x="2423" y="2374"/>
                      <a:pt x="2458" y="2363"/>
                    </a:cubicBezTo>
                    <a:cubicBezTo>
                      <a:pt x="2470" y="2363"/>
                      <a:pt x="2470" y="2363"/>
                      <a:pt x="2482" y="2351"/>
                    </a:cubicBezTo>
                    <a:cubicBezTo>
                      <a:pt x="2493" y="2351"/>
                      <a:pt x="2529" y="2327"/>
                      <a:pt x="2541" y="2327"/>
                    </a:cubicBezTo>
                    <a:cubicBezTo>
                      <a:pt x="2553" y="2327"/>
                      <a:pt x="2553" y="2327"/>
                      <a:pt x="2576" y="2315"/>
                    </a:cubicBezTo>
                    <a:cubicBezTo>
                      <a:pt x="2600" y="2304"/>
                      <a:pt x="2635" y="2304"/>
                      <a:pt x="2659" y="2292"/>
                    </a:cubicBezTo>
                    <a:cubicBezTo>
                      <a:pt x="2694" y="2268"/>
                      <a:pt x="2718" y="2256"/>
                      <a:pt x="2753" y="2256"/>
                    </a:cubicBezTo>
                    <a:cubicBezTo>
                      <a:pt x="2765" y="2256"/>
                      <a:pt x="2765" y="2256"/>
                      <a:pt x="2777" y="2245"/>
                    </a:cubicBezTo>
                    <a:cubicBezTo>
                      <a:pt x="2789" y="2233"/>
                      <a:pt x="2824" y="2233"/>
                      <a:pt x="2836" y="2209"/>
                    </a:cubicBezTo>
                    <a:cubicBezTo>
                      <a:pt x="2848" y="2209"/>
                      <a:pt x="2848" y="2197"/>
                      <a:pt x="2872" y="2197"/>
                    </a:cubicBezTo>
                    <a:cubicBezTo>
                      <a:pt x="2895" y="2185"/>
                      <a:pt x="2931" y="2174"/>
                      <a:pt x="2942" y="2150"/>
                    </a:cubicBezTo>
                    <a:cubicBezTo>
                      <a:pt x="3261" y="1961"/>
                      <a:pt x="3439" y="1713"/>
                      <a:pt x="3439" y="1465"/>
                    </a:cubicBezTo>
                    <a:lnTo>
                      <a:pt x="3439" y="0"/>
                    </a:ln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6"/>
              <p:cNvSpPr/>
              <p:nvPr/>
            </p:nvSpPr>
            <p:spPr>
              <a:xfrm>
                <a:off x="-995671" y="340668"/>
                <a:ext cx="298799" cy="389838"/>
              </a:xfrm>
              <a:custGeom>
                <a:avLst/>
                <a:gdLst/>
                <a:ahLst/>
                <a:cxnLst/>
                <a:rect l="l" t="t" r="r" b="b"/>
                <a:pathLst>
                  <a:path w="3758" h="4903" extrusionOk="0">
                    <a:moveTo>
                      <a:pt x="3757" y="12"/>
                    </a:moveTo>
                    <a:lnTo>
                      <a:pt x="3757" y="16"/>
                    </a:lnTo>
                    <a:lnTo>
                      <a:pt x="3757" y="16"/>
                    </a:lnTo>
                    <a:cubicBezTo>
                      <a:pt x="3757" y="15"/>
                      <a:pt x="3757" y="13"/>
                      <a:pt x="3757" y="12"/>
                    </a:cubicBezTo>
                    <a:close/>
                    <a:moveTo>
                      <a:pt x="24" y="0"/>
                    </a:moveTo>
                    <a:lnTo>
                      <a:pt x="1" y="3816"/>
                    </a:lnTo>
                    <a:cubicBezTo>
                      <a:pt x="1" y="4099"/>
                      <a:pt x="178" y="4383"/>
                      <a:pt x="556" y="4584"/>
                    </a:cubicBezTo>
                    <a:cubicBezTo>
                      <a:pt x="922" y="4796"/>
                      <a:pt x="1400" y="4903"/>
                      <a:pt x="1877" y="4903"/>
                    </a:cubicBezTo>
                    <a:cubicBezTo>
                      <a:pt x="2354" y="4903"/>
                      <a:pt x="2830" y="4796"/>
                      <a:pt x="3190" y="4584"/>
                    </a:cubicBezTo>
                    <a:cubicBezTo>
                      <a:pt x="3568" y="4383"/>
                      <a:pt x="3745" y="4111"/>
                      <a:pt x="3745" y="3828"/>
                    </a:cubicBezTo>
                    <a:lnTo>
                      <a:pt x="3757" y="16"/>
                    </a:lnTo>
                    <a:lnTo>
                      <a:pt x="3757" y="16"/>
                    </a:lnTo>
                    <a:cubicBezTo>
                      <a:pt x="3755" y="298"/>
                      <a:pt x="3578" y="556"/>
                      <a:pt x="3214" y="768"/>
                    </a:cubicBezTo>
                    <a:cubicBezTo>
                      <a:pt x="2848" y="981"/>
                      <a:pt x="2369" y="1087"/>
                      <a:pt x="1891" y="1087"/>
                    </a:cubicBezTo>
                    <a:cubicBezTo>
                      <a:pt x="1412" y="1087"/>
                      <a:pt x="934" y="981"/>
                      <a:pt x="568" y="768"/>
                    </a:cubicBezTo>
                    <a:cubicBezTo>
                      <a:pt x="201" y="555"/>
                      <a:pt x="24" y="272"/>
                      <a:pt x="24" y="0"/>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6"/>
              <p:cNvSpPr/>
              <p:nvPr/>
            </p:nvSpPr>
            <p:spPr>
              <a:xfrm>
                <a:off x="-994277" y="340668"/>
                <a:ext cx="298799" cy="389838"/>
              </a:xfrm>
              <a:custGeom>
                <a:avLst/>
                <a:gdLst/>
                <a:ahLst/>
                <a:cxnLst/>
                <a:rect l="l" t="t" r="r" b="b"/>
                <a:pathLst>
                  <a:path w="3758" h="4903" extrusionOk="0">
                    <a:moveTo>
                      <a:pt x="3757" y="12"/>
                    </a:moveTo>
                    <a:lnTo>
                      <a:pt x="3757" y="16"/>
                    </a:lnTo>
                    <a:lnTo>
                      <a:pt x="3757" y="16"/>
                    </a:lnTo>
                    <a:cubicBezTo>
                      <a:pt x="3757" y="15"/>
                      <a:pt x="3757" y="13"/>
                      <a:pt x="3757" y="12"/>
                    </a:cubicBezTo>
                    <a:close/>
                    <a:moveTo>
                      <a:pt x="24" y="0"/>
                    </a:moveTo>
                    <a:lnTo>
                      <a:pt x="1" y="3816"/>
                    </a:lnTo>
                    <a:cubicBezTo>
                      <a:pt x="1" y="3875"/>
                      <a:pt x="24" y="3934"/>
                      <a:pt x="36" y="3993"/>
                    </a:cubicBezTo>
                    <a:cubicBezTo>
                      <a:pt x="83" y="4170"/>
                      <a:pt x="213" y="4347"/>
                      <a:pt x="414" y="4501"/>
                    </a:cubicBezTo>
                    <a:lnTo>
                      <a:pt x="556" y="4584"/>
                    </a:lnTo>
                    <a:cubicBezTo>
                      <a:pt x="804" y="4737"/>
                      <a:pt x="1099" y="4820"/>
                      <a:pt x="1406" y="4867"/>
                    </a:cubicBezTo>
                    <a:cubicBezTo>
                      <a:pt x="1560" y="4891"/>
                      <a:pt x="1719" y="4903"/>
                      <a:pt x="1879" y="4903"/>
                    </a:cubicBezTo>
                    <a:cubicBezTo>
                      <a:pt x="2038" y="4903"/>
                      <a:pt x="2198" y="4891"/>
                      <a:pt x="2351" y="4867"/>
                    </a:cubicBezTo>
                    <a:cubicBezTo>
                      <a:pt x="2658" y="4820"/>
                      <a:pt x="2954" y="4714"/>
                      <a:pt x="3190" y="4584"/>
                    </a:cubicBezTo>
                    <a:cubicBezTo>
                      <a:pt x="3544" y="4383"/>
                      <a:pt x="3745" y="4099"/>
                      <a:pt x="3745" y="3828"/>
                    </a:cubicBezTo>
                    <a:lnTo>
                      <a:pt x="3757" y="16"/>
                    </a:lnTo>
                    <a:lnTo>
                      <a:pt x="3757" y="16"/>
                    </a:lnTo>
                    <a:cubicBezTo>
                      <a:pt x="3755" y="298"/>
                      <a:pt x="3578" y="556"/>
                      <a:pt x="3214" y="768"/>
                    </a:cubicBezTo>
                    <a:cubicBezTo>
                      <a:pt x="2977" y="910"/>
                      <a:pt x="2682" y="1004"/>
                      <a:pt x="2363" y="1040"/>
                    </a:cubicBezTo>
                    <a:cubicBezTo>
                      <a:pt x="2210" y="1063"/>
                      <a:pt x="2053" y="1075"/>
                      <a:pt x="1895" y="1075"/>
                    </a:cubicBezTo>
                    <a:cubicBezTo>
                      <a:pt x="1737" y="1075"/>
                      <a:pt x="1578" y="1063"/>
                      <a:pt x="1418" y="1040"/>
                    </a:cubicBezTo>
                    <a:cubicBezTo>
                      <a:pt x="1111" y="992"/>
                      <a:pt x="816" y="898"/>
                      <a:pt x="568" y="768"/>
                    </a:cubicBezTo>
                    <a:cubicBezTo>
                      <a:pt x="520" y="733"/>
                      <a:pt x="461" y="709"/>
                      <a:pt x="438" y="673"/>
                    </a:cubicBezTo>
                    <a:cubicBezTo>
                      <a:pt x="225" y="520"/>
                      <a:pt x="95" y="355"/>
                      <a:pt x="48" y="177"/>
                    </a:cubicBezTo>
                    <a:cubicBezTo>
                      <a:pt x="36" y="118"/>
                      <a:pt x="24" y="59"/>
                      <a:pt x="24" y="0"/>
                    </a:cubicBez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6"/>
              <p:cNvSpPr/>
              <p:nvPr/>
            </p:nvSpPr>
            <p:spPr>
              <a:xfrm>
                <a:off x="-1007915" y="255195"/>
                <a:ext cx="326071" cy="172855"/>
              </a:xfrm>
              <a:custGeom>
                <a:avLst/>
                <a:gdLst/>
                <a:ahLst/>
                <a:cxnLst/>
                <a:rect l="l" t="t" r="r" b="b"/>
                <a:pathLst>
                  <a:path w="4101" h="2174" extrusionOk="0">
                    <a:moveTo>
                      <a:pt x="2036" y="0"/>
                    </a:moveTo>
                    <a:cubicBezTo>
                      <a:pt x="1557" y="0"/>
                      <a:pt x="1082" y="106"/>
                      <a:pt x="722" y="319"/>
                    </a:cubicBezTo>
                    <a:cubicBezTo>
                      <a:pt x="1" y="744"/>
                      <a:pt x="1" y="1430"/>
                      <a:pt x="733" y="1855"/>
                    </a:cubicBezTo>
                    <a:cubicBezTo>
                      <a:pt x="1105" y="2067"/>
                      <a:pt x="1587" y="2174"/>
                      <a:pt x="2065" y="2174"/>
                    </a:cubicBezTo>
                    <a:cubicBezTo>
                      <a:pt x="2544" y="2174"/>
                      <a:pt x="3019" y="2067"/>
                      <a:pt x="3380" y="1855"/>
                    </a:cubicBezTo>
                    <a:cubicBezTo>
                      <a:pt x="4100" y="1430"/>
                      <a:pt x="4100" y="744"/>
                      <a:pt x="3368" y="319"/>
                    </a:cubicBezTo>
                    <a:cubicBezTo>
                      <a:pt x="2996" y="106"/>
                      <a:pt x="2514" y="0"/>
                      <a:pt x="2036" y="0"/>
                    </a:cubicBezTo>
                    <a:close/>
                  </a:path>
                </a:pathLst>
              </a:custGeom>
              <a:solidFill>
                <a:schemeClr val="lt2"/>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6"/>
              <p:cNvSpPr/>
              <p:nvPr/>
            </p:nvSpPr>
            <p:spPr>
              <a:xfrm>
                <a:off x="-960925" y="280797"/>
                <a:ext cx="230181" cy="120776"/>
              </a:xfrm>
              <a:custGeom>
                <a:avLst/>
                <a:gdLst/>
                <a:ahLst/>
                <a:cxnLst/>
                <a:rect l="l" t="t" r="r" b="b"/>
                <a:pathLst>
                  <a:path w="2895" h="1519" extrusionOk="0">
                    <a:moveTo>
                      <a:pt x="1442" y="0"/>
                    </a:moveTo>
                    <a:cubicBezTo>
                      <a:pt x="1105" y="0"/>
                      <a:pt x="768" y="74"/>
                      <a:pt x="509" y="222"/>
                    </a:cubicBezTo>
                    <a:cubicBezTo>
                      <a:pt x="1" y="517"/>
                      <a:pt x="1" y="1001"/>
                      <a:pt x="509" y="1297"/>
                    </a:cubicBezTo>
                    <a:cubicBezTo>
                      <a:pt x="768" y="1444"/>
                      <a:pt x="1105" y="1518"/>
                      <a:pt x="1442" y="1518"/>
                    </a:cubicBezTo>
                    <a:cubicBezTo>
                      <a:pt x="1779" y="1518"/>
                      <a:pt x="2115" y="1444"/>
                      <a:pt x="2375" y="1297"/>
                    </a:cubicBezTo>
                    <a:cubicBezTo>
                      <a:pt x="2895" y="1001"/>
                      <a:pt x="2895" y="517"/>
                      <a:pt x="2375" y="222"/>
                    </a:cubicBezTo>
                    <a:cubicBezTo>
                      <a:pt x="2115" y="74"/>
                      <a:pt x="1779" y="0"/>
                      <a:pt x="1442" y="0"/>
                    </a:cubicBez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36"/>
              <p:cNvSpPr/>
              <p:nvPr/>
            </p:nvSpPr>
            <p:spPr>
              <a:xfrm>
                <a:off x="-995671" y="384796"/>
                <a:ext cx="298799" cy="116562"/>
              </a:xfrm>
              <a:custGeom>
                <a:avLst/>
                <a:gdLst/>
                <a:ahLst/>
                <a:cxnLst/>
                <a:rect l="l" t="t" r="r" b="b"/>
                <a:pathLst>
                  <a:path w="3758" h="1466" extrusionOk="0">
                    <a:moveTo>
                      <a:pt x="3757" y="12"/>
                    </a:moveTo>
                    <a:lnTo>
                      <a:pt x="3756" y="50"/>
                    </a:lnTo>
                    <a:lnTo>
                      <a:pt x="3756" y="50"/>
                    </a:lnTo>
                    <a:cubicBezTo>
                      <a:pt x="3757" y="37"/>
                      <a:pt x="3757" y="25"/>
                      <a:pt x="3757" y="12"/>
                    </a:cubicBezTo>
                    <a:close/>
                    <a:moveTo>
                      <a:pt x="24" y="0"/>
                    </a:moveTo>
                    <a:lnTo>
                      <a:pt x="1" y="390"/>
                    </a:lnTo>
                    <a:cubicBezTo>
                      <a:pt x="1" y="449"/>
                      <a:pt x="24" y="508"/>
                      <a:pt x="36" y="567"/>
                    </a:cubicBezTo>
                    <a:cubicBezTo>
                      <a:pt x="83" y="745"/>
                      <a:pt x="213" y="922"/>
                      <a:pt x="414" y="1064"/>
                    </a:cubicBezTo>
                    <a:lnTo>
                      <a:pt x="556" y="1158"/>
                    </a:lnTo>
                    <a:cubicBezTo>
                      <a:pt x="804" y="1300"/>
                      <a:pt x="1099" y="1394"/>
                      <a:pt x="1406" y="1430"/>
                    </a:cubicBezTo>
                    <a:cubicBezTo>
                      <a:pt x="1560" y="1453"/>
                      <a:pt x="1719" y="1465"/>
                      <a:pt x="1879" y="1465"/>
                    </a:cubicBezTo>
                    <a:cubicBezTo>
                      <a:pt x="2038" y="1465"/>
                      <a:pt x="2198" y="1453"/>
                      <a:pt x="2351" y="1430"/>
                    </a:cubicBezTo>
                    <a:cubicBezTo>
                      <a:pt x="2658" y="1394"/>
                      <a:pt x="2954" y="1288"/>
                      <a:pt x="3190" y="1158"/>
                    </a:cubicBezTo>
                    <a:cubicBezTo>
                      <a:pt x="3544" y="945"/>
                      <a:pt x="3745" y="662"/>
                      <a:pt x="3745" y="402"/>
                    </a:cubicBezTo>
                    <a:lnTo>
                      <a:pt x="3756" y="50"/>
                    </a:lnTo>
                    <a:lnTo>
                      <a:pt x="3756" y="50"/>
                    </a:lnTo>
                    <a:cubicBezTo>
                      <a:pt x="3740" y="308"/>
                      <a:pt x="3563" y="554"/>
                      <a:pt x="3214" y="768"/>
                    </a:cubicBezTo>
                    <a:cubicBezTo>
                      <a:pt x="2977" y="922"/>
                      <a:pt x="2682" y="1004"/>
                      <a:pt x="2363" y="1052"/>
                    </a:cubicBezTo>
                    <a:cubicBezTo>
                      <a:pt x="2210" y="1075"/>
                      <a:pt x="2053" y="1087"/>
                      <a:pt x="1895" y="1087"/>
                    </a:cubicBezTo>
                    <a:cubicBezTo>
                      <a:pt x="1737" y="1087"/>
                      <a:pt x="1578" y="1075"/>
                      <a:pt x="1418" y="1052"/>
                    </a:cubicBezTo>
                    <a:cubicBezTo>
                      <a:pt x="1111" y="1004"/>
                      <a:pt x="816" y="898"/>
                      <a:pt x="568" y="768"/>
                    </a:cubicBezTo>
                    <a:cubicBezTo>
                      <a:pt x="520" y="745"/>
                      <a:pt x="461" y="709"/>
                      <a:pt x="438" y="685"/>
                    </a:cubicBezTo>
                    <a:cubicBezTo>
                      <a:pt x="225" y="532"/>
                      <a:pt x="95" y="355"/>
                      <a:pt x="48" y="178"/>
                    </a:cubicBezTo>
                    <a:cubicBezTo>
                      <a:pt x="36" y="118"/>
                      <a:pt x="24" y="59"/>
                      <a:pt x="24" y="0"/>
                    </a:cubicBez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36"/>
              <p:cNvSpPr/>
              <p:nvPr/>
            </p:nvSpPr>
            <p:spPr>
              <a:xfrm>
                <a:off x="-953371" y="280797"/>
                <a:ext cx="216108" cy="69333"/>
              </a:xfrm>
              <a:custGeom>
                <a:avLst/>
                <a:gdLst/>
                <a:ahLst/>
                <a:cxnLst/>
                <a:rect l="l" t="t" r="r" b="b"/>
                <a:pathLst>
                  <a:path w="2718" h="872" extrusionOk="0">
                    <a:moveTo>
                      <a:pt x="1359" y="0"/>
                    </a:moveTo>
                    <a:cubicBezTo>
                      <a:pt x="1022" y="0"/>
                      <a:pt x="685" y="74"/>
                      <a:pt x="425" y="222"/>
                    </a:cubicBezTo>
                    <a:cubicBezTo>
                      <a:pt x="118" y="399"/>
                      <a:pt x="0" y="635"/>
                      <a:pt x="59" y="871"/>
                    </a:cubicBezTo>
                    <a:cubicBezTo>
                      <a:pt x="106" y="706"/>
                      <a:pt x="225" y="552"/>
                      <a:pt x="425" y="434"/>
                    </a:cubicBezTo>
                    <a:cubicBezTo>
                      <a:pt x="685" y="286"/>
                      <a:pt x="1022" y="213"/>
                      <a:pt x="1359" y="213"/>
                    </a:cubicBezTo>
                    <a:cubicBezTo>
                      <a:pt x="1695" y="213"/>
                      <a:pt x="2032" y="286"/>
                      <a:pt x="2292" y="434"/>
                    </a:cubicBezTo>
                    <a:cubicBezTo>
                      <a:pt x="2493" y="552"/>
                      <a:pt x="2623" y="706"/>
                      <a:pt x="2658" y="871"/>
                    </a:cubicBezTo>
                    <a:cubicBezTo>
                      <a:pt x="2717" y="647"/>
                      <a:pt x="2587" y="387"/>
                      <a:pt x="2292" y="222"/>
                    </a:cubicBezTo>
                    <a:cubicBezTo>
                      <a:pt x="2032" y="74"/>
                      <a:pt x="1695" y="0"/>
                      <a:pt x="1359" y="0"/>
                    </a:cubicBezTo>
                    <a:close/>
                  </a:path>
                </a:pathLst>
              </a:custGeom>
              <a:solidFill>
                <a:srgbClr val="282A2E">
                  <a:alpha val="70440"/>
                </a:srgbClr>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6"/>
              <p:cNvSpPr/>
              <p:nvPr/>
            </p:nvSpPr>
            <p:spPr>
              <a:xfrm>
                <a:off x="-963708" y="634618"/>
                <a:ext cx="35780" cy="64880"/>
              </a:xfrm>
              <a:custGeom>
                <a:avLst/>
                <a:gdLst/>
                <a:ahLst/>
                <a:cxnLst/>
                <a:rect l="l" t="t" r="r" b="b"/>
                <a:pathLst>
                  <a:path w="450" h="816" extrusionOk="0">
                    <a:moveTo>
                      <a:pt x="0" y="1"/>
                    </a:moveTo>
                    <a:lnTo>
                      <a:pt x="0" y="556"/>
                    </a:lnTo>
                    <a:lnTo>
                      <a:pt x="449" y="816"/>
                    </a:lnTo>
                    <a:lnTo>
                      <a:pt x="449" y="272"/>
                    </a:lnTo>
                    <a:lnTo>
                      <a:pt x="0" y="1"/>
                    </a:ln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6"/>
              <p:cNvSpPr/>
              <p:nvPr/>
            </p:nvSpPr>
            <p:spPr>
              <a:xfrm>
                <a:off x="-963708" y="592398"/>
                <a:ext cx="35780" cy="53590"/>
              </a:xfrm>
              <a:custGeom>
                <a:avLst/>
                <a:gdLst/>
                <a:ahLst/>
                <a:cxnLst/>
                <a:rect l="l" t="t" r="r" b="b"/>
                <a:pathLst>
                  <a:path w="450" h="674" extrusionOk="0">
                    <a:moveTo>
                      <a:pt x="0" y="0"/>
                    </a:moveTo>
                    <a:lnTo>
                      <a:pt x="0" y="402"/>
                    </a:lnTo>
                    <a:lnTo>
                      <a:pt x="449" y="673"/>
                    </a:lnTo>
                    <a:lnTo>
                      <a:pt x="449" y="272"/>
                    </a:lnTo>
                    <a:lnTo>
                      <a:pt x="0" y="0"/>
                    </a:ln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6"/>
              <p:cNvSpPr/>
              <p:nvPr/>
            </p:nvSpPr>
            <p:spPr>
              <a:xfrm>
                <a:off x="-963708" y="487126"/>
                <a:ext cx="35780" cy="118470"/>
              </a:xfrm>
              <a:custGeom>
                <a:avLst/>
                <a:gdLst/>
                <a:ahLst/>
                <a:cxnLst/>
                <a:rect l="l" t="t" r="r" b="b"/>
                <a:pathLst>
                  <a:path w="450" h="1490" extrusionOk="0">
                    <a:moveTo>
                      <a:pt x="0" y="1"/>
                    </a:moveTo>
                    <a:lnTo>
                      <a:pt x="0" y="1230"/>
                    </a:lnTo>
                    <a:lnTo>
                      <a:pt x="449" y="1489"/>
                    </a:lnTo>
                    <a:lnTo>
                      <a:pt x="449" y="261"/>
                    </a:lnTo>
                    <a:lnTo>
                      <a:pt x="0" y="1"/>
                    </a:lnTo>
                    <a:close/>
                  </a:path>
                </a:pathLst>
              </a:custGeom>
              <a:solidFill>
                <a:schemeClr val="lt1"/>
              </a:solidFill>
              <a:ln>
                <a:noFill/>
              </a:ln>
              <a:effectLst>
                <a:outerShdw blurRad="57150" dist="19050" dir="5400000" algn="bl" rotWithShape="0">
                  <a:schemeClr val="dk1">
                    <a:alpha val="3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0" name="Google Shape;2680;p36"/>
            <p:cNvGrpSpPr/>
            <p:nvPr/>
          </p:nvGrpSpPr>
          <p:grpSpPr>
            <a:xfrm>
              <a:off x="7127130" y="1064828"/>
              <a:ext cx="329844" cy="472596"/>
              <a:chOff x="5036880" y="-8005297"/>
              <a:chExt cx="719554" cy="1030968"/>
            </a:xfrm>
          </p:grpSpPr>
          <p:sp>
            <p:nvSpPr>
              <p:cNvPr id="2681" name="Google Shape;2681;p36"/>
              <p:cNvSpPr/>
              <p:nvPr/>
            </p:nvSpPr>
            <p:spPr>
              <a:xfrm>
                <a:off x="5036880" y="-7874903"/>
                <a:ext cx="288011" cy="502944"/>
              </a:xfrm>
              <a:custGeom>
                <a:avLst/>
                <a:gdLst/>
                <a:ahLst/>
                <a:cxnLst/>
                <a:rect l="l" t="t" r="r" b="b"/>
                <a:pathLst>
                  <a:path w="1206" h="2106" extrusionOk="0">
                    <a:moveTo>
                      <a:pt x="299" y="0"/>
                    </a:moveTo>
                    <a:cubicBezTo>
                      <a:pt x="248" y="0"/>
                      <a:pt x="200" y="12"/>
                      <a:pt x="154" y="38"/>
                    </a:cubicBezTo>
                    <a:cubicBezTo>
                      <a:pt x="60" y="97"/>
                      <a:pt x="1" y="215"/>
                      <a:pt x="1" y="357"/>
                    </a:cubicBezTo>
                    <a:lnTo>
                      <a:pt x="1" y="2023"/>
                    </a:lnTo>
                    <a:cubicBezTo>
                      <a:pt x="1" y="2070"/>
                      <a:pt x="36" y="2105"/>
                      <a:pt x="83" y="2105"/>
                    </a:cubicBezTo>
                    <a:cubicBezTo>
                      <a:pt x="107" y="2105"/>
                      <a:pt x="142" y="2070"/>
                      <a:pt x="142" y="2023"/>
                    </a:cubicBezTo>
                    <a:lnTo>
                      <a:pt x="142" y="357"/>
                    </a:lnTo>
                    <a:cubicBezTo>
                      <a:pt x="142" y="251"/>
                      <a:pt x="166" y="180"/>
                      <a:pt x="225" y="156"/>
                    </a:cubicBezTo>
                    <a:cubicBezTo>
                      <a:pt x="248" y="142"/>
                      <a:pt x="273" y="136"/>
                      <a:pt x="301" y="136"/>
                    </a:cubicBezTo>
                    <a:cubicBezTo>
                      <a:pt x="344" y="136"/>
                      <a:pt x="392" y="151"/>
                      <a:pt x="449" y="180"/>
                    </a:cubicBezTo>
                    <a:lnTo>
                      <a:pt x="1099" y="546"/>
                    </a:lnTo>
                    <a:cubicBezTo>
                      <a:pt x="1106" y="553"/>
                      <a:pt x="1115" y="556"/>
                      <a:pt x="1125" y="556"/>
                    </a:cubicBezTo>
                    <a:cubicBezTo>
                      <a:pt x="1147" y="556"/>
                      <a:pt x="1173" y="539"/>
                      <a:pt x="1182" y="522"/>
                    </a:cubicBezTo>
                    <a:cubicBezTo>
                      <a:pt x="1205" y="487"/>
                      <a:pt x="1182" y="451"/>
                      <a:pt x="1158" y="428"/>
                    </a:cubicBezTo>
                    <a:lnTo>
                      <a:pt x="508" y="62"/>
                    </a:lnTo>
                    <a:cubicBezTo>
                      <a:pt x="435" y="21"/>
                      <a:pt x="365" y="0"/>
                      <a:pt x="299" y="0"/>
                    </a:cubicBez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36"/>
              <p:cNvSpPr/>
              <p:nvPr/>
            </p:nvSpPr>
            <p:spPr>
              <a:xfrm>
                <a:off x="5598575" y="-7709200"/>
                <a:ext cx="67800" cy="317076"/>
              </a:xfrm>
              <a:custGeom>
                <a:avLst/>
                <a:gdLst/>
                <a:ahLst/>
                <a:cxnLst/>
                <a:rect l="l" t="t" r="r" b="b"/>
                <a:pathLst>
                  <a:path w="284" h="1241" extrusionOk="0">
                    <a:moveTo>
                      <a:pt x="284" y="0"/>
                    </a:moveTo>
                    <a:lnTo>
                      <a:pt x="0" y="166"/>
                    </a:lnTo>
                    <a:lnTo>
                      <a:pt x="0" y="1241"/>
                    </a:lnTo>
                    <a:lnTo>
                      <a:pt x="272" y="1099"/>
                    </a:lnTo>
                    <a:lnTo>
                      <a:pt x="284"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36"/>
              <p:cNvSpPr/>
              <p:nvPr/>
            </p:nvSpPr>
            <p:spPr>
              <a:xfrm>
                <a:off x="5166557" y="-8005297"/>
                <a:ext cx="434882" cy="238337"/>
              </a:xfrm>
              <a:custGeom>
                <a:avLst/>
                <a:gdLst/>
                <a:ahLst/>
                <a:cxnLst/>
                <a:rect l="l" t="t" r="r" b="b"/>
                <a:pathLst>
                  <a:path w="1821" h="998" extrusionOk="0">
                    <a:moveTo>
                      <a:pt x="24" y="169"/>
                    </a:moveTo>
                    <a:lnTo>
                      <a:pt x="24" y="169"/>
                    </a:lnTo>
                    <a:cubicBezTo>
                      <a:pt x="16" y="172"/>
                      <a:pt x="8" y="177"/>
                      <a:pt x="1" y="182"/>
                    </a:cubicBezTo>
                    <a:lnTo>
                      <a:pt x="24" y="169"/>
                    </a:lnTo>
                    <a:close/>
                    <a:moveTo>
                      <a:pt x="344" y="1"/>
                    </a:moveTo>
                    <a:cubicBezTo>
                      <a:pt x="317" y="1"/>
                      <a:pt x="294" y="6"/>
                      <a:pt x="273" y="17"/>
                    </a:cubicBezTo>
                    <a:lnTo>
                      <a:pt x="24" y="169"/>
                    </a:lnTo>
                    <a:lnTo>
                      <a:pt x="24" y="169"/>
                    </a:lnTo>
                    <a:cubicBezTo>
                      <a:pt x="39" y="161"/>
                      <a:pt x="57" y="157"/>
                      <a:pt x="76" y="157"/>
                    </a:cubicBezTo>
                    <a:cubicBezTo>
                      <a:pt x="108" y="157"/>
                      <a:pt x="146" y="169"/>
                      <a:pt x="190" y="194"/>
                    </a:cubicBezTo>
                    <a:lnTo>
                      <a:pt x="1560" y="997"/>
                    </a:lnTo>
                    <a:lnTo>
                      <a:pt x="1820" y="832"/>
                    </a:lnTo>
                    <a:lnTo>
                      <a:pt x="450" y="29"/>
                    </a:lnTo>
                    <a:cubicBezTo>
                      <a:pt x="411" y="9"/>
                      <a:pt x="375" y="1"/>
                      <a:pt x="344" y="1"/>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36"/>
              <p:cNvSpPr/>
              <p:nvPr/>
            </p:nvSpPr>
            <p:spPr>
              <a:xfrm>
                <a:off x="5539112" y="-7809467"/>
                <a:ext cx="124423" cy="144005"/>
              </a:xfrm>
              <a:custGeom>
                <a:avLst/>
                <a:gdLst/>
                <a:ahLst/>
                <a:cxnLst/>
                <a:rect l="l" t="t" r="r" b="b"/>
                <a:pathLst>
                  <a:path w="521" h="603" extrusionOk="0">
                    <a:moveTo>
                      <a:pt x="260" y="0"/>
                    </a:moveTo>
                    <a:lnTo>
                      <a:pt x="0" y="154"/>
                    </a:lnTo>
                    <a:cubicBezTo>
                      <a:pt x="142" y="248"/>
                      <a:pt x="248" y="437"/>
                      <a:pt x="248" y="603"/>
                    </a:cubicBezTo>
                    <a:lnTo>
                      <a:pt x="520" y="437"/>
                    </a:lnTo>
                    <a:cubicBezTo>
                      <a:pt x="520" y="272"/>
                      <a:pt x="402" y="83"/>
                      <a:pt x="260" y="0"/>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36"/>
              <p:cNvSpPr/>
              <p:nvPr/>
            </p:nvSpPr>
            <p:spPr>
              <a:xfrm>
                <a:off x="5149840" y="-7966131"/>
                <a:ext cx="448733" cy="606829"/>
              </a:xfrm>
              <a:custGeom>
                <a:avLst/>
                <a:gdLst/>
                <a:ahLst/>
                <a:cxnLst/>
                <a:rect l="l" t="t" r="r" b="b"/>
                <a:pathLst>
                  <a:path w="1879" h="2541" extrusionOk="0">
                    <a:moveTo>
                      <a:pt x="149" y="1"/>
                    </a:moveTo>
                    <a:cubicBezTo>
                      <a:pt x="61" y="1"/>
                      <a:pt x="0" y="65"/>
                      <a:pt x="0" y="184"/>
                    </a:cubicBezTo>
                    <a:lnTo>
                      <a:pt x="0" y="1271"/>
                    </a:lnTo>
                    <a:cubicBezTo>
                      <a:pt x="0" y="1436"/>
                      <a:pt x="118" y="1625"/>
                      <a:pt x="260" y="1708"/>
                    </a:cubicBezTo>
                    <a:lnTo>
                      <a:pt x="1630" y="2511"/>
                    </a:lnTo>
                    <a:cubicBezTo>
                      <a:pt x="1667" y="2531"/>
                      <a:pt x="1702" y="2540"/>
                      <a:pt x="1734" y="2540"/>
                    </a:cubicBezTo>
                    <a:cubicBezTo>
                      <a:pt x="1817" y="2540"/>
                      <a:pt x="1878" y="2476"/>
                      <a:pt x="1878" y="2357"/>
                    </a:cubicBezTo>
                    <a:lnTo>
                      <a:pt x="1878" y="1271"/>
                    </a:lnTo>
                    <a:cubicBezTo>
                      <a:pt x="1878" y="1105"/>
                      <a:pt x="1760" y="916"/>
                      <a:pt x="1630" y="822"/>
                    </a:cubicBezTo>
                    <a:lnTo>
                      <a:pt x="260" y="30"/>
                    </a:lnTo>
                    <a:cubicBezTo>
                      <a:pt x="220" y="10"/>
                      <a:pt x="182" y="1"/>
                      <a:pt x="149" y="1"/>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36"/>
              <p:cNvSpPr/>
              <p:nvPr/>
            </p:nvSpPr>
            <p:spPr>
              <a:xfrm>
                <a:off x="5178021" y="-7905471"/>
                <a:ext cx="129915" cy="169559"/>
              </a:xfrm>
              <a:custGeom>
                <a:avLst/>
                <a:gdLst/>
                <a:ahLst/>
                <a:cxnLst/>
                <a:rect l="l" t="t" r="r" b="b"/>
                <a:pathLst>
                  <a:path w="544" h="710" extrusionOk="0">
                    <a:moveTo>
                      <a:pt x="0" y="1"/>
                    </a:moveTo>
                    <a:lnTo>
                      <a:pt x="0" y="402"/>
                    </a:lnTo>
                    <a:lnTo>
                      <a:pt x="544" y="709"/>
                    </a:lnTo>
                    <a:lnTo>
                      <a:pt x="544" y="308"/>
                    </a:lnTo>
                    <a:lnTo>
                      <a:pt x="0"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36"/>
              <p:cNvSpPr/>
              <p:nvPr/>
            </p:nvSpPr>
            <p:spPr>
              <a:xfrm>
                <a:off x="5178021" y="-7778421"/>
                <a:ext cx="319057" cy="273921"/>
              </a:xfrm>
              <a:custGeom>
                <a:avLst/>
                <a:gdLst/>
                <a:ahLst/>
                <a:cxnLst/>
                <a:rect l="l" t="t" r="r" b="b"/>
                <a:pathLst>
                  <a:path w="1336" h="1147" extrusionOk="0">
                    <a:moveTo>
                      <a:pt x="0" y="0"/>
                    </a:moveTo>
                    <a:lnTo>
                      <a:pt x="0" y="402"/>
                    </a:lnTo>
                    <a:lnTo>
                      <a:pt x="1335" y="1146"/>
                    </a:lnTo>
                    <a:lnTo>
                      <a:pt x="1335" y="768"/>
                    </a:lnTo>
                    <a:lnTo>
                      <a:pt x="0"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36"/>
              <p:cNvSpPr/>
              <p:nvPr/>
            </p:nvSpPr>
            <p:spPr>
              <a:xfrm>
                <a:off x="5598575" y="-7709200"/>
                <a:ext cx="67800" cy="317076"/>
              </a:xfrm>
              <a:custGeom>
                <a:avLst/>
                <a:gdLst/>
                <a:ahLst/>
                <a:cxnLst/>
                <a:rect l="l" t="t" r="r" b="b"/>
                <a:pathLst>
                  <a:path w="284" h="1241" extrusionOk="0">
                    <a:moveTo>
                      <a:pt x="284" y="0"/>
                    </a:moveTo>
                    <a:lnTo>
                      <a:pt x="0" y="166"/>
                    </a:lnTo>
                    <a:lnTo>
                      <a:pt x="0" y="1241"/>
                    </a:lnTo>
                    <a:lnTo>
                      <a:pt x="272" y="1099"/>
                    </a:lnTo>
                    <a:lnTo>
                      <a:pt x="284" y="0"/>
                    </a:lnTo>
                    <a:close/>
                  </a:path>
                </a:pathLst>
              </a:custGeom>
              <a:solidFill>
                <a:srgbClr val="282A2E">
                  <a:alpha val="7044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36"/>
              <p:cNvSpPr/>
              <p:nvPr/>
            </p:nvSpPr>
            <p:spPr>
              <a:xfrm>
                <a:off x="5623653" y="-7576381"/>
                <a:ext cx="132781" cy="602053"/>
              </a:xfrm>
              <a:custGeom>
                <a:avLst/>
                <a:gdLst/>
                <a:ahLst/>
                <a:cxnLst/>
                <a:rect l="l" t="t" r="r" b="b"/>
                <a:pathLst>
                  <a:path w="556" h="2521" extrusionOk="0">
                    <a:moveTo>
                      <a:pt x="74" y="0"/>
                    </a:moveTo>
                    <a:cubicBezTo>
                      <a:pt x="50" y="0"/>
                      <a:pt x="21" y="14"/>
                      <a:pt x="12" y="40"/>
                    </a:cubicBezTo>
                    <a:cubicBezTo>
                      <a:pt x="1" y="64"/>
                      <a:pt x="12" y="111"/>
                      <a:pt x="48" y="123"/>
                    </a:cubicBezTo>
                    <a:cubicBezTo>
                      <a:pt x="237" y="241"/>
                      <a:pt x="414" y="536"/>
                      <a:pt x="414" y="773"/>
                    </a:cubicBezTo>
                    <a:lnTo>
                      <a:pt x="414" y="2450"/>
                    </a:lnTo>
                    <a:cubicBezTo>
                      <a:pt x="414" y="2486"/>
                      <a:pt x="438" y="2521"/>
                      <a:pt x="485" y="2521"/>
                    </a:cubicBezTo>
                    <a:cubicBezTo>
                      <a:pt x="532" y="2521"/>
                      <a:pt x="556" y="2486"/>
                      <a:pt x="544" y="2450"/>
                    </a:cubicBezTo>
                    <a:lnTo>
                      <a:pt x="544" y="773"/>
                    </a:lnTo>
                    <a:cubicBezTo>
                      <a:pt x="544" y="501"/>
                      <a:pt x="331" y="158"/>
                      <a:pt x="95" y="5"/>
                    </a:cubicBezTo>
                    <a:cubicBezTo>
                      <a:pt x="89" y="2"/>
                      <a:pt x="82" y="0"/>
                      <a:pt x="74" y="0"/>
                    </a:cubicBez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36"/>
              <p:cNvSpPr/>
              <p:nvPr/>
            </p:nvSpPr>
            <p:spPr>
              <a:xfrm>
                <a:off x="5539112" y="-7809467"/>
                <a:ext cx="124423" cy="144005"/>
              </a:xfrm>
              <a:custGeom>
                <a:avLst/>
                <a:gdLst/>
                <a:ahLst/>
                <a:cxnLst/>
                <a:rect l="l" t="t" r="r" b="b"/>
                <a:pathLst>
                  <a:path w="521" h="603" extrusionOk="0">
                    <a:moveTo>
                      <a:pt x="260" y="0"/>
                    </a:moveTo>
                    <a:lnTo>
                      <a:pt x="0" y="154"/>
                    </a:lnTo>
                    <a:cubicBezTo>
                      <a:pt x="142" y="248"/>
                      <a:pt x="248" y="437"/>
                      <a:pt x="248" y="603"/>
                    </a:cubicBezTo>
                    <a:lnTo>
                      <a:pt x="520" y="437"/>
                    </a:lnTo>
                    <a:cubicBezTo>
                      <a:pt x="520" y="272"/>
                      <a:pt x="402" y="83"/>
                      <a:pt x="260" y="0"/>
                    </a:cubicBez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1" name="Google Shape;2691;p36"/>
            <p:cNvGrpSpPr/>
            <p:nvPr/>
          </p:nvGrpSpPr>
          <p:grpSpPr>
            <a:xfrm>
              <a:off x="7694668" y="3340312"/>
              <a:ext cx="650600" cy="601775"/>
              <a:chOff x="7309269" y="-7683723"/>
              <a:chExt cx="1419284" cy="1312773"/>
            </a:xfrm>
          </p:grpSpPr>
          <p:sp>
            <p:nvSpPr>
              <p:cNvPr id="2692" name="Google Shape;2692;p36"/>
              <p:cNvSpPr/>
              <p:nvPr/>
            </p:nvSpPr>
            <p:spPr>
              <a:xfrm>
                <a:off x="7529219" y="-7273913"/>
                <a:ext cx="1100460" cy="581276"/>
              </a:xfrm>
              <a:custGeom>
                <a:avLst/>
                <a:gdLst/>
                <a:ahLst/>
                <a:cxnLst/>
                <a:rect l="l" t="t" r="r" b="b"/>
                <a:pathLst>
                  <a:path w="4608" h="2434" extrusionOk="0">
                    <a:moveTo>
                      <a:pt x="2288" y="0"/>
                    </a:moveTo>
                    <a:cubicBezTo>
                      <a:pt x="1749" y="0"/>
                      <a:pt x="1212" y="119"/>
                      <a:pt x="804" y="355"/>
                    </a:cubicBezTo>
                    <a:cubicBezTo>
                      <a:pt x="1" y="839"/>
                      <a:pt x="1" y="1607"/>
                      <a:pt x="828" y="2080"/>
                    </a:cubicBezTo>
                    <a:cubicBezTo>
                      <a:pt x="1229" y="2316"/>
                      <a:pt x="1767" y="2434"/>
                      <a:pt x="2306" y="2434"/>
                    </a:cubicBezTo>
                    <a:cubicBezTo>
                      <a:pt x="2845" y="2434"/>
                      <a:pt x="3385" y="2316"/>
                      <a:pt x="3793" y="2080"/>
                    </a:cubicBezTo>
                    <a:cubicBezTo>
                      <a:pt x="4608" y="1595"/>
                      <a:pt x="4608" y="827"/>
                      <a:pt x="3781" y="355"/>
                    </a:cubicBezTo>
                    <a:cubicBezTo>
                      <a:pt x="3368" y="119"/>
                      <a:pt x="2827" y="0"/>
                      <a:pt x="2288"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36"/>
              <p:cNvSpPr/>
              <p:nvPr/>
            </p:nvSpPr>
            <p:spPr>
              <a:xfrm>
                <a:off x="8141546" y="-6833773"/>
                <a:ext cx="587007" cy="462823"/>
              </a:xfrm>
              <a:custGeom>
                <a:avLst/>
                <a:gdLst/>
                <a:ahLst/>
                <a:cxnLst/>
                <a:rect l="l" t="t" r="r" b="b"/>
                <a:pathLst>
                  <a:path w="2458" h="1938" extrusionOk="0">
                    <a:moveTo>
                      <a:pt x="2457" y="0"/>
                    </a:moveTo>
                    <a:lnTo>
                      <a:pt x="0" y="1430"/>
                    </a:lnTo>
                    <a:lnTo>
                      <a:pt x="0" y="1938"/>
                    </a:lnTo>
                    <a:lnTo>
                      <a:pt x="2434" y="508"/>
                    </a:lnTo>
                    <a:lnTo>
                      <a:pt x="2457"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36"/>
              <p:cNvSpPr/>
              <p:nvPr/>
            </p:nvSpPr>
            <p:spPr>
              <a:xfrm>
                <a:off x="7309269" y="-6972048"/>
                <a:ext cx="832509" cy="601097"/>
              </a:xfrm>
              <a:custGeom>
                <a:avLst/>
                <a:gdLst/>
                <a:ahLst/>
                <a:cxnLst/>
                <a:rect l="l" t="t" r="r" b="b"/>
                <a:pathLst>
                  <a:path w="3486" h="2517" extrusionOk="0">
                    <a:moveTo>
                      <a:pt x="0" y="0"/>
                    </a:moveTo>
                    <a:lnTo>
                      <a:pt x="0" y="508"/>
                    </a:lnTo>
                    <a:lnTo>
                      <a:pt x="3485" y="2517"/>
                    </a:lnTo>
                    <a:lnTo>
                      <a:pt x="3485" y="2009"/>
                    </a:lnTo>
                    <a:lnTo>
                      <a:pt x="0"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36"/>
              <p:cNvSpPr/>
              <p:nvPr/>
            </p:nvSpPr>
            <p:spPr>
              <a:xfrm>
                <a:off x="7309269" y="-7313318"/>
                <a:ext cx="1419278" cy="818180"/>
              </a:xfrm>
              <a:custGeom>
                <a:avLst/>
                <a:gdLst/>
                <a:ahLst/>
                <a:cxnLst/>
                <a:rect l="l" t="t" r="r" b="b"/>
                <a:pathLst>
                  <a:path w="5943" h="3426" extrusionOk="0">
                    <a:moveTo>
                      <a:pt x="2457" y="0"/>
                    </a:moveTo>
                    <a:lnTo>
                      <a:pt x="0" y="1418"/>
                    </a:lnTo>
                    <a:lnTo>
                      <a:pt x="3485" y="3426"/>
                    </a:lnTo>
                    <a:lnTo>
                      <a:pt x="5942" y="2008"/>
                    </a:lnTo>
                    <a:lnTo>
                      <a:pt x="5186" y="425"/>
                    </a:lnTo>
                    <a:lnTo>
                      <a:pt x="3911" y="236"/>
                    </a:lnTo>
                    <a:lnTo>
                      <a:pt x="3911" y="236"/>
                    </a:lnTo>
                    <a:cubicBezTo>
                      <a:pt x="4194" y="295"/>
                      <a:pt x="4466" y="390"/>
                      <a:pt x="4702" y="520"/>
                    </a:cubicBezTo>
                    <a:cubicBezTo>
                      <a:pt x="5529" y="992"/>
                      <a:pt x="5529" y="1760"/>
                      <a:pt x="4714" y="2245"/>
                    </a:cubicBezTo>
                    <a:cubicBezTo>
                      <a:pt x="4306" y="2481"/>
                      <a:pt x="3766" y="2599"/>
                      <a:pt x="3227" y="2599"/>
                    </a:cubicBezTo>
                    <a:cubicBezTo>
                      <a:pt x="2688" y="2599"/>
                      <a:pt x="2150" y="2481"/>
                      <a:pt x="1749" y="2245"/>
                    </a:cubicBezTo>
                    <a:cubicBezTo>
                      <a:pt x="922" y="1772"/>
                      <a:pt x="922" y="1004"/>
                      <a:pt x="1725" y="520"/>
                    </a:cubicBezTo>
                    <a:cubicBezTo>
                      <a:pt x="2137" y="280"/>
                      <a:pt x="2682" y="157"/>
                      <a:pt x="3219" y="157"/>
                    </a:cubicBezTo>
                    <a:cubicBezTo>
                      <a:pt x="3344" y="157"/>
                      <a:pt x="3469" y="164"/>
                      <a:pt x="3592" y="177"/>
                    </a:cubicBezTo>
                    <a:lnTo>
                      <a:pt x="2457"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36"/>
              <p:cNvSpPr/>
              <p:nvPr/>
            </p:nvSpPr>
            <p:spPr>
              <a:xfrm>
                <a:off x="7599909" y="-7028409"/>
                <a:ext cx="651726" cy="409329"/>
              </a:xfrm>
              <a:custGeom>
                <a:avLst/>
                <a:gdLst/>
                <a:ahLst/>
                <a:cxnLst/>
                <a:rect l="l" t="t" r="r" b="b"/>
                <a:pathLst>
                  <a:path w="2729" h="1714" extrusionOk="0">
                    <a:moveTo>
                      <a:pt x="2091" y="0"/>
                    </a:moveTo>
                    <a:lnTo>
                      <a:pt x="201" y="815"/>
                    </a:lnTo>
                    <a:lnTo>
                      <a:pt x="201" y="1099"/>
                    </a:lnTo>
                    <a:lnTo>
                      <a:pt x="0" y="1217"/>
                    </a:lnTo>
                    <a:lnTo>
                      <a:pt x="862" y="1713"/>
                    </a:lnTo>
                    <a:lnTo>
                      <a:pt x="862" y="1441"/>
                    </a:lnTo>
                    <a:lnTo>
                      <a:pt x="2729" y="378"/>
                    </a:lnTo>
                    <a:lnTo>
                      <a:pt x="209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36"/>
              <p:cNvSpPr/>
              <p:nvPr/>
            </p:nvSpPr>
            <p:spPr>
              <a:xfrm>
                <a:off x="7599909" y="-6833773"/>
                <a:ext cx="48002" cy="96004"/>
              </a:xfrm>
              <a:custGeom>
                <a:avLst/>
                <a:gdLst/>
                <a:ahLst/>
                <a:cxnLst/>
                <a:rect l="l" t="t" r="r" b="b"/>
                <a:pathLst>
                  <a:path w="201" h="402" extrusionOk="0">
                    <a:moveTo>
                      <a:pt x="201" y="0"/>
                    </a:moveTo>
                    <a:lnTo>
                      <a:pt x="0" y="118"/>
                    </a:lnTo>
                    <a:lnTo>
                      <a:pt x="0" y="402"/>
                    </a:lnTo>
                    <a:lnTo>
                      <a:pt x="201" y="284"/>
                    </a:lnTo>
                    <a:lnTo>
                      <a:pt x="201"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36"/>
              <p:cNvSpPr/>
              <p:nvPr/>
            </p:nvSpPr>
            <p:spPr>
              <a:xfrm>
                <a:off x="7588446" y="-7065187"/>
                <a:ext cx="962424" cy="367775"/>
              </a:xfrm>
              <a:custGeom>
                <a:avLst/>
                <a:gdLst/>
                <a:ahLst/>
                <a:cxnLst/>
                <a:rect l="l" t="t" r="r" b="b"/>
                <a:pathLst>
                  <a:path w="4030" h="1540" extrusionOk="0">
                    <a:moveTo>
                      <a:pt x="4029" y="12"/>
                    </a:moveTo>
                    <a:lnTo>
                      <a:pt x="4028" y="57"/>
                    </a:lnTo>
                    <a:lnTo>
                      <a:pt x="4028" y="57"/>
                    </a:lnTo>
                    <a:cubicBezTo>
                      <a:pt x="4029" y="42"/>
                      <a:pt x="4029" y="27"/>
                      <a:pt x="4029" y="12"/>
                    </a:cubicBezTo>
                    <a:close/>
                    <a:moveTo>
                      <a:pt x="13" y="1"/>
                    </a:moveTo>
                    <a:lnTo>
                      <a:pt x="1" y="367"/>
                    </a:lnTo>
                    <a:cubicBezTo>
                      <a:pt x="1" y="662"/>
                      <a:pt x="190" y="969"/>
                      <a:pt x="592" y="1194"/>
                    </a:cubicBezTo>
                    <a:cubicBezTo>
                      <a:pt x="981" y="1424"/>
                      <a:pt x="1492" y="1539"/>
                      <a:pt x="2005" y="1539"/>
                    </a:cubicBezTo>
                    <a:cubicBezTo>
                      <a:pt x="2517" y="1539"/>
                      <a:pt x="3031" y="1424"/>
                      <a:pt x="3427" y="1194"/>
                    </a:cubicBezTo>
                    <a:cubicBezTo>
                      <a:pt x="3817" y="969"/>
                      <a:pt x="4017" y="674"/>
                      <a:pt x="4017" y="379"/>
                    </a:cubicBezTo>
                    <a:lnTo>
                      <a:pt x="4028" y="57"/>
                    </a:lnTo>
                    <a:lnTo>
                      <a:pt x="4028" y="57"/>
                    </a:lnTo>
                    <a:cubicBezTo>
                      <a:pt x="4010" y="337"/>
                      <a:pt x="3820" y="614"/>
                      <a:pt x="3438" y="828"/>
                    </a:cubicBezTo>
                    <a:cubicBezTo>
                      <a:pt x="3049" y="1052"/>
                      <a:pt x="2535" y="1164"/>
                      <a:pt x="2021" y="1164"/>
                    </a:cubicBezTo>
                    <a:cubicBezTo>
                      <a:pt x="1507" y="1164"/>
                      <a:pt x="993" y="1052"/>
                      <a:pt x="603" y="828"/>
                    </a:cubicBezTo>
                    <a:cubicBezTo>
                      <a:pt x="202" y="603"/>
                      <a:pt x="13" y="296"/>
                      <a:pt x="13" y="1"/>
                    </a:cubicBez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36"/>
              <p:cNvSpPr/>
              <p:nvPr/>
            </p:nvSpPr>
            <p:spPr>
              <a:xfrm>
                <a:off x="7695659" y="-7062321"/>
                <a:ext cx="858062" cy="364193"/>
              </a:xfrm>
              <a:custGeom>
                <a:avLst/>
                <a:gdLst/>
                <a:ahLst/>
                <a:cxnLst/>
                <a:rect l="l" t="t" r="r" b="b"/>
                <a:pathLst>
                  <a:path w="3593" h="1525" extrusionOk="0">
                    <a:moveTo>
                      <a:pt x="3592" y="0"/>
                    </a:moveTo>
                    <a:lnTo>
                      <a:pt x="3591" y="45"/>
                    </a:lnTo>
                    <a:lnTo>
                      <a:pt x="3591" y="45"/>
                    </a:lnTo>
                    <a:cubicBezTo>
                      <a:pt x="3592" y="30"/>
                      <a:pt x="3592" y="15"/>
                      <a:pt x="3592" y="0"/>
                    </a:cubicBezTo>
                    <a:close/>
                    <a:moveTo>
                      <a:pt x="3591" y="45"/>
                    </a:moveTo>
                    <a:cubicBezTo>
                      <a:pt x="3573" y="325"/>
                      <a:pt x="3383" y="602"/>
                      <a:pt x="3001" y="816"/>
                    </a:cubicBezTo>
                    <a:cubicBezTo>
                      <a:pt x="2730" y="957"/>
                      <a:pt x="2423" y="1064"/>
                      <a:pt x="2092" y="1123"/>
                    </a:cubicBezTo>
                    <a:cubicBezTo>
                      <a:pt x="1926" y="1146"/>
                      <a:pt x="1755" y="1158"/>
                      <a:pt x="1585" y="1158"/>
                    </a:cubicBezTo>
                    <a:cubicBezTo>
                      <a:pt x="1416" y="1158"/>
                      <a:pt x="1247" y="1146"/>
                      <a:pt x="1088" y="1123"/>
                    </a:cubicBezTo>
                    <a:cubicBezTo>
                      <a:pt x="745" y="1075"/>
                      <a:pt x="438" y="969"/>
                      <a:pt x="166" y="816"/>
                    </a:cubicBezTo>
                    <a:cubicBezTo>
                      <a:pt x="107" y="780"/>
                      <a:pt x="60" y="756"/>
                      <a:pt x="25" y="709"/>
                    </a:cubicBezTo>
                    <a:lnTo>
                      <a:pt x="1" y="1075"/>
                    </a:lnTo>
                    <a:cubicBezTo>
                      <a:pt x="48" y="1111"/>
                      <a:pt x="107" y="1134"/>
                      <a:pt x="155" y="1182"/>
                    </a:cubicBezTo>
                    <a:cubicBezTo>
                      <a:pt x="414" y="1323"/>
                      <a:pt x="745" y="1430"/>
                      <a:pt x="1064" y="1489"/>
                    </a:cubicBezTo>
                    <a:cubicBezTo>
                      <a:pt x="1230" y="1512"/>
                      <a:pt x="1401" y="1524"/>
                      <a:pt x="1571" y="1524"/>
                    </a:cubicBezTo>
                    <a:cubicBezTo>
                      <a:pt x="1740" y="1524"/>
                      <a:pt x="1909" y="1512"/>
                      <a:pt x="2068" y="1489"/>
                    </a:cubicBezTo>
                    <a:cubicBezTo>
                      <a:pt x="2411" y="1442"/>
                      <a:pt x="2718" y="1347"/>
                      <a:pt x="2990" y="1182"/>
                    </a:cubicBezTo>
                    <a:cubicBezTo>
                      <a:pt x="3368" y="957"/>
                      <a:pt x="3569" y="662"/>
                      <a:pt x="3580" y="367"/>
                    </a:cubicBezTo>
                    <a:lnTo>
                      <a:pt x="3591" y="45"/>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36"/>
              <p:cNvSpPr/>
              <p:nvPr/>
            </p:nvSpPr>
            <p:spPr>
              <a:xfrm>
                <a:off x="7588446" y="-7070918"/>
                <a:ext cx="110333" cy="265562"/>
              </a:xfrm>
              <a:custGeom>
                <a:avLst/>
                <a:gdLst/>
                <a:ahLst/>
                <a:cxnLst/>
                <a:rect l="l" t="t" r="r" b="b"/>
                <a:pathLst>
                  <a:path w="462" h="1112" extrusionOk="0">
                    <a:moveTo>
                      <a:pt x="13" y="1"/>
                    </a:moveTo>
                    <a:lnTo>
                      <a:pt x="1" y="379"/>
                    </a:lnTo>
                    <a:cubicBezTo>
                      <a:pt x="1" y="438"/>
                      <a:pt x="13" y="509"/>
                      <a:pt x="24" y="568"/>
                    </a:cubicBezTo>
                    <a:cubicBezTo>
                      <a:pt x="84" y="757"/>
                      <a:pt x="225" y="946"/>
                      <a:pt x="438" y="1111"/>
                    </a:cubicBezTo>
                    <a:lnTo>
                      <a:pt x="462" y="745"/>
                    </a:lnTo>
                    <a:cubicBezTo>
                      <a:pt x="237" y="580"/>
                      <a:pt x="84" y="391"/>
                      <a:pt x="48" y="202"/>
                    </a:cubicBezTo>
                    <a:cubicBezTo>
                      <a:pt x="24" y="143"/>
                      <a:pt x="13" y="60"/>
                      <a:pt x="13" y="1"/>
                    </a:cubicBez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36"/>
              <p:cNvSpPr/>
              <p:nvPr/>
            </p:nvSpPr>
            <p:spPr>
              <a:xfrm>
                <a:off x="7546175" y="-7342453"/>
                <a:ext cx="1052458" cy="555484"/>
              </a:xfrm>
              <a:custGeom>
                <a:avLst/>
                <a:gdLst/>
                <a:ahLst/>
                <a:cxnLst/>
                <a:rect l="l" t="t" r="r" b="b"/>
                <a:pathLst>
                  <a:path w="4407" h="2326" extrusionOk="0">
                    <a:moveTo>
                      <a:pt x="2189" y="1"/>
                    </a:moveTo>
                    <a:cubicBezTo>
                      <a:pt x="1675" y="1"/>
                      <a:pt x="1164" y="116"/>
                      <a:pt x="780" y="346"/>
                    </a:cubicBezTo>
                    <a:cubicBezTo>
                      <a:pt x="1" y="784"/>
                      <a:pt x="12" y="1528"/>
                      <a:pt x="792" y="1989"/>
                    </a:cubicBezTo>
                    <a:cubicBezTo>
                      <a:pt x="1188" y="2213"/>
                      <a:pt x="1702" y="2325"/>
                      <a:pt x="2214" y="2325"/>
                    </a:cubicBezTo>
                    <a:cubicBezTo>
                      <a:pt x="2727" y="2325"/>
                      <a:pt x="3237" y="2213"/>
                      <a:pt x="3627" y="1989"/>
                    </a:cubicBezTo>
                    <a:cubicBezTo>
                      <a:pt x="4407" y="1540"/>
                      <a:pt x="4395" y="807"/>
                      <a:pt x="3615" y="346"/>
                    </a:cubicBezTo>
                    <a:cubicBezTo>
                      <a:pt x="3220" y="116"/>
                      <a:pt x="2703" y="1"/>
                      <a:pt x="2189" y="1"/>
                    </a:cubicBez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36"/>
              <p:cNvSpPr/>
              <p:nvPr/>
            </p:nvSpPr>
            <p:spPr>
              <a:xfrm>
                <a:off x="7664613" y="-7409322"/>
                <a:ext cx="821285" cy="587007"/>
              </a:xfrm>
              <a:custGeom>
                <a:avLst/>
                <a:gdLst/>
                <a:ahLst/>
                <a:cxnLst/>
                <a:rect l="l" t="t" r="r" b="b"/>
                <a:pathLst>
                  <a:path w="3439" h="2458" extrusionOk="0">
                    <a:moveTo>
                      <a:pt x="1" y="0"/>
                    </a:moveTo>
                    <a:lnTo>
                      <a:pt x="1" y="24"/>
                    </a:lnTo>
                    <a:lnTo>
                      <a:pt x="1" y="1465"/>
                    </a:lnTo>
                    <a:lnTo>
                      <a:pt x="1" y="1512"/>
                    </a:lnTo>
                    <a:lnTo>
                      <a:pt x="1" y="1524"/>
                    </a:lnTo>
                    <a:lnTo>
                      <a:pt x="1" y="1560"/>
                    </a:lnTo>
                    <a:lnTo>
                      <a:pt x="1" y="1572"/>
                    </a:lnTo>
                    <a:lnTo>
                      <a:pt x="1" y="1595"/>
                    </a:lnTo>
                    <a:lnTo>
                      <a:pt x="1" y="1619"/>
                    </a:lnTo>
                    <a:lnTo>
                      <a:pt x="1" y="1631"/>
                    </a:lnTo>
                    <a:cubicBezTo>
                      <a:pt x="1" y="1642"/>
                      <a:pt x="1" y="1642"/>
                      <a:pt x="13" y="1654"/>
                    </a:cubicBezTo>
                    <a:cubicBezTo>
                      <a:pt x="13" y="1678"/>
                      <a:pt x="36" y="1690"/>
                      <a:pt x="36" y="1701"/>
                    </a:cubicBezTo>
                    <a:lnTo>
                      <a:pt x="36" y="1713"/>
                    </a:lnTo>
                    <a:cubicBezTo>
                      <a:pt x="36" y="1737"/>
                      <a:pt x="48" y="1749"/>
                      <a:pt x="48" y="1761"/>
                    </a:cubicBezTo>
                    <a:cubicBezTo>
                      <a:pt x="48" y="1772"/>
                      <a:pt x="60" y="1796"/>
                      <a:pt x="72" y="1808"/>
                    </a:cubicBezTo>
                    <a:lnTo>
                      <a:pt x="72" y="1820"/>
                    </a:lnTo>
                    <a:cubicBezTo>
                      <a:pt x="84" y="1831"/>
                      <a:pt x="84" y="1855"/>
                      <a:pt x="107" y="1867"/>
                    </a:cubicBezTo>
                    <a:cubicBezTo>
                      <a:pt x="119" y="1879"/>
                      <a:pt x="119" y="1890"/>
                      <a:pt x="131" y="1890"/>
                    </a:cubicBezTo>
                    <a:lnTo>
                      <a:pt x="131" y="1914"/>
                    </a:lnTo>
                    <a:cubicBezTo>
                      <a:pt x="143" y="1926"/>
                      <a:pt x="143" y="1938"/>
                      <a:pt x="166" y="1950"/>
                    </a:cubicBezTo>
                    <a:cubicBezTo>
                      <a:pt x="178" y="1973"/>
                      <a:pt x="178" y="1985"/>
                      <a:pt x="190" y="1985"/>
                    </a:cubicBezTo>
                    <a:lnTo>
                      <a:pt x="202" y="1997"/>
                    </a:lnTo>
                    <a:cubicBezTo>
                      <a:pt x="225" y="2009"/>
                      <a:pt x="237" y="2032"/>
                      <a:pt x="249" y="2032"/>
                    </a:cubicBezTo>
                    <a:lnTo>
                      <a:pt x="261" y="2032"/>
                    </a:lnTo>
                    <a:cubicBezTo>
                      <a:pt x="285" y="2044"/>
                      <a:pt x="296" y="2044"/>
                      <a:pt x="308" y="2056"/>
                    </a:cubicBezTo>
                    <a:lnTo>
                      <a:pt x="320" y="2068"/>
                    </a:lnTo>
                    <a:cubicBezTo>
                      <a:pt x="344" y="2091"/>
                      <a:pt x="355" y="2091"/>
                      <a:pt x="367" y="2103"/>
                    </a:cubicBezTo>
                    <a:cubicBezTo>
                      <a:pt x="379" y="2115"/>
                      <a:pt x="403" y="2115"/>
                      <a:pt x="414" y="2127"/>
                    </a:cubicBezTo>
                    <a:lnTo>
                      <a:pt x="426" y="2150"/>
                    </a:lnTo>
                    <a:cubicBezTo>
                      <a:pt x="438" y="2162"/>
                      <a:pt x="474" y="2174"/>
                      <a:pt x="485" y="2186"/>
                    </a:cubicBezTo>
                    <a:cubicBezTo>
                      <a:pt x="521" y="2209"/>
                      <a:pt x="533" y="2221"/>
                      <a:pt x="556" y="2233"/>
                    </a:cubicBezTo>
                    <a:cubicBezTo>
                      <a:pt x="580" y="2233"/>
                      <a:pt x="580" y="2245"/>
                      <a:pt x="592" y="2245"/>
                    </a:cubicBezTo>
                    <a:cubicBezTo>
                      <a:pt x="603" y="2269"/>
                      <a:pt x="639" y="2269"/>
                      <a:pt x="651" y="2280"/>
                    </a:cubicBezTo>
                    <a:cubicBezTo>
                      <a:pt x="663" y="2280"/>
                      <a:pt x="663" y="2280"/>
                      <a:pt x="674" y="2292"/>
                    </a:cubicBezTo>
                    <a:cubicBezTo>
                      <a:pt x="710" y="2304"/>
                      <a:pt x="733" y="2328"/>
                      <a:pt x="769" y="2328"/>
                    </a:cubicBezTo>
                    <a:cubicBezTo>
                      <a:pt x="792" y="2339"/>
                      <a:pt x="828" y="2339"/>
                      <a:pt x="840" y="2351"/>
                    </a:cubicBezTo>
                    <a:cubicBezTo>
                      <a:pt x="852" y="2351"/>
                      <a:pt x="852" y="2351"/>
                      <a:pt x="875" y="2363"/>
                    </a:cubicBezTo>
                    <a:cubicBezTo>
                      <a:pt x="899" y="2363"/>
                      <a:pt x="911" y="2387"/>
                      <a:pt x="946" y="2387"/>
                    </a:cubicBezTo>
                    <a:lnTo>
                      <a:pt x="970" y="2387"/>
                    </a:lnTo>
                    <a:cubicBezTo>
                      <a:pt x="1005" y="2398"/>
                      <a:pt x="1029" y="2398"/>
                      <a:pt x="1064" y="2410"/>
                    </a:cubicBezTo>
                    <a:lnTo>
                      <a:pt x="1076" y="2410"/>
                    </a:lnTo>
                    <a:cubicBezTo>
                      <a:pt x="1111" y="2410"/>
                      <a:pt x="1135" y="2422"/>
                      <a:pt x="1170" y="2422"/>
                    </a:cubicBezTo>
                    <a:lnTo>
                      <a:pt x="1194" y="2422"/>
                    </a:lnTo>
                    <a:cubicBezTo>
                      <a:pt x="1230" y="2422"/>
                      <a:pt x="1241" y="2446"/>
                      <a:pt x="1265" y="2446"/>
                    </a:cubicBezTo>
                    <a:lnTo>
                      <a:pt x="1300" y="2446"/>
                    </a:lnTo>
                    <a:cubicBezTo>
                      <a:pt x="1324" y="2446"/>
                      <a:pt x="1360" y="2458"/>
                      <a:pt x="1383" y="2458"/>
                    </a:cubicBezTo>
                    <a:lnTo>
                      <a:pt x="1950" y="2458"/>
                    </a:lnTo>
                    <a:cubicBezTo>
                      <a:pt x="1974" y="2458"/>
                      <a:pt x="2009" y="2458"/>
                      <a:pt x="2056" y="2446"/>
                    </a:cubicBezTo>
                    <a:cubicBezTo>
                      <a:pt x="2080" y="2446"/>
                      <a:pt x="2116" y="2422"/>
                      <a:pt x="2139" y="2422"/>
                    </a:cubicBezTo>
                    <a:lnTo>
                      <a:pt x="2175" y="2422"/>
                    </a:lnTo>
                    <a:cubicBezTo>
                      <a:pt x="2198" y="2422"/>
                      <a:pt x="2222" y="2410"/>
                      <a:pt x="2245" y="2410"/>
                    </a:cubicBezTo>
                    <a:lnTo>
                      <a:pt x="2281" y="2410"/>
                    </a:lnTo>
                    <a:cubicBezTo>
                      <a:pt x="2305" y="2410"/>
                      <a:pt x="2340" y="2398"/>
                      <a:pt x="2364" y="2398"/>
                    </a:cubicBezTo>
                    <a:cubicBezTo>
                      <a:pt x="2399" y="2398"/>
                      <a:pt x="2423" y="2387"/>
                      <a:pt x="2458" y="2363"/>
                    </a:cubicBezTo>
                    <a:cubicBezTo>
                      <a:pt x="2470" y="2363"/>
                      <a:pt x="2470" y="2363"/>
                      <a:pt x="2482" y="2351"/>
                    </a:cubicBezTo>
                    <a:cubicBezTo>
                      <a:pt x="2494" y="2351"/>
                      <a:pt x="2529" y="2339"/>
                      <a:pt x="2541" y="2339"/>
                    </a:cubicBezTo>
                    <a:cubicBezTo>
                      <a:pt x="2553" y="2339"/>
                      <a:pt x="2553" y="2339"/>
                      <a:pt x="2576" y="2328"/>
                    </a:cubicBezTo>
                    <a:cubicBezTo>
                      <a:pt x="2600" y="2304"/>
                      <a:pt x="2635" y="2304"/>
                      <a:pt x="2659" y="2292"/>
                    </a:cubicBezTo>
                    <a:cubicBezTo>
                      <a:pt x="2694" y="2280"/>
                      <a:pt x="2718" y="2269"/>
                      <a:pt x="2753" y="2269"/>
                    </a:cubicBezTo>
                    <a:cubicBezTo>
                      <a:pt x="2765" y="2269"/>
                      <a:pt x="2765" y="2269"/>
                      <a:pt x="2777" y="2245"/>
                    </a:cubicBezTo>
                    <a:cubicBezTo>
                      <a:pt x="2789" y="2233"/>
                      <a:pt x="2824" y="2233"/>
                      <a:pt x="2836" y="2221"/>
                    </a:cubicBezTo>
                    <a:cubicBezTo>
                      <a:pt x="2848" y="2221"/>
                      <a:pt x="2848" y="2209"/>
                      <a:pt x="2872" y="2209"/>
                    </a:cubicBezTo>
                    <a:cubicBezTo>
                      <a:pt x="2895" y="2186"/>
                      <a:pt x="2931" y="2174"/>
                      <a:pt x="2942" y="2162"/>
                    </a:cubicBezTo>
                    <a:cubicBezTo>
                      <a:pt x="3261" y="1973"/>
                      <a:pt x="3439" y="1713"/>
                      <a:pt x="3439" y="1465"/>
                    </a:cubicBezTo>
                    <a:lnTo>
                      <a:pt x="3439"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36"/>
              <p:cNvSpPr/>
              <p:nvPr/>
            </p:nvSpPr>
            <p:spPr>
              <a:xfrm>
                <a:off x="7619492" y="-7426278"/>
                <a:ext cx="897467" cy="546886"/>
              </a:xfrm>
              <a:custGeom>
                <a:avLst/>
                <a:gdLst/>
                <a:ahLst/>
                <a:cxnLst/>
                <a:rect l="l" t="t" r="r" b="b"/>
                <a:pathLst>
                  <a:path w="3758" h="2290" extrusionOk="0">
                    <a:moveTo>
                      <a:pt x="3757" y="12"/>
                    </a:moveTo>
                    <a:lnTo>
                      <a:pt x="3757" y="37"/>
                    </a:lnTo>
                    <a:lnTo>
                      <a:pt x="3757" y="37"/>
                    </a:lnTo>
                    <a:cubicBezTo>
                      <a:pt x="3757" y="29"/>
                      <a:pt x="3757" y="20"/>
                      <a:pt x="3757" y="12"/>
                    </a:cubicBezTo>
                    <a:close/>
                    <a:moveTo>
                      <a:pt x="13" y="0"/>
                    </a:moveTo>
                    <a:lnTo>
                      <a:pt x="1" y="1194"/>
                    </a:lnTo>
                    <a:cubicBezTo>
                      <a:pt x="1" y="1477"/>
                      <a:pt x="178" y="1761"/>
                      <a:pt x="544" y="1961"/>
                    </a:cubicBezTo>
                    <a:cubicBezTo>
                      <a:pt x="916" y="2180"/>
                      <a:pt x="1398" y="2289"/>
                      <a:pt x="1876" y="2289"/>
                    </a:cubicBezTo>
                    <a:cubicBezTo>
                      <a:pt x="2355" y="2289"/>
                      <a:pt x="2830" y="2180"/>
                      <a:pt x="3190" y="1961"/>
                    </a:cubicBezTo>
                    <a:cubicBezTo>
                      <a:pt x="3557" y="1761"/>
                      <a:pt x="3734" y="1489"/>
                      <a:pt x="3734" y="1217"/>
                    </a:cubicBezTo>
                    <a:lnTo>
                      <a:pt x="3757" y="37"/>
                    </a:lnTo>
                    <a:lnTo>
                      <a:pt x="3757" y="37"/>
                    </a:lnTo>
                    <a:cubicBezTo>
                      <a:pt x="3747" y="301"/>
                      <a:pt x="3569" y="574"/>
                      <a:pt x="3202" y="768"/>
                    </a:cubicBezTo>
                    <a:cubicBezTo>
                      <a:pt x="2842" y="981"/>
                      <a:pt x="2366" y="1087"/>
                      <a:pt x="1888" y="1087"/>
                    </a:cubicBezTo>
                    <a:cubicBezTo>
                      <a:pt x="1410" y="1087"/>
                      <a:pt x="928" y="981"/>
                      <a:pt x="556" y="768"/>
                    </a:cubicBezTo>
                    <a:cubicBezTo>
                      <a:pt x="190" y="568"/>
                      <a:pt x="13" y="284"/>
                      <a:pt x="13" y="0"/>
                    </a:cubicBez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36"/>
              <p:cNvSpPr/>
              <p:nvPr/>
            </p:nvSpPr>
            <p:spPr>
              <a:xfrm>
                <a:off x="7626514" y="-7426278"/>
                <a:ext cx="897467" cy="544737"/>
              </a:xfrm>
              <a:custGeom>
                <a:avLst/>
                <a:gdLst/>
                <a:ahLst/>
                <a:cxnLst/>
                <a:rect l="l" t="t" r="r" b="b"/>
                <a:pathLst>
                  <a:path w="3758" h="2281" extrusionOk="0">
                    <a:moveTo>
                      <a:pt x="3757" y="12"/>
                    </a:moveTo>
                    <a:lnTo>
                      <a:pt x="3757" y="37"/>
                    </a:lnTo>
                    <a:lnTo>
                      <a:pt x="3757" y="37"/>
                    </a:lnTo>
                    <a:cubicBezTo>
                      <a:pt x="3757" y="29"/>
                      <a:pt x="3757" y="20"/>
                      <a:pt x="3757" y="12"/>
                    </a:cubicBezTo>
                    <a:close/>
                    <a:moveTo>
                      <a:pt x="13" y="0"/>
                    </a:moveTo>
                    <a:lnTo>
                      <a:pt x="1" y="1194"/>
                    </a:lnTo>
                    <a:cubicBezTo>
                      <a:pt x="1" y="1253"/>
                      <a:pt x="13" y="1312"/>
                      <a:pt x="36" y="1371"/>
                    </a:cubicBezTo>
                    <a:cubicBezTo>
                      <a:pt x="72" y="1548"/>
                      <a:pt x="213" y="1725"/>
                      <a:pt x="414" y="1879"/>
                    </a:cubicBezTo>
                    <a:lnTo>
                      <a:pt x="544" y="1961"/>
                    </a:lnTo>
                    <a:cubicBezTo>
                      <a:pt x="804" y="2115"/>
                      <a:pt x="1099" y="2198"/>
                      <a:pt x="1407" y="2245"/>
                    </a:cubicBezTo>
                    <a:cubicBezTo>
                      <a:pt x="1560" y="2269"/>
                      <a:pt x="1720" y="2280"/>
                      <a:pt x="1879" y="2280"/>
                    </a:cubicBezTo>
                    <a:cubicBezTo>
                      <a:pt x="2039" y="2280"/>
                      <a:pt x="2198" y="2269"/>
                      <a:pt x="2352" y="2245"/>
                    </a:cubicBezTo>
                    <a:cubicBezTo>
                      <a:pt x="2659" y="2198"/>
                      <a:pt x="2954" y="2103"/>
                      <a:pt x="3190" y="1961"/>
                    </a:cubicBezTo>
                    <a:cubicBezTo>
                      <a:pt x="3545" y="1761"/>
                      <a:pt x="3734" y="1477"/>
                      <a:pt x="3734" y="1217"/>
                    </a:cubicBezTo>
                    <a:lnTo>
                      <a:pt x="3757" y="37"/>
                    </a:lnTo>
                    <a:lnTo>
                      <a:pt x="3757" y="37"/>
                    </a:lnTo>
                    <a:cubicBezTo>
                      <a:pt x="3747" y="301"/>
                      <a:pt x="3569" y="574"/>
                      <a:pt x="3202" y="768"/>
                    </a:cubicBezTo>
                    <a:cubicBezTo>
                      <a:pt x="2966" y="922"/>
                      <a:pt x="2671" y="1005"/>
                      <a:pt x="2363" y="1052"/>
                    </a:cubicBezTo>
                    <a:cubicBezTo>
                      <a:pt x="2210" y="1075"/>
                      <a:pt x="2050" y="1087"/>
                      <a:pt x="1891" y="1087"/>
                    </a:cubicBezTo>
                    <a:cubicBezTo>
                      <a:pt x="1731" y="1087"/>
                      <a:pt x="1572" y="1075"/>
                      <a:pt x="1418" y="1052"/>
                    </a:cubicBezTo>
                    <a:cubicBezTo>
                      <a:pt x="1111" y="1005"/>
                      <a:pt x="816" y="898"/>
                      <a:pt x="568" y="768"/>
                    </a:cubicBezTo>
                    <a:cubicBezTo>
                      <a:pt x="521" y="745"/>
                      <a:pt x="462" y="709"/>
                      <a:pt x="426" y="686"/>
                    </a:cubicBezTo>
                    <a:cubicBezTo>
                      <a:pt x="225" y="532"/>
                      <a:pt x="95" y="355"/>
                      <a:pt x="48" y="178"/>
                    </a:cubicBezTo>
                    <a:cubicBezTo>
                      <a:pt x="36" y="119"/>
                      <a:pt x="13" y="60"/>
                      <a:pt x="13" y="0"/>
                    </a:cubicBez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36"/>
              <p:cNvSpPr/>
              <p:nvPr/>
            </p:nvSpPr>
            <p:spPr>
              <a:xfrm>
                <a:off x="7580087" y="-7683723"/>
                <a:ext cx="982007" cy="517273"/>
              </a:xfrm>
              <a:custGeom>
                <a:avLst/>
                <a:gdLst/>
                <a:ahLst/>
                <a:cxnLst/>
                <a:rect l="l" t="t" r="r" b="b"/>
                <a:pathLst>
                  <a:path w="4112" h="2166" extrusionOk="0">
                    <a:moveTo>
                      <a:pt x="2046" y="1"/>
                    </a:moveTo>
                    <a:cubicBezTo>
                      <a:pt x="1569" y="1"/>
                      <a:pt x="1093" y="104"/>
                      <a:pt x="733" y="311"/>
                    </a:cubicBezTo>
                    <a:cubicBezTo>
                      <a:pt x="0" y="736"/>
                      <a:pt x="0" y="1421"/>
                      <a:pt x="745" y="1846"/>
                    </a:cubicBezTo>
                    <a:cubicBezTo>
                      <a:pt x="1111" y="2059"/>
                      <a:pt x="1589" y="2165"/>
                      <a:pt x="2068" y="2165"/>
                    </a:cubicBezTo>
                    <a:cubicBezTo>
                      <a:pt x="2546" y="2165"/>
                      <a:pt x="3025" y="2059"/>
                      <a:pt x="3391" y="1846"/>
                    </a:cubicBezTo>
                    <a:cubicBezTo>
                      <a:pt x="4111" y="1421"/>
                      <a:pt x="4111" y="736"/>
                      <a:pt x="3367" y="311"/>
                    </a:cubicBezTo>
                    <a:cubicBezTo>
                      <a:pt x="3001" y="104"/>
                      <a:pt x="2523" y="1"/>
                      <a:pt x="2046" y="1"/>
                    </a:cubicBez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36"/>
              <p:cNvSpPr/>
              <p:nvPr/>
            </p:nvSpPr>
            <p:spPr>
              <a:xfrm>
                <a:off x="7580087" y="-7683723"/>
                <a:ext cx="804329" cy="441091"/>
              </a:xfrm>
              <a:custGeom>
                <a:avLst/>
                <a:gdLst/>
                <a:ahLst/>
                <a:cxnLst/>
                <a:rect l="l" t="t" r="r" b="b"/>
                <a:pathLst>
                  <a:path w="3368" h="1847" extrusionOk="0">
                    <a:moveTo>
                      <a:pt x="2046" y="1"/>
                    </a:moveTo>
                    <a:cubicBezTo>
                      <a:pt x="1569" y="1"/>
                      <a:pt x="1093" y="104"/>
                      <a:pt x="733" y="311"/>
                    </a:cubicBezTo>
                    <a:cubicBezTo>
                      <a:pt x="0" y="736"/>
                      <a:pt x="0" y="1421"/>
                      <a:pt x="745" y="1846"/>
                    </a:cubicBezTo>
                    <a:lnTo>
                      <a:pt x="3367" y="311"/>
                    </a:lnTo>
                    <a:cubicBezTo>
                      <a:pt x="3001" y="104"/>
                      <a:pt x="2523" y="1"/>
                      <a:pt x="2046" y="1"/>
                    </a:cubicBez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36"/>
              <p:cNvSpPr/>
              <p:nvPr/>
            </p:nvSpPr>
            <p:spPr>
              <a:xfrm>
                <a:off x="7887683" y="-7460190"/>
                <a:ext cx="375417" cy="214695"/>
              </a:xfrm>
              <a:custGeom>
                <a:avLst/>
                <a:gdLst/>
                <a:ahLst/>
                <a:cxnLst/>
                <a:rect l="l" t="t" r="r" b="b"/>
                <a:pathLst>
                  <a:path w="1572" h="899" extrusionOk="0">
                    <a:moveTo>
                      <a:pt x="1311" y="1"/>
                    </a:moveTo>
                    <a:lnTo>
                      <a:pt x="0" y="745"/>
                    </a:lnTo>
                    <a:lnTo>
                      <a:pt x="272" y="899"/>
                    </a:lnTo>
                    <a:lnTo>
                      <a:pt x="1571" y="142"/>
                    </a:lnTo>
                    <a:lnTo>
                      <a:pt x="1311" y="1"/>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36"/>
              <p:cNvSpPr/>
              <p:nvPr/>
            </p:nvSpPr>
            <p:spPr>
              <a:xfrm>
                <a:off x="7975090" y="-7313318"/>
                <a:ext cx="206097" cy="115825"/>
              </a:xfrm>
              <a:custGeom>
                <a:avLst/>
                <a:gdLst/>
                <a:ahLst/>
                <a:cxnLst/>
                <a:rect l="l" t="t" r="r" b="b"/>
                <a:pathLst>
                  <a:path w="863" h="485" extrusionOk="0">
                    <a:moveTo>
                      <a:pt x="591" y="0"/>
                    </a:moveTo>
                    <a:lnTo>
                      <a:pt x="0" y="343"/>
                    </a:lnTo>
                    <a:lnTo>
                      <a:pt x="272" y="484"/>
                    </a:lnTo>
                    <a:lnTo>
                      <a:pt x="863" y="154"/>
                    </a:lnTo>
                    <a:lnTo>
                      <a:pt x="59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36"/>
              <p:cNvSpPr/>
              <p:nvPr/>
            </p:nvSpPr>
            <p:spPr>
              <a:xfrm>
                <a:off x="7622358" y="-7211821"/>
                <a:ext cx="756327" cy="290877"/>
              </a:xfrm>
              <a:custGeom>
                <a:avLst/>
                <a:gdLst/>
                <a:ahLst/>
                <a:cxnLst/>
                <a:rect l="l" t="t" r="r" b="b"/>
                <a:pathLst>
                  <a:path w="3167" h="1218" extrusionOk="0">
                    <a:moveTo>
                      <a:pt x="1" y="0"/>
                    </a:moveTo>
                    <a:lnTo>
                      <a:pt x="1" y="142"/>
                    </a:lnTo>
                    <a:cubicBezTo>
                      <a:pt x="1" y="189"/>
                      <a:pt x="1" y="260"/>
                      <a:pt x="24" y="319"/>
                    </a:cubicBezTo>
                    <a:cubicBezTo>
                      <a:pt x="60" y="485"/>
                      <a:pt x="201" y="662"/>
                      <a:pt x="402" y="815"/>
                    </a:cubicBezTo>
                    <a:lnTo>
                      <a:pt x="532" y="910"/>
                    </a:lnTo>
                    <a:cubicBezTo>
                      <a:pt x="792" y="1052"/>
                      <a:pt x="1087" y="1146"/>
                      <a:pt x="1395" y="1182"/>
                    </a:cubicBezTo>
                    <a:cubicBezTo>
                      <a:pt x="1548" y="1205"/>
                      <a:pt x="1708" y="1217"/>
                      <a:pt x="1867" y="1217"/>
                    </a:cubicBezTo>
                    <a:cubicBezTo>
                      <a:pt x="2027" y="1217"/>
                      <a:pt x="2186" y="1205"/>
                      <a:pt x="2340" y="1182"/>
                    </a:cubicBezTo>
                    <a:cubicBezTo>
                      <a:pt x="2635" y="1134"/>
                      <a:pt x="2930" y="1052"/>
                      <a:pt x="3167" y="922"/>
                    </a:cubicBezTo>
                    <a:lnTo>
                      <a:pt x="3167" y="804"/>
                    </a:lnTo>
                    <a:cubicBezTo>
                      <a:pt x="2930" y="934"/>
                      <a:pt x="2647" y="1028"/>
                      <a:pt x="2351" y="1063"/>
                    </a:cubicBezTo>
                    <a:cubicBezTo>
                      <a:pt x="2198" y="1087"/>
                      <a:pt x="2038" y="1099"/>
                      <a:pt x="1879" y="1099"/>
                    </a:cubicBezTo>
                    <a:cubicBezTo>
                      <a:pt x="1719" y="1099"/>
                      <a:pt x="1560" y="1087"/>
                      <a:pt x="1406" y="1063"/>
                    </a:cubicBezTo>
                    <a:cubicBezTo>
                      <a:pt x="1099" y="1028"/>
                      <a:pt x="804" y="922"/>
                      <a:pt x="556" y="792"/>
                    </a:cubicBezTo>
                    <a:cubicBezTo>
                      <a:pt x="509" y="756"/>
                      <a:pt x="450" y="733"/>
                      <a:pt x="414" y="697"/>
                    </a:cubicBezTo>
                    <a:cubicBezTo>
                      <a:pt x="213" y="556"/>
                      <a:pt x="83" y="378"/>
                      <a:pt x="36" y="201"/>
                    </a:cubicBezTo>
                    <a:cubicBezTo>
                      <a:pt x="24" y="142"/>
                      <a:pt x="1" y="59"/>
                      <a:pt x="1"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36"/>
              <p:cNvSpPr/>
              <p:nvPr/>
            </p:nvSpPr>
            <p:spPr>
              <a:xfrm>
                <a:off x="7622358" y="-7290869"/>
                <a:ext cx="756327" cy="288727"/>
              </a:xfrm>
              <a:custGeom>
                <a:avLst/>
                <a:gdLst/>
                <a:ahLst/>
                <a:cxnLst/>
                <a:rect l="l" t="t" r="r" b="b"/>
                <a:pathLst>
                  <a:path w="3167" h="1209" extrusionOk="0">
                    <a:moveTo>
                      <a:pt x="1" y="1"/>
                    </a:moveTo>
                    <a:lnTo>
                      <a:pt x="1" y="142"/>
                    </a:lnTo>
                    <a:cubicBezTo>
                      <a:pt x="1" y="201"/>
                      <a:pt x="1" y="249"/>
                      <a:pt x="24" y="308"/>
                    </a:cubicBezTo>
                    <a:cubicBezTo>
                      <a:pt x="60" y="485"/>
                      <a:pt x="201" y="662"/>
                      <a:pt x="402" y="804"/>
                    </a:cubicBezTo>
                    <a:lnTo>
                      <a:pt x="532" y="898"/>
                    </a:lnTo>
                    <a:cubicBezTo>
                      <a:pt x="792" y="1040"/>
                      <a:pt x="1087" y="1135"/>
                      <a:pt x="1395" y="1182"/>
                    </a:cubicBezTo>
                    <a:cubicBezTo>
                      <a:pt x="1548" y="1200"/>
                      <a:pt x="1708" y="1208"/>
                      <a:pt x="1867" y="1208"/>
                    </a:cubicBezTo>
                    <a:cubicBezTo>
                      <a:pt x="2027" y="1208"/>
                      <a:pt x="2186" y="1200"/>
                      <a:pt x="2340" y="1182"/>
                    </a:cubicBezTo>
                    <a:cubicBezTo>
                      <a:pt x="2635" y="1135"/>
                      <a:pt x="2930" y="1040"/>
                      <a:pt x="3167" y="910"/>
                    </a:cubicBezTo>
                    <a:lnTo>
                      <a:pt x="3167" y="780"/>
                    </a:lnTo>
                    <a:cubicBezTo>
                      <a:pt x="2930" y="910"/>
                      <a:pt x="2647" y="1005"/>
                      <a:pt x="2351" y="1040"/>
                    </a:cubicBezTo>
                    <a:cubicBezTo>
                      <a:pt x="2198" y="1064"/>
                      <a:pt x="2038" y="1076"/>
                      <a:pt x="1879" y="1076"/>
                    </a:cubicBezTo>
                    <a:cubicBezTo>
                      <a:pt x="1719" y="1076"/>
                      <a:pt x="1560" y="1064"/>
                      <a:pt x="1406" y="1040"/>
                    </a:cubicBezTo>
                    <a:cubicBezTo>
                      <a:pt x="1099" y="1005"/>
                      <a:pt x="804" y="898"/>
                      <a:pt x="556" y="768"/>
                    </a:cubicBezTo>
                    <a:cubicBezTo>
                      <a:pt x="509" y="733"/>
                      <a:pt x="450" y="709"/>
                      <a:pt x="414" y="674"/>
                    </a:cubicBezTo>
                    <a:cubicBezTo>
                      <a:pt x="213" y="532"/>
                      <a:pt x="83" y="355"/>
                      <a:pt x="36" y="178"/>
                    </a:cubicBezTo>
                    <a:cubicBezTo>
                      <a:pt x="24" y="119"/>
                      <a:pt x="1" y="60"/>
                      <a:pt x="1" y="1"/>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36"/>
              <p:cNvSpPr/>
              <p:nvPr/>
            </p:nvSpPr>
            <p:spPr>
              <a:xfrm>
                <a:off x="8004226" y="-7076411"/>
                <a:ext cx="7642" cy="1433"/>
              </a:xfrm>
              <a:custGeom>
                <a:avLst/>
                <a:gdLst/>
                <a:ahLst/>
                <a:cxnLst/>
                <a:rect l="l" t="t" r="r" b="b"/>
                <a:pathLst>
                  <a:path w="32" h="6" extrusionOk="0">
                    <a:moveTo>
                      <a:pt x="32" y="0"/>
                    </a:moveTo>
                    <a:cubicBezTo>
                      <a:pt x="8" y="0"/>
                      <a:pt x="0" y="6"/>
                      <a:pt x="8" y="6"/>
                    </a:cubicBezTo>
                    <a:cubicBezTo>
                      <a:pt x="12" y="6"/>
                      <a:pt x="20" y="4"/>
                      <a:pt x="32" y="0"/>
                    </a:cubicBezTo>
                    <a:lnTo>
                      <a:pt x="32" y="0"/>
                    </a:lnTo>
                    <a:cubicBezTo>
                      <a:pt x="32" y="0"/>
                      <a:pt x="32" y="0"/>
                      <a:pt x="32" y="0"/>
                    </a:cubicBezTo>
                    <a:close/>
                  </a:path>
                </a:pathLst>
              </a:custGeom>
              <a:solidFill>
                <a:srgbClr val="DEDEDE"/>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36"/>
              <p:cNvSpPr/>
              <p:nvPr/>
            </p:nvSpPr>
            <p:spPr>
              <a:xfrm>
                <a:off x="7309269" y="-6972048"/>
                <a:ext cx="832509" cy="601097"/>
              </a:xfrm>
              <a:custGeom>
                <a:avLst/>
                <a:gdLst/>
                <a:ahLst/>
                <a:cxnLst/>
                <a:rect l="l" t="t" r="r" b="b"/>
                <a:pathLst>
                  <a:path w="3486" h="2517" extrusionOk="0">
                    <a:moveTo>
                      <a:pt x="0" y="0"/>
                    </a:moveTo>
                    <a:lnTo>
                      <a:pt x="0" y="508"/>
                    </a:lnTo>
                    <a:lnTo>
                      <a:pt x="3485" y="2517"/>
                    </a:lnTo>
                    <a:lnTo>
                      <a:pt x="3485" y="2009"/>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3" name="Google Shape;2713;p36"/>
            <p:cNvGrpSpPr/>
            <p:nvPr/>
          </p:nvGrpSpPr>
          <p:grpSpPr>
            <a:xfrm>
              <a:off x="5567610" y="1612353"/>
              <a:ext cx="3062282" cy="1812172"/>
              <a:chOff x="5757904" y="-5825649"/>
              <a:chExt cx="6680372" cy="3953254"/>
            </a:xfrm>
          </p:grpSpPr>
          <p:grpSp>
            <p:nvGrpSpPr>
              <p:cNvPr id="2714" name="Google Shape;2714;p36"/>
              <p:cNvGrpSpPr/>
              <p:nvPr/>
            </p:nvGrpSpPr>
            <p:grpSpPr>
              <a:xfrm>
                <a:off x="5757904" y="-5825649"/>
                <a:ext cx="6680372" cy="3953254"/>
                <a:chOff x="5756229" y="-5825649"/>
                <a:chExt cx="6680372" cy="3953254"/>
              </a:xfrm>
            </p:grpSpPr>
            <p:sp>
              <p:nvSpPr>
                <p:cNvPr id="2715" name="Google Shape;2715;p36"/>
                <p:cNvSpPr/>
                <p:nvPr/>
              </p:nvSpPr>
              <p:spPr>
                <a:xfrm>
                  <a:off x="5756229" y="-3897062"/>
                  <a:ext cx="3342730" cy="2014854"/>
                </a:xfrm>
                <a:custGeom>
                  <a:avLst/>
                  <a:gdLst/>
                  <a:ahLst/>
                  <a:cxnLst/>
                  <a:rect l="l" t="t" r="r" b="b"/>
                  <a:pathLst>
                    <a:path w="11897" h="7171" extrusionOk="0">
                      <a:moveTo>
                        <a:pt x="1" y="0"/>
                      </a:moveTo>
                      <a:lnTo>
                        <a:pt x="1" y="307"/>
                      </a:lnTo>
                      <a:lnTo>
                        <a:pt x="11897" y="7171"/>
                      </a:lnTo>
                      <a:lnTo>
                        <a:pt x="11897" y="6875"/>
                      </a:lnTo>
                      <a:lnTo>
                        <a:pt x="1"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36"/>
                <p:cNvSpPr/>
                <p:nvPr/>
              </p:nvSpPr>
              <p:spPr>
                <a:xfrm>
                  <a:off x="5756229" y="-5825649"/>
                  <a:ext cx="6668601" cy="3860562"/>
                </a:xfrm>
                <a:custGeom>
                  <a:avLst/>
                  <a:gdLst/>
                  <a:ahLst/>
                  <a:cxnLst/>
                  <a:rect l="l" t="t" r="r" b="b"/>
                  <a:pathLst>
                    <a:path w="23734" h="13740" extrusionOk="0">
                      <a:moveTo>
                        <a:pt x="11826" y="1"/>
                      </a:moveTo>
                      <a:lnTo>
                        <a:pt x="8849" y="1725"/>
                      </a:lnTo>
                      <a:lnTo>
                        <a:pt x="8589" y="1867"/>
                      </a:lnTo>
                      <a:lnTo>
                        <a:pt x="8140" y="2139"/>
                      </a:lnTo>
                      <a:lnTo>
                        <a:pt x="7880" y="2281"/>
                      </a:lnTo>
                      <a:lnTo>
                        <a:pt x="6144" y="3297"/>
                      </a:lnTo>
                      <a:lnTo>
                        <a:pt x="5778" y="3509"/>
                      </a:lnTo>
                      <a:lnTo>
                        <a:pt x="5506" y="3663"/>
                      </a:lnTo>
                      <a:lnTo>
                        <a:pt x="5151" y="3864"/>
                      </a:lnTo>
                      <a:lnTo>
                        <a:pt x="4017" y="4525"/>
                      </a:lnTo>
                      <a:lnTo>
                        <a:pt x="3651" y="4738"/>
                      </a:lnTo>
                      <a:lnTo>
                        <a:pt x="3250" y="4974"/>
                      </a:lnTo>
                      <a:lnTo>
                        <a:pt x="2895" y="5175"/>
                      </a:lnTo>
                      <a:lnTo>
                        <a:pt x="1" y="6864"/>
                      </a:lnTo>
                      <a:lnTo>
                        <a:pt x="792" y="7325"/>
                      </a:lnTo>
                      <a:lnTo>
                        <a:pt x="1052" y="7467"/>
                      </a:lnTo>
                      <a:lnTo>
                        <a:pt x="2387" y="8246"/>
                      </a:lnTo>
                      <a:lnTo>
                        <a:pt x="2659" y="8400"/>
                      </a:lnTo>
                      <a:lnTo>
                        <a:pt x="3545" y="8896"/>
                      </a:lnTo>
                      <a:lnTo>
                        <a:pt x="3793" y="9061"/>
                      </a:lnTo>
                      <a:lnTo>
                        <a:pt x="6345" y="10526"/>
                      </a:lnTo>
                      <a:lnTo>
                        <a:pt x="6616" y="10692"/>
                      </a:lnTo>
                      <a:lnTo>
                        <a:pt x="7089" y="10951"/>
                      </a:lnTo>
                      <a:lnTo>
                        <a:pt x="7337" y="11105"/>
                      </a:lnTo>
                      <a:lnTo>
                        <a:pt x="7526" y="11211"/>
                      </a:lnTo>
                      <a:lnTo>
                        <a:pt x="7798" y="11365"/>
                      </a:lnTo>
                      <a:lnTo>
                        <a:pt x="10538" y="12948"/>
                      </a:lnTo>
                      <a:lnTo>
                        <a:pt x="10810" y="13113"/>
                      </a:lnTo>
                      <a:lnTo>
                        <a:pt x="11897" y="13739"/>
                      </a:lnTo>
                      <a:lnTo>
                        <a:pt x="20284" y="8872"/>
                      </a:lnTo>
                      <a:lnTo>
                        <a:pt x="20757" y="8589"/>
                      </a:lnTo>
                      <a:lnTo>
                        <a:pt x="21017" y="8447"/>
                      </a:lnTo>
                      <a:lnTo>
                        <a:pt x="22576" y="7526"/>
                      </a:lnTo>
                      <a:lnTo>
                        <a:pt x="22848" y="7384"/>
                      </a:lnTo>
                      <a:lnTo>
                        <a:pt x="23084" y="7242"/>
                      </a:lnTo>
                      <a:lnTo>
                        <a:pt x="23344" y="7089"/>
                      </a:lnTo>
                      <a:lnTo>
                        <a:pt x="23734" y="6864"/>
                      </a:lnTo>
                      <a:lnTo>
                        <a:pt x="19977" y="4690"/>
                      </a:lnTo>
                      <a:lnTo>
                        <a:pt x="19717" y="4549"/>
                      </a:lnTo>
                      <a:lnTo>
                        <a:pt x="18949" y="4100"/>
                      </a:lnTo>
                      <a:lnTo>
                        <a:pt x="18689" y="3958"/>
                      </a:lnTo>
                      <a:lnTo>
                        <a:pt x="18146" y="3639"/>
                      </a:lnTo>
                      <a:lnTo>
                        <a:pt x="17898" y="3497"/>
                      </a:lnTo>
                      <a:lnTo>
                        <a:pt x="17095" y="3037"/>
                      </a:lnTo>
                      <a:lnTo>
                        <a:pt x="16847" y="2895"/>
                      </a:lnTo>
                      <a:lnTo>
                        <a:pt x="15665" y="2210"/>
                      </a:lnTo>
                      <a:lnTo>
                        <a:pt x="15405" y="2068"/>
                      </a:lnTo>
                      <a:lnTo>
                        <a:pt x="14933" y="1784"/>
                      </a:lnTo>
                      <a:lnTo>
                        <a:pt x="14673" y="1631"/>
                      </a:lnTo>
                      <a:lnTo>
                        <a:pt x="13043" y="686"/>
                      </a:lnTo>
                      <a:lnTo>
                        <a:pt x="12783" y="544"/>
                      </a:lnTo>
                      <a:lnTo>
                        <a:pt x="11932" y="60"/>
                      </a:lnTo>
                      <a:lnTo>
                        <a:pt x="11826"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7" name="Google Shape;2717;p36"/>
                <p:cNvGrpSpPr/>
                <p:nvPr/>
              </p:nvGrpSpPr>
              <p:grpSpPr>
                <a:xfrm>
                  <a:off x="6218052" y="-5825649"/>
                  <a:ext cx="6097194" cy="3684662"/>
                  <a:chOff x="6218052" y="-5825649"/>
                  <a:chExt cx="6097194" cy="3684662"/>
                </a:xfrm>
              </p:grpSpPr>
              <p:sp>
                <p:nvSpPr>
                  <p:cNvPr id="2718" name="Google Shape;2718;p36"/>
                  <p:cNvSpPr/>
                  <p:nvPr/>
                </p:nvSpPr>
                <p:spPr>
                  <a:xfrm>
                    <a:off x="6706194" y="-4312884"/>
                    <a:ext cx="1055323" cy="299474"/>
                  </a:xfrm>
                  <a:custGeom>
                    <a:avLst/>
                    <a:gdLst/>
                    <a:ahLst/>
                    <a:cxnLst/>
                    <a:rect l="l" t="t" r="r" b="b"/>
                    <a:pathLst>
                      <a:path w="4419" h="1254" extrusionOk="0">
                        <a:moveTo>
                          <a:pt x="366" y="1"/>
                        </a:moveTo>
                        <a:lnTo>
                          <a:pt x="0" y="202"/>
                        </a:lnTo>
                        <a:lnTo>
                          <a:pt x="2363" y="202"/>
                        </a:lnTo>
                        <a:lnTo>
                          <a:pt x="4158" y="1253"/>
                        </a:lnTo>
                        <a:lnTo>
                          <a:pt x="4418" y="1088"/>
                        </a:lnTo>
                        <a:lnTo>
                          <a:pt x="2504"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36"/>
                  <p:cNvSpPr/>
                  <p:nvPr/>
                </p:nvSpPr>
                <p:spPr>
                  <a:xfrm>
                    <a:off x="6218052" y="-4098426"/>
                    <a:ext cx="1252823" cy="381149"/>
                  </a:xfrm>
                  <a:custGeom>
                    <a:avLst/>
                    <a:gdLst/>
                    <a:ahLst/>
                    <a:cxnLst/>
                    <a:rect l="l" t="t" r="r" b="b"/>
                    <a:pathLst>
                      <a:path w="5246" h="1596" extrusionOk="0">
                        <a:moveTo>
                          <a:pt x="2505" y="1"/>
                        </a:moveTo>
                        <a:lnTo>
                          <a:pt x="0" y="1454"/>
                        </a:lnTo>
                        <a:lnTo>
                          <a:pt x="260" y="1596"/>
                        </a:lnTo>
                        <a:lnTo>
                          <a:pt x="2647" y="225"/>
                        </a:lnTo>
                        <a:lnTo>
                          <a:pt x="3757" y="225"/>
                        </a:lnTo>
                        <a:lnTo>
                          <a:pt x="4927" y="887"/>
                        </a:lnTo>
                        <a:lnTo>
                          <a:pt x="4997" y="934"/>
                        </a:lnTo>
                        <a:lnTo>
                          <a:pt x="5245" y="780"/>
                        </a:lnTo>
                        <a:lnTo>
                          <a:pt x="5175" y="745"/>
                        </a:lnTo>
                        <a:lnTo>
                          <a:pt x="3899"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0" name="Google Shape;2720;p36"/>
                  <p:cNvGrpSpPr/>
                  <p:nvPr/>
                </p:nvGrpSpPr>
                <p:grpSpPr>
                  <a:xfrm>
                    <a:off x="6751994" y="-5825649"/>
                    <a:ext cx="5563252" cy="3684662"/>
                    <a:chOff x="6751994" y="-5825649"/>
                    <a:chExt cx="5563252" cy="3684662"/>
                  </a:xfrm>
                </p:grpSpPr>
                <p:sp>
                  <p:nvSpPr>
                    <p:cNvPr id="2721" name="Google Shape;2721;p36"/>
                    <p:cNvSpPr/>
                    <p:nvPr/>
                  </p:nvSpPr>
                  <p:spPr>
                    <a:xfrm>
                      <a:off x="7329673" y="-4912773"/>
                      <a:ext cx="3528453" cy="2031431"/>
                    </a:xfrm>
                    <a:custGeom>
                      <a:avLst/>
                      <a:gdLst/>
                      <a:ahLst/>
                      <a:cxnLst/>
                      <a:rect l="l" t="t" r="r" b="b"/>
                      <a:pathLst>
                        <a:path w="12558" h="7230" extrusionOk="0">
                          <a:moveTo>
                            <a:pt x="6226" y="390"/>
                          </a:moveTo>
                          <a:lnTo>
                            <a:pt x="11814" y="3615"/>
                          </a:lnTo>
                          <a:lnTo>
                            <a:pt x="6226" y="6852"/>
                          </a:lnTo>
                          <a:lnTo>
                            <a:pt x="650" y="3627"/>
                          </a:lnTo>
                          <a:lnTo>
                            <a:pt x="6226" y="390"/>
                          </a:lnTo>
                          <a:close/>
                          <a:moveTo>
                            <a:pt x="6261" y="0"/>
                          </a:moveTo>
                          <a:lnTo>
                            <a:pt x="6084" y="95"/>
                          </a:lnTo>
                          <a:lnTo>
                            <a:pt x="5824" y="248"/>
                          </a:lnTo>
                          <a:lnTo>
                            <a:pt x="5588" y="378"/>
                          </a:lnTo>
                          <a:lnTo>
                            <a:pt x="5340" y="532"/>
                          </a:lnTo>
                          <a:lnTo>
                            <a:pt x="4997" y="721"/>
                          </a:lnTo>
                          <a:lnTo>
                            <a:pt x="4749" y="863"/>
                          </a:lnTo>
                          <a:lnTo>
                            <a:pt x="4289" y="1134"/>
                          </a:lnTo>
                          <a:lnTo>
                            <a:pt x="4040" y="1276"/>
                          </a:lnTo>
                          <a:lnTo>
                            <a:pt x="3603" y="1536"/>
                          </a:lnTo>
                          <a:lnTo>
                            <a:pt x="3344" y="1678"/>
                          </a:lnTo>
                          <a:lnTo>
                            <a:pt x="3095" y="1831"/>
                          </a:lnTo>
                          <a:lnTo>
                            <a:pt x="2836" y="1973"/>
                          </a:lnTo>
                          <a:lnTo>
                            <a:pt x="2068" y="2422"/>
                          </a:lnTo>
                          <a:lnTo>
                            <a:pt x="1808" y="2564"/>
                          </a:lnTo>
                          <a:lnTo>
                            <a:pt x="1548" y="2717"/>
                          </a:lnTo>
                          <a:lnTo>
                            <a:pt x="1276" y="2859"/>
                          </a:lnTo>
                          <a:lnTo>
                            <a:pt x="426" y="3343"/>
                          </a:lnTo>
                          <a:lnTo>
                            <a:pt x="178" y="3497"/>
                          </a:lnTo>
                          <a:lnTo>
                            <a:pt x="0" y="3603"/>
                          </a:lnTo>
                          <a:lnTo>
                            <a:pt x="733" y="4029"/>
                          </a:lnTo>
                          <a:lnTo>
                            <a:pt x="981" y="4170"/>
                          </a:lnTo>
                          <a:lnTo>
                            <a:pt x="1607" y="4525"/>
                          </a:lnTo>
                          <a:lnTo>
                            <a:pt x="1855" y="4678"/>
                          </a:lnTo>
                          <a:lnTo>
                            <a:pt x="2576" y="5092"/>
                          </a:lnTo>
                          <a:lnTo>
                            <a:pt x="2836" y="5234"/>
                          </a:lnTo>
                          <a:lnTo>
                            <a:pt x="3403" y="5564"/>
                          </a:lnTo>
                          <a:lnTo>
                            <a:pt x="3662" y="5706"/>
                          </a:lnTo>
                          <a:lnTo>
                            <a:pt x="5316" y="6675"/>
                          </a:lnTo>
                          <a:lnTo>
                            <a:pt x="5564" y="6816"/>
                          </a:lnTo>
                          <a:lnTo>
                            <a:pt x="6273" y="7230"/>
                          </a:lnTo>
                          <a:lnTo>
                            <a:pt x="6616" y="7041"/>
                          </a:lnTo>
                          <a:lnTo>
                            <a:pt x="6876" y="6887"/>
                          </a:lnTo>
                          <a:lnTo>
                            <a:pt x="7714" y="6403"/>
                          </a:lnTo>
                          <a:lnTo>
                            <a:pt x="7974" y="6261"/>
                          </a:lnTo>
                          <a:lnTo>
                            <a:pt x="8423" y="5990"/>
                          </a:lnTo>
                          <a:lnTo>
                            <a:pt x="8683" y="5848"/>
                          </a:lnTo>
                          <a:lnTo>
                            <a:pt x="9061" y="5623"/>
                          </a:lnTo>
                          <a:lnTo>
                            <a:pt x="9309" y="5470"/>
                          </a:lnTo>
                          <a:lnTo>
                            <a:pt x="9581" y="5328"/>
                          </a:lnTo>
                          <a:lnTo>
                            <a:pt x="9829" y="5174"/>
                          </a:lnTo>
                          <a:lnTo>
                            <a:pt x="10821" y="4607"/>
                          </a:lnTo>
                          <a:lnTo>
                            <a:pt x="11069" y="4454"/>
                          </a:lnTo>
                          <a:lnTo>
                            <a:pt x="11542" y="4170"/>
                          </a:lnTo>
                          <a:lnTo>
                            <a:pt x="11814" y="4029"/>
                          </a:lnTo>
                          <a:lnTo>
                            <a:pt x="12558" y="3603"/>
                          </a:lnTo>
                          <a:lnTo>
                            <a:pt x="12180" y="3426"/>
                          </a:lnTo>
                          <a:lnTo>
                            <a:pt x="11932" y="3273"/>
                          </a:lnTo>
                          <a:lnTo>
                            <a:pt x="8707" y="1418"/>
                          </a:lnTo>
                          <a:lnTo>
                            <a:pt x="8459" y="1264"/>
                          </a:lnTo>
                          <a:lnTo>
                            <a:pt x="8270" y="1146"/>
                          </a:lnTo>
                          <a:lnTo>
                            <a:pt x="8010" y="1004"/>
                          </a:lnTo>
                          <a:lnTo>
                            <a:pt x="7443" y="674"/>
                          </a:lnTo>
                          <a:lnTo>
                            <a:pt x="7183" y="532"/>
                          </a:lnTo>
                          <a:lnTo>
                            <a:pt x="6261"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36"/>
                    <p:cNvSpPr/>
                    <p:nvPr/>
                  </p:nvSpPr>
                  <p:spPr>
                    <a:xfrm>
                      <a:off x="6768572" y="-4554254"/>
                      <a:ext cx="1145525" cy="375098"/>
                    </a:xfrm>
                    <a:custGeom>
                      <a:avLst/>
                      <a:gdLst/>
                      <a:ahLst/>
                      <a:cxnLst/>
                      <a:rect l="l" t="t" r="r" b="b"/>
                      <a:pathLst>
                        <a:path w="4077" h="1335" extrusionOk="0">
                          <a:moveTo>
                            <a:pt x="367" y="0"/>
                          </a:moveTo>
                          <a:lnTo>
                            <a:pt x="1" y="213"/>
                          </a:lnTo>
                          <a:lnTo>
                            <a:pt x="1879" y="213"/>
                          </a:lnTo>
                          <a:lnTo>
                            <a:pt x="3805" y="1335"/>
                          </a:lnTo>
                          <a:lnTo>
                            <a:pt x="4077" y="1181"/>
                          </a:lnTo>
                          <a:lnTo>
                            <a:pt x="2021"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36"/>
                    <p:cNvSpPr/>
                    <p:nvPr/>
                  </p:nvSpPr>
                  <p:spPr>
                    <a:xfrm>
                      <a:off x="7190311" y="-4796732"/>
                      <a:ext cx="1022459" cy="458266"/>
                    </a:xfrm>
                    <a:custGeom>
                      <a:avLst/>
                      <a:gdLst/>
                      <a:ahLst/>
                      <a:cxnLst/>
                      <a:rect l="l" t="t" r="r" b="b"/>
                      <a:pathLst>
                        <a:path w="3639" h="1631" extrusionOk="0">
                          <a:moveTo>
                            <a:pt x="378" y="1"/>
                          </a:moveTo>
                          <a:lnTo>
                            <a:pt x="0" y="202"/>
                          </a:lnTo>
                          <a:lnTo>
                            <a:pt x="922" y="202"/>
                          </a:lnTo>
                          <a:lnTo>
                            <a:pt x="3391" y="1631"/>
                          </a:lnTo>
                          <a:lnTo>
                            <a:pt x="3639" y="1477"/>
                          </a:lnTo>
                          <a:lnTo>
                            <a:pt x="1063"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36"/>
                    <p:cNvSpPr/>
                    <p:nvPr/>
                  </p:nvSpPr>
                  <p:spPr>
                    <a:xfrm>
                      <a:off x="7369571" y="-4902939"/>
                      <a:ext cx="996048" cy="488330"/>
                    </a:xfrm>
                    <a:custGeom>
                      <a:avLst/>
                      <a:gdLst/>
                      <a:ahLst/>
                      <a:cxnLst/>
                      <a:rect l="l" t="t" r="r" b="b"/>
                      <a:pathLst>
                        <a:path w="3545" h="1738" extrusionOk="0">
                          <a:moveTo>
                            <a:pt x="355" y="1"/>
                          </a:moveTo>
                          <a:lnTo>
                            <a:pt x="0" y="225"/>
                          </a:lnTo>
                          <a:lnTo>
                            <a:pt x="662" y="225"/>
                          </a:lnTo>
                          <a:lnTo>
                            <a:pt x="3284" y="1737"/>
                          </a:lnTo>
                          <a:lnTo>
                            <a:pt x="3544" y="1584"/>
                          </a:lnTo>
                          <a:lnTo>
                            <a:pt x="815" y="13"/>
                          </a:lnTo>
                          <a:lnTo>
                            <a:pt x="355"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36"/>
                    <p:cNvSpPr/>
                    <p:nvPr/>
                  </p:nvSpPr>
                  <p:spPr>
                    <a:xfrm>
                      <a:off x="7966918" y="-5224932"/>
                      <a:ext cx="601000" cy="700745"/>
                    </a:xfrm>
                    <a:custGeom>
                      <a:avLst/>
                      <a:gdLst/>
                      <a:ahLst/>
                      <a:cxnLst/>
                      <a:rect l="l" t="t" r="r" b="b"/>
                      <a:pathLst>
                        <a:path w="2139" h="2494" extrusionOk="0">
                          <a:moveTo>
                            <a:pt x="249" y="1"/>
                          </a:moveTo>
                          <a:lnTo>
                            <a:pt x="1" y="143"/>
                          </a:lnTo>
                          <a:lnTo>
                            <a:pt x="272" y="296"/>
                          </a:lnTo>
                          <a:lnTo>
                            <a:pt x="272" y="1548"/>
                          </a:lnTo>
                          <a:lnTo>
                            <a:pt x="1879" y="2493"/>
                          </a:lnTo>
                          <a:lnTo>
                            <a:pt x="2139" y="2352"/>
                          </a:lnTo>
                          <a:lnTo>
                            <a:pt x="627" y="1477"/>
                          </a:lnTo>
                          <a:lnTo>
                            <a:pt x="627" y="202"/>
                          </a:lnTo>
                          <a:lnTo>
                            <a:pt x="249"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36"/>
                    <p:cNvSpPr/>
                    <p:nvPr/>
                  </p:nvSpPr>
                  <p:spPr>
                    <a:xfrm>
                      <a:off x="8166128" y="-5344345"/>
                      <a:ext cx="601000" cy="703836"/>
                    </a:xfrm>
                    <a:custGeom>
                      <a:avLst/>
                      <a:gdLst/>
                      <a:ahLst/>
                      <a:cxnLst/>
                      <a:rect l="l" t="t" r="r" b="b"/>
                      <a:pathLst>
                        <a:path w="2139" h="2505" extrusionOk="0">
                          <a:moveTo>
                            <a:pt x="272" y="1"/>
                          </a:moveTo>
                          <a:lnTo>
                            <a:pt x="0" y="142"/>
                          </a:lnTo>
                          <a:lnTo>
                            <a:pt x="272" y="308"/>
                          </a:lnTo>
                          <a:lnTo>
                            <a:pt x="272" y="1560"/>
                          </a:lnTo>
                          <a:lnTo>
                            <a:pt x="1890" y="2505"/>
                          </a:lnTo>
                          <a:lnTo>
                            <a:pt x="2139" y="2363"/>
                          </a:lnTo>
                          <a:lnTo>
                            <a:pt x="638" y="1477"/>
                          </a:lnTo>
                          <a:lnTo>
                            <a:pt x="638" y="213"/>
                          </a:lnTo>
                          <a:lnTo>
                            <a:pt x="272"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36"/>
                    <p:cNvSpPr/>
                    <p:nvPr/>
                  </p:nvSpPr>
                  <p:spPr>
                    <a:xfrm>
                      <a:off x="8418441" y="-5825649"/>
                      <a:ext cx="690630" cy="1085678"/>
                    </a:xfrm>
                    <a:custGeom>
                      <a:avLst/>
                      <a:gdLst/>
                      <a:ahLst/>
                      <a:cxnLst/>
                      <a:rect l="l" t="t" r="r" b="b"/>
                      <a:pathLst>
                        <a:path w="2458" h="3864" extrusionOk="0">
                          <a:moveTo>
                            <a:pt x="2351" y="1"/>
                          </a:moveTo>
                          <a:lnTo>
                            <a:pt x="2103" y="142"/>
                          </a:lnTo>
                          <a:lnTo>
                            <a:pt x="2103" y="426"/>
                          </a:lnTo>
                          <a:lnTo>
                            <a:pt x="0" y="1631"/>
                          </a:lnTo>
                          <a:lnTo>
                            <a:pt x="0" y="2954"/>
                          </a:lnTo>
                          <a:lnTo>
                            <a:pt x="1595" y="3864"/>
                          </a:lnTo>
                          <a:lnTo>
                            <a:pt x="1855" y="3722"/>
                          </a:lnTo>
                          <a:lnTo>
                            <a:pt x="378" y="2859"/>
                          </a:lnTo>
                          <a:lnTo>
                            <a:pt x="378" y="1725"/>
                          </a:lnTo>
                          <a:lnTo>
                            <a:pt x="2457" y="509"/>
                          </a:lnTo>
                          <a:lnTo>
                            <a:pt x="2457" y="60"/>
                          </a:lnTo>
                          <a:lnTo>
                            <a:pt x="2351"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36"/>
                    <p:cNvSpPr/>
                    <p:nvPr/>
                  </p:nvSpPr>
                  <p:spPr>
                    <a:xfrm>
                      <a:off x="8577752" y="-5672801"/>
                      <a:ext cx="846570" cy="853313"/>
                    </a:xfrm>
                    <a:custGeom>
                      <a:avLst/>
                      <a:gdLst/>
                      <a:ahLst/>
                      <a:cxnLst/>
                      <a:rect l="l" t="t" r="r" b="b"/>
                      <a:pathLst>
                        <a:path w="3013" h="3037" extrusionOk="0">
                          <a:moveTo>
                            <a:pt x="2741" y="0"/>
                          </a:moveTo>
                          <a:lnTo>
                            <a:pt x="0" y="1571"/>
                          </a:lnTo>
                          <a:lnTo>
                            <a:pt x="0" y="2150"/>
                          </a:lnTo>
                          <a:lnTo>
                            <a:pt x="1524" y="3036"/>
                          </a:lnTo>
                          <a:lnTo>
                            <a:pt x="1784" y="2894"/>
                          </a:lnTo>
                          <a:lnTo>
                            <a:pt x="366" y="2067"/>
                          </a:lnTo>
                          <a:lnTo>
                            <a:pt x="366" y="1666"/>
                          </a:lnTo>
                          <a:lnTo>
                            <a:pt x="3013" y="142"/>
                          </a:lnTo>
                          <a:lnTo>
                            <a:pt x="2741"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36"/>
                    <p:cNvSpPr/>
                    <p:nvPr/>
                  </p:nvSpPr>
                  <p:spPr>
                    <a:xfrm>
                      <a:off x="9799138" y="-3402552"/>
                      <a:ext cx="727157" cy="667310"/>
                    </a:xfrm>
                    <a:custGeom>
                      <a:avLst/>
                      <a:gdLst/>
                      <a:ahLst/>
                      <a:cxnLst/>
                      <a:rect l="l" t="t" r="r" b="b"/>
                      <a:pathLst>
                        <a:path w="2588" h="2375" extrusionOk="0">
                          <a:moveTo>
                            <a:pt x="260" y="0"/>
                          </a:moveTo>
                          <a:lnTo>
                            <a:pt x="0" y="142"/>
                          </a:lnTo>
                          <a:lnTo>
                            <a:pt x="2221" y="1430"/>
                          </a:lnTo>
                          <a:lnTo>
                            <a:pt x="2221" y="2375"/>
                          </a:lnTo>
                          <a:lnTo>
                            <a:pt x="2588" y="2162"/>
                          </a:lnTo>
                          <a:lnTo>
                            <a:pt x="2588" y="1335"/>
                          </a:lnTo>
                          <a:lnTo>
                            <a:pt x="260"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36"/>
                    <p:cNvSpPr/>
                    <p:nvPr/>
                  </p:nvSpPr>
                  <p:spPr>
                    <a:xfrm>
                      <a:off x="9945244" y="-3492182"/>
                      <a:ext cx="796838" cy="630783"/>
                    </a:xfrm>
                    <a:custGeom>
                      <a:avLst/>
                      <a:gdLst/>
                      <a:ahLst/>
                      <a:cxnLst/>
                      <a:rect l="l" t="t" r="r" b="b"/>
                      <a:pathLst>
                        <a:path w="2836" h="2245" extrusionOk="0">
                          <a:moveTo>
                            <a:pt x="272" y="0"/>
                          </a:moveTo>
                          <a:lnTo>
                            <a:pt x="0" y="154"/>
                          </a:lnTo>
                          <a:lnTo>
                            <a:pt x="2469" y="1583"/>
                          </a:lnTo>
                          <a:lnTo>
                            <a:pt x="2469" y="2245"/>
                          </a:lnTo>
                          <a:lnTo>
                            <a:pt x="2835" y="2044"/>
                          </a:lnTo>
                          <a:lnTo>
                            <a:pt x="2835" y="1501"/>
                          </a:lnTo>
                          <a:lnTo>
                            <a:pt x="272"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36"/>
                    <p:cNvSpPr/>
                    <p:nvPr/>
                  </p:nvSpPr>
                  <p:spPr>
                    <a:xfrm>
                      <a:off x="9606672" y="-3312922"/>
                      <a:ext cx="634155" cy="727157"/>
                    </a:xfrm>
                    <a:custGeom>
                      <a:avLst/>
                      <a:gdLst/>
                      <a:ahLst/>
                      <a:cxnLst/>
                      <a:rect l="l" t="t" r="r" b="b"/>
                      <a:pathLst>
                        <a:path w="2257" h="2588" extrusionOk="0">
                          <a:moveTo>
                            <a:pt x="248" y="0"/>
                          </a:moveTo>
                          <a:lnTo>
                            <a:pt x="0" y="166"/>
                          </a:lnTo>
                          <a:lnTo>
                            <a:pt x="1501" y="1040"/>
                          </a:lnTo>
                          <a:lnTo>
                            <a:pt x="1501" y="2292"/>
                          </a:lnTo>
                          <a:lnTo>
                            <a:pt x="2008" y="2587"/>
                          </a:lnTo>
                          <a:lnTo>
                            <a:pt x="2257" y="2434"/>
                          </a:lnTo>
                          <a:lnTo>
                            <a:pt x="1867" y="2197"/>
                          </a:lnTo>
                          <a:lnTo>
                            <a:pt x="1867" y="945"/>
                          </a:lnTo>
                          <a:lnTo>
                            <a:pt x="248"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36"/>
                    <p:cNvSpPr/>
                    <p:nvPr/>
                  </p:nvSpPr>
                  <p:spPr>
                    <a:xfrm>
                      <a:off x="9404091" y="-3193509"/>
                      <a:ext cx="637527" cy="723785"/>
                    </a:xfrm>
                    <a:custGeom>
                      <a:avLst/>
                      <a:gdLst/>
                      <a:ahLst/>
                      <a:cxnLst/>
                      <a:rect l="l" t="t" r="r" b="b"/>
                      <a:pathLst>
                        <a:path w="2269" h="2576" extrusionOk="0">
                          <a:moveTo>
                            <a:pt x="249" y="0"/>
                          </a:moveTo>
                          <a:lnTo>
                            <a:pt x="1" y="154"/>
                          </a:lnTo>
                          <a:lnTo>
                            <a:pt x="1501" y="1028"/>
                          </a:lnTo>
                          <a:lnTo>
                            <a:pt x="1501" y="2280"/>
                          </a:lnTo>
                          <a:lnTo>
                            <a:pt x="1997" y="2576"/>
                          </a:lnTo>
                          <a:lnTo>
                            <a:pt x="2269" y="2422"/>
                          </a:lnTo>
                          <a:lnTo>
                            <a:pt x="1867" y="2186"/>
                          </a:lnTo>
                          <a:lnTo>
                            <a:pt x="1867" y="934"/>
                          </a:lnTo>
                          <a:lnTo>
                            <a:pt x="249"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36"/>
                    <p:cNvSpPr/>
                    <p:nvPr/>
                  </p:nvSpPr>
                  <p:spPr>
                    <a:xfrm>
                      <a:off x="8717114" y="-3017621"/>
                      <a:ext cx="876353" cy="876634"/>
                    </a:xfrm>
                    <a:custGeom>
                      <a:avLst/>
                      <a:gdLst/>
                      <a:ahLst/>
                      <a:cxnLst/>
                      <a:rect l="l" t="t" r="r" b="b"/>
                      <a:pathLst>
                        <a:path w="3119" h="3120" extrusionOk="0">
                          <a:moveTo>
                            <a:pt x="1595" y="1"/>
                          </a:moveTo>
                          <a:lnTo>
                            <a:pt x="1347" y="142"/>
                          </a:lnTo>
                          <a:lnTo>
                            <a:pt x="1631" y="320"/>
                          </a:lnTo>
                          <a:lnTo>
                            <a:pt x="2765" y="969"/>
                          </a:lnTo>
                          <a:lnTo>
                            <a:pt x="2765" y="1371"/>
                          </a:lnTo>
                          <a:lnTo>
                            <a:pt x="0" y="2954"/>
                          </a:lnTo>
                          <a:lnTo>
                            <a:pt x="272" y="3119"/>
                          </a:lnTo>
                          <a:lnTo>
                            <a:pt x="3119" y="1465"/>
                          </a:lnTo>
                          <a:lnTo>
                            <a:pt x="3119" y="887"/>
                          </a:lnTo>
                          <a:lnTo>
                            <a:pt x="1890" y="166"/>
                          </a:lnTo>
                          <a:lnTo>
                            <a:pt x="1595"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36"/>
                    <p:cNvSpPr/>
                    <p:nvPr/>
                  </p:nvSpPr>
                  <p:spPr>
                    <a:xfrm>
                      <a:off x="9257986" y="-5367666"/>
                      <a:ext cx="697374" cy="690911"/>
                    </a:xfrm>
                    <a:custGeom>
                      <a:avLst/>
                      <a:gdLst/>
                      <a:ahLst/>
                      <a:cxnLst/>
                      <a:rect l="l" t="t" r="r" b="b"/>
                      <a:pathLst>
                        <a:path w="2482" h="2459" extrusionOk="0">
                          <a:moveTo>
                            <a:pt x="2210" y="1"/>
                          </a:moveTo>
                          <a:lnTo>
                            <a:pt x="1383" y="473"/>
                          </a:lnTo>
                          <a:lnTo>
                            <a:pt x="1383" y="1501"/>
                          </a:lnTo>
                          <a:lnTo>
                            <a:pt x="1" y="2304"/>
                          </a:lnTo>
                          <a:lnTo>
                            <a:pt x="261" y="2458"/>
                          </a:lnTo>
                          <a:lnTo>
                            <a:pt x="1761" y="1584"/>
                          </a:lnTo>
                          <a:lnTo>
                            <a:pt x="1761" y="568"/>
                          </a:lnTo>
                          <a:lnTo>
                            <a:pt x="2482" y="154"/>
                          </a:lnTo>
                          <a:lnTo>
                            <a:pt x="2210"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36"/>
                    <p:cNvSpPr/>
                    <p:nvPr/>
                  </p:nvSpPr>
                  <p:spPr>
                    <a:xfrm>
                      <a:off x="9520414" y="-5284498"/>
                      <a:ext cx="694002" cy="727157"/>
                    </a:xfrm>
                    <a:custGeom>
                      <a:avLst/>
                      <a:gdLst/>
                      <a:ahLst/>
                      <a:cxnLst/>
                      <a:rect l="l" t="t" r="r" b="b"/>
                      <a:pathLst>
                        <a:path w="2470" h="2588" extrusionOk="0">
                          <a:moveTo>
                            <a:pt x="2209" y="0"/>
                          </a:moveTo>
                          <a:lnTo>
                            <a:pt x="1382" y="485"/>
                          </a:lnTo>
                          <a:lnTo>
                            <a:pt x="1382" y="1630"/>
                          </a:lnTo>
                          <a:lnTo>
                            <a:pt x="0" y="2422"/>
                          </a:lnTo>
                          <a:lnTo>
                            <a:pt x="260" y="2587"/>
                          </a:lnTo>
                          <a:lnTo>
                            <a:pt x="1748" y="1713"/>
                          </a:lnTo>
                          <a:lnTo>
                            <a:pt x="1748" y="579"/>
                          </a:lnTo>
                          <a:lnTo>
                            <a:pt x="2469" y="154"/>
                          </a:lnTo>
                          <a:lnTo>
                            <a:pt x="2209"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36"/>
                    <p:cNvSpPr/>
                    <p:nvPr/>
                  </p:nvSpPr>
                  <p:spPr>
                    <a:xfrm>
                      <a:off x="9835665" y="-4843092"/>
                      <a:ext cx="1019368" cy="401791"/>
                    </a:xfrm>
                    <a:custGeom>
                      <a:avLst/>
                      <a:gdLst/>
                      <a:ahLst/>
                      <a:cxnLst/>
                      <a:rect l="l" t="t" r="r" b="b"/>
                      <a:pathLst>
                        <a:path w="3628" h="1430" extrusionOk="0">
                          <a:moveTo>
                            <a:pt x="3379" y="0"/>
                          </a:moveTo>
                          <a:lnTo>
                            <a:pt x="2552" y="473"/>
                          </a:lnTo>
                          <a:lnTo>
                            <a:pt x="1418" y="473"/>
                          </a:lnTo>
                          <a:lnTo>
                            <a:pt x="0" y="1288"/>
                          </a:lnTo>
                          <a:lnTo>
                            <a:pt x="248" y="1430"/>
                          </a:lnTo>
                          <a:lnTo>
                            <a:pt x="1560" y="674"/>
                          </a:lnTo>
                          <a:lnTo>
                            <a:pt x="2694" y="674"/>
                          </a:lnTo>
                          <a:lnTo>
                            <a:pt x="3627" y="142"/>
                          </a:lnTo>
                          <a:lnTo>
                            <a:pt x="3379"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36"/>
                    <p:cNvSpPr/>
                    <p:nvPr/>
                  </p:nvSpPr>
                  <p:spPr>
                    <a:xfrm>
                      <a:off x="9653033" y="-5018980"/>
                      <a:ext cx="913161" cy="531319"/>
                    </a:xfrm>
                    <a:custGeom>
                      <a:avLst/>
                      <a:gdLst/>
                      <a:ahLst/>
                      <a:cxnLst/>
                      <a:rect l="l" t="t" r="r" b="b"/>
                      <a:pathLst>
                        <a:path w="3250" h="1891" extrusionOk="0">
                          <a:moveTo>
                            <a:pt x="2978" y="0"/>
                          </a:moveTo>
                          <a:lnTo>
                            <a:pt x="1" y="1737"/>
                          </a:lnTo>
                          <a:lnTo>
                            <a:pt x="249" y="1890"/>
                          </a:lnTo>
                          <a:lnTo>
                            <a:pt x="3249" y="154"/>
                          </a:lnTo>
                          <a:lnTo>
                            <a:pt x="2978"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36"/>
                    <p:cNvSpPr/>
                    <p:nvPr/>
                  </p:nvSpPr>
                  <p:spPr>
                    <a:xfrm>
                      <a:off x="10061285" y="-4713564"/>
                      <a:ext cx="1022740" cy="405162"/>
                    </a:xfrm>
                    <a:custGeom>
                      <a:avLst/>
                      <a:gdLst/>
                      <a:ahLst/>
                      <a:cxnLst/>
                      <a:rect l="l" t="t" r="r" b="b"/>
                      <a:pathLst>
                        <a:path w="3640" h="1442" extrusionOk="0">
                          <a:moveTo>
                            <a:pt x="3367" y="0"/>
                          </a:moveTo>
                          <a:lnTo>
                            <a:pt x="2481" y="508"/>
                          </a:lnTo>
                          <a:lnTo>
                            <a:pt x="1347" y="508"/>
                          </a:lnTo>
                          <a:lnTo>
                            <a:pt x="1" y="1276"/>
                          </a:lnTo>
                          <a:lnTo>
                            <a:pt x="249" y="1441"/>
                          </a:lnTo>
                          <a:lnTo>
                            <a:pt x="1501" y="721"/>
                          </a:lnTo>
                          <a:lnTo>
                            <a:pt x="2635" y="721"/>
                          </a:lnTo>
                          <a:lnTo>
                            <a:pt x="3639" y="142"/>
                          </a:lnTo>
                          <a:lnTo>
                            <a:pt x="3367"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36"/>
                    <p:cNvSpPr/>
                    <p:nvPr/>
                  </p:nvSpPr>
                  <p:spPr>
                    <a:xfrm>
                      <a:off x="10270329" y="-4547791"/>
                      <a:ext cx="1099164" cy="358802"/>
                    </a:xfrm>
                    <a:custGeom>
                      <a:avLst/>
                      <a:gdLst/>
                      <a:ahLst/>
                      <a:cxnLst/>
                      <a:rect l="l" t="t" r="r" b="b"/>
                      <a:pathLst>
                        <a:path w="3912" h="1277" extrusionOk="0">
                          <a:moveTo>
                            <a:pt x="3651" y="1"/>
                          </a:moveTo>
                          <a:lnTo>
                            <a:pt x="3084" y="320"/>
                          </a:lnTo>
                          <a:lnTo>
                            <a:pt x="1407" y="320"/>
                          </a:lnTo>
                          <a:lnTo>
                            <a:pt x="1" y="1135"/>
                          </a:lnTo>
                          <a:lnTo>
                            <a:pt x="261" y="1277"/>
                          </a:lnTo>
                          <a:lnTo>
                            <a:pt x="1548" y="544"/>
                          </a:lnTo>
                          <a:lnTo>
                            <a:pt x="3238" y="544"/>
                          </a:lnTo>
                          <a:lnTo>
                            <a:pt x="3911" y="142"/>
                          </a:lnTo>
                          <a:lnTo>
                            <a:pt x="3651"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36"/>
                    <p:cNvSpPr/>
                    <p:nvPr/>
                  </p:nvSpPr>
                  <p:spPr>
                    <a:xfrm>
                      <a:off x="10482744" y="-4348583"/>
                      <a:ext cx="1832503" cy="558011"/>
                    </a:xfrm>
                    <a:custGeom>
                      <a:avLst/>
                      <a:gdLst/>
                      <a:ahLst/>
                      <a:cxnLst/>
                      <a:rect l="l" t="t" r="r" b="b"/>
                      <a:pathLst>
                        <a:path w="6522" h="1986" extrusionOk="0">
                          <a:moveTo>
                            <a:pt x="1478" y="1"/>
                          </a:moveTo>
                          <a:lnTo>
                            <a:pt x="1" y="851"/>
                          </a:lnTo>
                          <a:lnTo>
                            <a:pt x="249" y="1005"/>
                          </a:lnTo>
                          <a:lnTo>
                            <a:pt x="1619" y="201"/>
                          </a:lnTo>
                          <a:lnTo>
                            <a:pt x="3191" y="201"/>
                          </a:lnTo>
                          <a:lnTo>
                            <a:pt x="6274" y="1985"/>
                          </a:lnTo>
                          <a:lnTo>
                            <a:pt x="6522" y="1843"/>
                          </a:lnTo>
                          <a:lnTo>
                            <a:pt x="3332"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36"/>
                    <p:cNvSpPr/>
                    <p:nvPr/>
                  </p:nvSpPr>
                  <p:spPr>
                    <a:xfrm>
                      <a:off x="10652170" y="-4209221"/>
                      <a:ext cx="1523714" cy="501536"/>
                    </a:xfrm>
                    <a:custGeom>
                      <a:avLst/>
                      <a:gdLst/>
                      <a:ahLst/>
                      <a:cxnLst/>
                      <a:rect l="l" t="t" r="r" b="b"/>
                      <a:pathLst>
                        <a:path w="5423" h="1785" extrusionOk="0">
                          <a:moveTo>
                            <a:pt x="1394" y="1"/>
                          </a:moveTo>
                          <a:lnTo>
                            <a:pt x="0" y="816"/>
                          </a:lnTo>
                          <a:lnTo>
                            <a:pt x="260" y="958"/>
                          </a:lnTo>
                          <a:lnTo>
                            <a:pt x="1560" y="213"/>
                          </a:lnTo>
                          <a:lnTo>
                            <a:pt x="2446" y="213"/>
                          </a:lnTo>
                          <a:lnTo>
                            <a:pt x="5163" y="1784"/>
                          </a:lnTo>
                          <a:lnTo>
                            <a:pt x="5423" y="1631"/>
                          </a:lnTo>
                          <a:lnTo>
                            <a:pt x="2599"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36"/>
                    <p:cNvSpPr/>
                    <p:nvPr/>
                  </p:nvSpPr>
                  <p:spPr>
                    <a:xfrm>
                      <a:off x="10303764" y="-3691391"/>
                      <a:ext cx="1151987" cy="398700"/>
                    </a:xfrm>
                    <a:custGeom>
                      <a:avLst/>
                      <a:gdLst/>
                      <a:ahLst/>
                      <a:cxnLst/>
                      <a:rect l="l" t="t" r="r" b="b"/>
                      <a:pathLst>
                        <a:path w="4100" h="1419" extrusionOk="0">
                          <a:moveTo>
                            <a:pt x="248" y="1"/>
                          </a:moveTo>
                          <a:lnTo>
                            <a:pt x="0" y="154"/>
                          </a:lnTo>
                          <a:lnTo>
                            <a:pt x="1240" y="875"/>
                          </a:lnTo>
                          <a:lnTo>
                            <a:pt x="2906" y="875"/>
                          </a:lnTo>
                          <a:lnTo>
                            <a:pt x="3839" y="1418"/>
                          </a:lnTo>
                          <a:lnTo>
                            <a:pt x="4099" y="1276"/>
                          </a:lnTo>
                          <a:lnTo>
                            <a:pt x="3060" y="674"/>
                          </a:lnTo>
                          <a:lnTo>
                            <a:pt x="1406" y="674"/>
                          </a:lnTo>
                          <a:lnTo>
                            <a:pt x="248"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36"/>
                    <p:cNvSpPr/>
                    <p:nvPr/>
                  </p:nvSpPr>
                  <p:spPr>
                    <a:xfrm>
                      <a:off x="10486115" y="-3817547"/>
                      <a:ext cx="1178680" cy="405162"/>
                    </a:xfrm>
                    <a:custGeom>
                      <a:avLst/>
                      <a:gdLst/>
                      <a:ahLst/>
                      <a:cxnLst/>
                      <a:rect l="l" t="t" r="r" b="b"/>
                      <a:pathLst>
                        <a:path w="4195" h="1442" extrusionOk="0">
                          <a:moveTo>
                            <a:pt x="261" y="1"/>
                          </a:moveTo>
                          <a:lnTo>
                            <a:pt x="1" y="142"/>
                          </a:lnTo>
                          <a:lnTo>
                            <a:pt x="1253" y="851"/>
                          </a:lnTo>
                          <a:lnTo>
                            <a:pt x="2919" y="851"/>
                          </a:lnTo>
                          <a:lnTo>
                            <a:pt x="3923" y="1442"/>
                          </a:lnTo>
                          <a:lnTo>
                            <a:pt x="4194" y="1300"/>
                          </a:lnTo>
                          <a:lnTo>
                            <a:pt x="3072" y="650"/>
                          </a:lnTo>
                          <a:lnTo>
                            <a:pt x="1395" y="650"/>
                          </a:lnTo>
                          <a:lnTo>
                            <a:pt x="261"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36"/>
                    <p:cNvSpPr/>
                    <p:nvPr/>
                  </p:nvSpPr>
                  <p:spPr>
                    <a:xfrm>
                      <a:off x="7747760" y="-3362654"/>
                      <a:ext cx="637527" cy="657476"/>
                    </a:xfrm>
                    <a:custGeom>
                      <a:avLst/>
                      <a:gdLst/>
                      <a:ahLst/>
                      <a:cxnLst/>
                      <a:rect l="l" t="t" r="r" b="b"/>
                      <a:pathLst>
                        <a:path w="2269" h="2340" extrusionOk="0">
                          <a:moveTo>
                            <a:pt x="2009" y="0"/>
                          </a:moveTo>
                          <a:lnTo>
                            <a:pt x="1879" y="71"/>
                          </a:lnTo>
                          <a:lnTo>
                            <a:pt x="521" y="862"/>
                          </a:lnTo>
                          <a:lnTo>
                            <a:pt x="521" y="1878"/>
                          </a:lnTo>
                          <a:lnTo>
                            <a:pt x="1" y="2185"/>
                          </a:lnTo>
                          <a:lnTo>
                            <a:pt x="249" y="2339"/>
                          </a:lnTo>
                          <a:lnTo>
                            <a:pt x="887" y="1961"/>
                          </a:lnTo>
                          <a:lnTo>
                            <a:pt x="887" y="945"/>
                          </a:lnTo>
                          <a:lnTo>
                            <a:pt x="2127" y="224"/>
                          </a:lnTo>
                          <a:lnTo>
                            <a:pt x="2269" y="154"/>
                          </a:lnTo>
                          <a:lnTo>
                            <a:pt x="2009"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36"/>
                    <p:cNvSpPr/>
                    <p:nvPr/>
                  </p:nvSpPr>
                  <p:spPr>
                    <a:xfrm>
                      <a:off x="7538717" y="-3498925"/>
                      <a:ext cx="611115" cy="677425"/>
                    </a:xfrm>
                    <a:custGeom>
                      <a:avLst/>
                      <a:gdLst/>
                      <a:ahLst/>
                      <a:cxnLst/>
                      <a:rect l="l" t="t" r="r" b="b"/>
                      <a:pathLst>
                        <a:path w="2175" h="2411" extrusionOk="0">
                          <a:moveTo>
                            <a:pt x="1926" y="1"/>
                          </a:moveTo>
                          <a:lnTo>
                            <a:pt x="1773" y="83"/>
                          </a:lnTo>
                          <a:lnTo>
                            <a:pt x="438" y="875"/>
                          </a:lnTo>
                          <a:lnTo>
                            <a:pt x="438" y="2009"/>
                          </a:lnTo>
                          <a:lnTo>
                            <a:pt x="1" y="2245"/>
                          </a:lnTo>
                          <a:lnTo>
                            <a:pt x="272" y="2411"/>
                          </a:lnTo>
                          <a:lnTo>
                            <a:pt x="804" y="2092"/>
                          </a:lnTo>
                          <a:lnTo>
                            <a:pt x="804" y="958"/>
                          </a:lnTo>
                          <a:lnTo>
                            <a:pt x="2044" y="237"/>
                          </a:lnTo>
                          <a:lnTo>
                            <a:pt x="2174" y="142"/>
                          </a:lnTo>
                          <a:lnTo>
                            <a:pt x="1926"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36"/>
                    <p:cNvSpPr/>
                    <p:nvPr/>
                  </p:nvSpPr>
                  <p:spPr>
                    <a:xfrm>
                      <a:off x="7870545" y="-3037570"/>
                      <a:ext cx="1026112" cy="405162"/>
                    </a:xfrm>
                    <a:custGeom>
                      <a:avLst/>
                      <a:gdLst/>
                      <a:ahLst/>
                      <a:cxnLst/>
                      <a:rect l="l" t="t" r="r" b="b"/>
                      <a:pathLst>
                        <a:path w="3652" h="1442" extrusionOk="0">
                          <a:moveTo>
                            <a:pt x="3403" y="1"/>
                          </a:moveTo>
                          <a:lnTo>
                            <a:pt x="3344" y="24"/>
                          </a:lnTo>
                          <a:lnTo>
                            <a:pt x="2092" y="745"/>
                          </a:lnTo>
                          <a:lnTo>
                            <a:pt x="946" y="745"/>
                          </a:lnTo>
                          <a:lnTo>
                            <a:pt x="1" y="1288"/>
                          </a:lnTo>
                          <a:lnTo>
                            <a:pt x="273" y="1442"/>
                          </a:lnTo>
                          <a:lnTo>
                            <a:pt x="1100" y="958"/>
                          </a:lnTo>
                          <a:lnTo>
                            <a:pt x="2234" y="958"/>
                          </a:lnTo>
                          <a:lnTo>
                            <a:pt x="3592" y="178"/>
                          </a:lnTo>
                          <a:lnTo>
                            <a:pt x="3651" y="142"/>
                          </a:lnTo>
                          <a:lnTo>
                            <a:pt x="3403"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36"/>
                    <p:cNvSpPr/>
                    <p:nvPr/>
                  </p:nvSpPr>
                  <p:spPr>
                    <a:xfrm>
                      <a:off x="6751994" y="-3661608"/>
                      <a:ext cx="1128948" cy="382123"/>
                    </a:xfrm>
                    <a:custGeom>
                      <a:avLst/>
                      <a:gdLst/>
                      <a:ahLst/>
                      <a:cxnLst/>
                      <a:rect l="l" t="t" r="r" b="b"/>
                      <a:pathLst>
                        <a:path w="4018" h="1360" extrusionOk="0">
                          <a:moveTo>
                            <a:pt x="3746" y="1"/>
                          </a:moveTo>
                          <a:lnTo>
                            <a:pt x="3604" y="95"/>
                          </a:lnTo>
                          <a:lnTo>
                            <a:pt x="2470" y="757"/>
                          </a:lnTo>
                          <a:lnTo>
                            <a:pt x="781" y="757"/>
                          </a:lnTo>
                          <a:lnTo>
                            <a:pt x="1" y="1194"/>
                          </a:lnTo>
                          <a:lnTo>
                            <a:pt x="249" y="1359"/>
                          </a:lnTo>
                          <a:lnTo>
                            <a:pt x="934" y="958"/>
                          </a:lnTo>
                          <a:lnTo>
                            <a:pt x="2612" y="958"/>
                          </a:lnTo>
                          <a:lnTo>
                            <a:pt x="3852" y="237"/>
                          </a:lnTo>
                          <a:lnTo>
                            <a:pt x="4017" y="154"/>
                          </a:lnTo>
                          <a:lnTo>
                            <a:pt x="3746" y="1"/>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8" name="Google Shape;2748;p36"/>
                  <p:cNvSpPr/>
                  <p:nvPr/>
                </p:nvSpPr>
                <p:spPr>
                  <a:xfrm>
                    <a:off x="6598965" y="-3776740"/>
                    <a:ext cx="1021412" cy="282279"/>
                  </a:xfrm>
                  <a:custGeom>
                    <a:avLst/>
                    <a:gdLst/>
                    <a:ahLst/>
                    <a:cxnLst/>
                    <a:rect l="l" t="t" r="r" b="b"/>
                    <a:pathLst>
                      <a:path w="4277" h="1182" extrusionOk="0">
                        <a:moveTo>
                          <a:pt x="4017" y="0"/>
                        </a:moveTo>
                        <a:lnTo>
                          <a:pt x="3887" y="71"/>
                        </a:lnTo>
                        <a:lnTo>
                          <a:pt x="2516" y="875"/>
                        </a:lnTo>
                        <a:lnTo>
                          <a:pt x="284" y="875"/>
                        </a:lnTo>
                        <a:lnTo>
                          <a:pt x="0" y="1028"/>
                        </a:lnTo>
                        <a:lnTo>
                          <a:pt x="272" y="1182"/>
                        </a:lnTo>
                        <a:lnTo>
                          <a:pt x="437" y="1075"/>
                        </a:lnTo>
                        <a:lnTo>
                          <a:pt x="2658" y="1075"/>
                        </a:lnTo>
                        <a:lnTo>
                          <a:pt x="4135" y="225"/>
                        </a:lnTo>
                        <a:lnTo>
                          <a:pt x="4277" y="142"/>
                        </a:lnTo>
                        <a:lnTo>
                          <a:pt x="4017" y="0"/>
                        </a:lnTo>
                        <a:close/>
                      </a:path>
                    </a:pathLst>
                  </a:custGeom>
                  <a:solidFill>
                    <a:schemeClr val="accent4"/>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9" name="Google Shape;2749;p36"/>
                <p:cNvSpPr/>
                <p:nvPr/>
              </p:nvSpPr>
              <p:spPr>
                <a:xfrm>
                  <a:off x="9098674" y="-3897062"/>
                  <a:ext cx="3326152" cy="2014854"/>
                </a:xfrm>
                <a:custGeom>
                  <a:avLst/>
                  <a:gdLst/>
                  <a:ahLst/>
                  <a:cxnLst/>
                  <a:rect l="l" t="t" r="r" b="b"/>
                  <a:pathLst>
                    <a:path w="11838" h="7171" extrusionOk="0">
                      <a:moveTo>
                        <a:pt x="11838" y="0"/>
                      </a:moveTo>
                      <a:lnTo>
                        <a:pt x="1" y="6875"/>
                      </a:lnTo>
                      <a:lnTo>
                        <a:pt x="1" y="7171"/>
                      </a:lnTo>
                      <a:lnTo>
                        <a:pt x="11838" y="307"/>
                      </a:lnTo>
                      <a:lnTo>
                        <a:pt x="11838"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36"/>
                <p:cNvSpPr/>
                <p:nvPr/>
              </p:nvSpPr>
              <p:spPr>
                <a:xfrm>
                  <a:off x="5759604" y="-3887249"/>
                  <a:ext cx="3342730" cy="2014854"/>
                </a:xfrm>
                <a:custGeom>
                  <a:avLst/>
                  <a:gdLst/>
                  <a:ahLst/>
                  <a:cxnLst/>
                  <a:rect l="l" t="t" r="r" b="b"/>
                  <a:pathLst>
                    <a:path w="11897" h="7171" extrusionOk="0">
                      <a:moveTo>
                        <a:pt x="1" y="0"/>
                      </a:moveTo>
                      <a:lnTo>
                        <a:pt x="1" y="307"/>
                      </a:lnTo>
                      <a:lnTo>
                        <a:pt x="11897" y="7171"/>
                      </a:lnTo>
                      <a:lnTo>
                        <a:pt x="11897" y="6875"/>
                      </a:lnTo>
                      <a:lnTo>
                        <a:pt x="1"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36"/>
                <p:cNvSpPr/>
                <p:nvPr/>
              </p:nvSpPr>
              <p:spPr>
                <a:xfrm>
                  <a:off x="9110448" y="-3887249"/>
                  <a:ext cx="3326152" cy="2014854"/>
                </a:xfrm>
                <a:custGeom>
                  <a:avLst/>
                  <a:gdLst/>
                  <a:ahLst/>
                  <a:cxnLst/>
                  <a:rect l="l" t="t" r="r" b="b"/>
                  <a:pathLst>
                    <a:path w="11838" h="7171" extrusionOk="0">
                      <a:moveTo>
                        <a:pt x="11838" y="0"/>
                      </a:moveTo>
                      <a:lnTo>
                        <a:pt x="1" y="6875"/>
                      </a:lnTo>
                      <a:lnTo>
                        <a:pt x="1" y="7171"/>
                      </a:lnTo>
                      <a:lnTo>
                        <a:pt x="11838" y="307"/>
                      </a:lnTo>
                      <a:lnTo>
                        <a:pt x="11838"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2" name="Google Shape;2752;p36"/>
              <p:cNvGrpSpPr/>
              <p:nvPr/>
            </p:nvGrpSpPr>
            <p:grpSpPr>
              <a:xfrm>
                <a:off x="8089717" y="-4595005"/>
                <a:ext cx="2008332" cy="1275914"/>
                <a:chOff x="8089717" y="-4595005"/>
                <a:chExt cx="2008332" cy="1275914"/>
              </a:xfrm>
            </p:grpSpPr>
            <p:sp>
              <p:nvSpPr>
                <p:cNvPr id="2753" name="Google Shape;2753;p36"/>
                <p:cNvSpPr/>
                <p:nvPr/>
              </p:nvSpPr>
              <p:spPr>
                <a:xfrm>
                  <a:off x="9941872" y="-3980229"/>
                  <a:ext cx="36807" cy="166336"/>
                </a:xfrm>
                <a:custGeom>
                  <a:avLst/>
                  <a:gdLst/>
                  <a:ahLst/>
                  <a:cxnLst/>
                  <a:rect l="l" t="t" r="r" b="b"/>
                  <a:pathLst>
                    <a:path w="131" h="592" extrusionOk="0">
                      <a:moveTo>
                        <a:pt x="130" y="1"/>
                      </a:moveTo>
                      <a:cubicBezTo>
                        <a:pt x="130" y="72"/>
                        <a:pt x="71" y="143"/>
                        <a:pt x="0" y="190"/>
                      </a:cubicBezTo>
                      <a:lnTo>
                        <a:pt x="0" y="591"/>
                      </a:lnTo>
                      <a:cubicBezTo>
                        <a:pt x="83" y="532"/>
                        <a:pt x="130" y="473"/>
                        <a:pt x="130" y="402"/>
                      </a:cubicBezTo>
                      <a:lnTo>
                        <a:pt x="130" y="1"/>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36"/>
                <p:cNvSpPr/>
                <p:nvPr/>
              </p:nvSpPr>
              <p:spPr>
                <a:xfrm>
                  <a:off x="8207150" y="-3980229"/>
                  <a:ext cx="38774" cy="166336"/>
                </a:xfrm>
                <a:custGeom>
                  <a:avLst/>
                  <a:gdLst/>
                  <a:ahLst/>
                  <a:cxnLst/>
                  <a:rect l="l" t="t" r="r" b="b"/>
                  <a:pathLst>
                    <a:path w="138" h="592" extrusionOk="0">
                      <a:moveTo>
                        <a:pt x="8" y="1"/>
                      </a:moveTo>
                      <a:cubicBezTo>
                        <a:pt x="1" y="22"/>
                        <a:pt x="1" y="44"/>
                        <a:pt x="8" y="65"/>
                      </a:cubicBezTo>
                      <a:lnTo>
                        <a:pt x="8" y="65"/>
                      </a:lnTo>
                      <a:lnTo>
                        <a:pt x="8" y="1"/>
                      </a:lnTo>
                      <a:close/>
                      <a:moveTo>
                        <a:pt x="8" y="65"/>
                      </a:moveTo>
                      <a:lnTo>
                        <a:pt x="8" y="402"/>
                      </a:lnTo>
                      <a:cubicBezTo>
                        <a:pt x="8" y="473"/>
                        <a:pt x="43" y="532"/>
                        <a:pt x="138" y="591"/>
                      </a:cubicBezTo>
                      <a:lnTo>
                        <a:pt x="138" y="190"/>
                      </a:lnTo>
                      <a:cubicBezTo>
                        <a:pt x="72" y="157"/>
                        <a:pt x="23" y="112"/>
                        <a:pt x="8" y="65"/>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36"/>
                <p:cNvSpPr/>
                <p:nvPr/>
              </p:nvSpPr>
              <p:spPr>
                <a:xfrm>
                  <a:off x="9193355" y="-3930501"/>
                  <a:ext cx="750478" cy="547896"/>
                </a:xfrm>
                <a:custGeom>
                  <a:avLst/>
                  <a:gdLst/>
                  <a:ahLst/>
                  <a:cxnLst/>
                  <a:rect l="l" t="t" r="r" b="b"/>
                  <a:pathLst>
                    <a:path w="2671" h="1950" extrusionOk="0">
                      <a:moveTo>
                        <a:pt x="2671" y="1"/>
                      </a:moveTo>
                      <a:lnTo>
                        <a:pt x="1" y="1548"/>
                      </a:lnTo>
                      <a:lnTo>
                        <a:pt x="1" y="1950"/>
                      </a:lnTo>
                      <a:lnTo>
                        <a:pt x="2671" y="402"/>
                      </a:lnTo>
                      <a:lnTo>
                        <a:pt x="2671" y="1"/>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36"/>
                <p:cNvSpPr/>
                <p:nvPr/>
              </p:nvSpPr>
              <p:spPr>
                <a:xfrm>
                  <a:off x="8245643" y="-3927126"/>
                  <a:ext cx="753849" cy="547896"/>
                </a:xfrm>
                <a:custGeom>
                  <a:avLst/>
                  <a:gdLst/>
                  <a:ahLst/>
                  <a:cxnLst/>
                  <a:rect l="l" t="t" r="r" b="b"/>
                  <a:pathLst>
                    <a:path w="2683" h="1950" extrusionOk="0">
                      <a:moveTo>
                        <a:pt x="1" y="1"/>
                      </a:moveTo>
                      <a:lnTo>
                        <a:pt x="1" y="402"/>
                      </a:lnTo>
                      <a:lnTo>
                        <a:pt x="2682" y="1950"/>
                      </a:lnTo>
                      <a:lnTo>
                        <a:pt x="2682" y="1548"/>
                      </a:lnTo>
                      <a:lnTo>
                        <a:pt x="1" y="1"/>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36"/>
                <p:cNvSpPr/>
                <p:nvPr/>
              </p:nvSpPr>
              <p:spPr>
                <a:xfrm>
                  <a:off x="8999210" y="-3492182"/>
                  <a:ext cx="189375" cy="135429"/>
                </a:xfrm>
                <a:custGeom>
                  <a:avLst/>
                  <a:gdLst/>
                  <a:ahLst/>
                  <a:cxnLst/>
                  <a:rect l="l" t="t" r="r" b="b"/>
                  <a:pathLst>
                    <a:path w="674" h="482" extrusionOk="0">
                      <a:moveTo>
                        <a:pt x="0" y="0"/>
                      </a:moveTo>
                      <a:lnTo>
                        <a:pt x="0" y="402"/>
                      </a:lnTo>
                      <a:cubicBezTo>
                        <a:pt x="89" y="455"/>
                        <a:pt x="207" y="482"/>
                        <a:pt x="328" y="482"/>
                      </a:cubicBezTo>
                      <a:cubicBezTo>
                        <a:pt x="449" y="482"/>
                        <a:pt x="573" y="455"/>
                        <a:pt x="674" y="402"/>
                      </a:cubicBezTo>
                      <a:lnTo>
                        <a:pt x="674" y="0"/>
                      </a:lnTo>
                      <a:cubicBezTo>
                        <a:pt x="579" y="59"/>
                        <a:pt x="458" y="89"/>
                        <a:pt x="337" y="89"/>
                      </a:cubicBezTo>
                      <a:cubicBezTo>
                        <a:pt x="216" y="89"/>
                        <a:pt x="95" y="59"/>
                        <a:pt x="0"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36"/>
                <p:cNvSpPr/>
                <p:nvPr/>
              </p:nvSpPr>
              <p:spPr>
                <a:xfrm>
                  <a:off x="9938500" y="-4079693"/>
                  <a:ext cx="36807" cy="116323"/>
                </a:xfrm>
                <a:custGeom>
                  <a:avLst/>
                  <a:gdLst/>
                  <a:ahLst/>
                  <a:cxnLst/>
                  <a:rect l="l" t="t" r="r" b="b"/>
                  <a:pathLst>
                    <a:path w="131" h="414" extrusionOk="0">
                      <a:moveTo>
                        <a:pt x="131" y="0"/>
                      </a:moveTo>
                      <a:cubicBezTo>
                        <a:pt x="131" y="59"/>
                        <a:pt x="83" y="130"/>
                        <a:pt x="1" y="189"/>
                      </a:cubicBezTo>
                      <a:lnTo>
                        <a:pt x="1" y="414"/>
                      </a:lnTo>
                      <a:cubicBezTo>
                        <a:pt x="83" y="355"/>
                        <a:pt x="131" y="296"/>
                        <a:pt x="131" y="225"/>
                      </a:cubicBezTo>
                      <a:lnTo>
                        <a:pt x="13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36"/>
                <p:cNvSpPr/>
                <p:nvPr/>
              </p:nvSpPr>
              <p:spPr>
                <a:xfrm>
                  <a:off x="8207150" y="-4079693"/>
                  <a:ext cx="38774" cy="116323"/>
                </a:xfrm>
                <a:custGeom>
                  <a:avLst/>
                  <a:gdLst/>
                  <a:ahLst/>
                  <a:cxnLst/>
                  <a:rect l="l" t="t" r="r" b="b"/>
                  <a:pathLst>
                    <a:path w="138" h="414" extrusionOk="0">
                      <a:moveTo>
                        <a:pt x="8" y="0"/>
                      </a:moveTo>
                      <a:cubicBezTo>
                        <a:pt x="1" y="18"/>
                        <a:pt x="1" y="37"/>
                        <a:pt x="8" y="57"/>
                      </a:cubicBezTo>
                      <a:lnTo>
                        <a:pt x="8" y="57"/>
                      </a:lnTo>
                      <a:lnTo>
                        <a:pt x="8" y="0"/>
                      </a:lnTo>
                      <a:close/>
                      <a:moveTo>
                        <a:pt x="8" y="57"/>
                      </a:moveTo>
                      <a:lnTo>
                        <a:pt x="8" y="225"/>
                      </a:lnTo>
                      <a:cubicBezTo>
                        <a:pt x="8" y="296"/>
                        <a:pt x="43" y="355"/>
                        <a:pt x="138" y="414"/>
                      </a:cubicBezTo>
                      <a:lnTo>
                        <a:pt x="138" y="189"/>
                      </a:lnTo>
                      <a:cubicBezTo>
                        <a:pt x="72" y="148"/>
                        <a:pt x="23" y="101"/>
                        <a:pt x="8" y="57"/>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36"/>
                <p:cNvSpPr/>
                <p:nvPr/>
              </p:nvSpPr>
              <p:spPr>
                <a:xfrm>
                  <a:off x="9188305" y="-4026589"/>
                  <a:ext cx="750478" cy="498164"/>
                </a:xfrm>
                <a:custGeom>
                  <a:avLst/>
                  <a:gdLst/>
                  <a:ahLst/>
                  <a:cxnLst/>
                  <a:rect l="l" t="t" r="r" b="b"/>
                  <a:pathLst>
                    <a:path w="2671" h="1773" extrusionOk="0">
                      <a:moveTo>
                        <a:pt x="2671" y="0"/>
                      </a:moveTo>
                      <a:lnTo>
                        <a:pt x="1" y="1548"/>
                      </a:lnTo>
                      <a:lnTo>
                        <a:pt x="1" y="1772"/>
                      </a:lnTo>
                      <a:lnTo>
                        <a:pt x="2671" y="225"/>
                      </a:lnTo>
                      <a:lnTo>
                        <a:pt x="267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36"/>
                <p:cNvSpPr/>
                <p:nvPr/>
              </p:nvSpPr>
              <p:spPr>
                <a:xfrm>
                  <a:off x="8249005" y="-4023214"/>
                  <a:ext cx="753849" cy="498164"/>
                </a:xfrm>
                <a:custGeom>
                  <a:avLst/>
                  <a:gdLst/>
                  <a:ahLst/>
                  <a:cxnLst/>
                  <a:rect l="l" t="t" r="r" b="b"/>
                  <a:pathLst>
                    <a:path w="2683" h="1773" extrusionOk="0">
                      <a:moveTo>
                        <a:pt x="1" y="0"/>
                      </a:moveTo>
                      <a:lnTo>
                        <a:pt x="1" y="225"/>
                      </a:lnTo>
                      <a:lnTo>
                        <a:pt x="2682" y="1772"/>
                      </a:lnTo>
                      <a:lnTo>
                        <a:pt x="2682" y="1548"/>
                      </a:lnTo>
                      <a:lnTo>
                        <a:pt x="1" y="0"/>
                      </a:ln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36"/>
                <p:cNvSpPr/>
                <p:nvPr/>
              </p:nvSpPr>
              <p:spPr>
                <a:xfrm>
                  <a:off x="8999210" y="-3591927"/>
                  <a:ext cx="189375" cy="85978"/>
                </a:xfrm>
                <a:custGeom>
                  <a:avLst/>
                  <a:gdLst/>
                  <a:ahLst/>
                  <a:cxnLst/>
                  <a:rect l="l" t="t" r="r" b="b"/>
                  <a:pathLst>
                    <a:path w="674" h="306" extrusionOk="0">
                      <a:moveTo>
                        <a:pt x="0" y="1"/>
                      </a:moveTo>
                      <a:lnTo>
                        <a:pt x="0" y="225"/>
                      </a:lnTo>
                      <a:cubicBezTo>
                        <a:pt x="89" y="279"/>
                        <a:pt x="207" y="305"/>
                        <a:pt x="328" y="305"/>
                      </a:cubicBezTo>
                      <a:cubicBezTo>
                        <a:pt x="449" y="305"/>
                        <a:pt x="573" y="279"/>
                        <a:pt x="674" y="225"/>
                      </a:cubicBezTo>
                      <a:lnTo>
                        <a:pt x="674" y="1"/>
                      </a:lnTo>
                      <a:cubicBezTo>
                        <a:pt x="579" y="54"/>
                        <a:pt x="455" y="81"/>
                        <a:pt x="333" y="81"/>
                      </a:cubicBezTo>
                      <a:cubicBezTo>
                        <a:pt x="210" y="81"/>
                        <a:pt x="89" y="54"/>
                        <a:pt x="0" y="1"/>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36"/>
                <p:cNvSpPr/>
                <p:nvPr/>
              </p:nvSpPr>
              <p:spPr>
                <a:xfrm>
                  <a:off x="8999210" y="-3486707"/>
                  <a:ext cx="189375" cy="135429"/>
                </a:xfrm>
                <a:custGeom>
                  <a:avLst/>
                  <a:gdLst/>
                  <a:ahLst/>
                  <a:cxnLst/>
                  <a:rect l="l" t="t" r="r" b="b"/>
                  <a:pathLst>
                    <a:path w="674" h="482" extrusionOk="0">
                      <a:moveTo>
                        <a:pt x="0" y="0"/>
                      </a:moveTo>
                      <a:lnTo>
                        <a:pt x="0" y="402"/>
                      </a:lnTo>
                      <a:cubicBezTo>
                        <a:pt x="89" y="455"/>
                        <a:pt x="207" y="482"/>
                        <a:pt x="328" y="482"/>
                      </a:cubicBezTo>
                      <a:cubicBezTo>
                        <a:pt x="449" y="482"/>
                        <a:pt x="573" y="455"/>
                        <a:pt x="674" y="402"/>
                      </a:cubicBezTo>
                      <a:lnTo>
                        <a:pt x="674" y="0"/>
                      </a:lnTo>
                      <a:cubicBezTo>
                        <a:pt x="579" y="59"/>
                        <a:pt x="458" y="89"/>
                        <a:pt x="337" y="89"/>
                      </a:cubicBezTo>
                      <a:cubicBezTo>
                        <a:pt x="216" y="89"/>
                        <a:pt x="95" y="59"/>
                        <a:pt x="0" y="0"/>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36"/>
                <p:cNvSpPr/>
                <p:nvPr/>
              </p:nvSpPr>
              <p:spPr>
                <a:xfrm>
                  <a:off x="8999210" y="-3586452"/>
                  <a:ext cx="189375" cy="85978"/>
                </a:xfrm>
                <a:custGeom>
                  <a:avLst/>
                  <a:gdLst/>
                  <a:ahLst/>
                  <a:cxnLst/>
                  <a:rect l="l" t="t" r="r" b="b"/>
                  <a:pathLst>
                    <a:path w="674" h="306" extrusionOk="0">
                      <a:moveTo>
                        <a:pt x="0" y="1"/>
                      </a:moveTo>
                      <a:lnTo>
                        <a:pt x="0" y="225"/>
                      </a:lnTo>
                      <a:cubicBezTo>
                        <a:pt x="89" y="279"/>
                        <a:pt x="207" y="305"/>
                        <a:pt x="328" y="305"/>
                      </a:cubicBezTo>
                      <a:cubicBezTo>
                        <a:pt x="449" y="305"/>
                        <a:pt x="573" y="279"/>
                        <a:pt x="674" y="225"/>
                      </a:cubicBezTo>
                      <a:lnTo>
                        <a:pt x="674" y="1"/>
                      </a:lnTo>
                      <a:cubicBezTo>
                        <a:pt x="579" y="54"/>
                        <a:pt x="455" y="81"/>
                        <a:pt x="333" y="81"/>
                      </a:cubicBezTo>
                      <a:cubicBezTo>
                        <a:pt x="210" y="81"/>
                        <a:pt x="89" y="54"/>
                        <a:pt x="0" y="1"/>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36"/>
                <p:cNvSpPr/>
                <p:nvPr/>
              </p:nvSpPr>
              <p:spPr>
                <a:xfrm>
                  <a:off x="8238893" y="-4025039"/>
                  <a:ext cx="753849" cy="498164"/>
                </a:xfrm>
                <a:custGeom>
                  <a:avLst/>
                  <a:gdLst/>
                  <a:ahLst/>
                  <a:cxnLst/>
                  <a:rect l="l" t="t" r="r" b="b"/>
                  <a:pathLst>
                    <a:path w="2683" h="1773" extrusionOk="0">
                      <a:moveTo>
                        <a:pt x="1" y="0"/>
                      </a:moveTo>
                      <a:lnTo>
                        <a:pt x="1" y="225"/>
                      </a:lnTo>
                      <a:lnTo>
                        <a:pt x="2682" y="1772"/>
                      </a:lnTo>
                      <a:lnTo>
                        <a:pt x="2682" y="1548"/>
                      </a:lnTo>
                      <a:lnTo>
                        <a:pt x="1" y="0"/>
                      </a:ln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66" name="Google Shape;2766;p36"/>
                <p:cNvGrpSpPr/>
                <p:nvPr/>
              </p:nvGrpSpPr>
              <p:grpSpPr>
                <a:xfrm>
                  <a:off x="8089717" y="-3976838"/>
                  <a:ext cx="890882" cy="657747"/>
                  <a:chOff x="8089717" y="-3976838"/>
                  <a:chExt cx="890882" cy="657747"/>
                </a:xfrm>
              </p:grpSpPr>
              <p:grpSp>
                <p:nvGrpSpPr>
                  <p:cNvPr id="2767" name="Google Shape;2767;p36"/>
                  <p:cNvGrpSpPr/>
                  <p:nvPr/>
                </p:nvGrpSpPr>
                <p:grpSpPr>
                  <a:xfrm>
                    <a:off x="8089717" y="-3976838"/>
                    <a:ext cx="321994" cy="328872"/>
                    <a:chOff x="8089717" y="-3976838"/>
                    <a:chExt cx="321994" cy="328872"/>
                  </a:xfrm>
                </p:grpSpPr>
                <p:grpSp>
                  <p:nvGrpSpPr>
                    <p:cNvPr id="2768" name="Google Shape;2768;p36"/>
                    <p:cNvGrpSpPr/>
                    <p:nvPr/>
                  </p:nvGrpSpPr>
                  <p:grpSpPr>
                    <a:xfrm>
                      <a:off x="8089717" y="-3976838"/>
                      <a:ext cx="321994" cy="328872"/>
                      <a:chOff x="7874217" y="-3993288"/>
                      <a:chExt cx="321994" cy="328872"/>
                    </a:xfrm>
                  </p:grpSpPr>
                  <p:sp>
                    <p:nvSpPr>
                      <p:cNvPr id="2769" name="Google Shape;2769;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7" name="Google Shape;2777;p36"/>
                    <p:cNvSpPr/>
                    <p:nvPr/>
                  </p:nvSpPr>
                  <p:spPr>
                    <a:xfrm>
                      <a:off x="8143672"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8" name="Google Shape;2778;p36"/>
                  <p:cNvGrpSpPr/>
                  <p:nvPr/>
                </p:nvGrpSpPr>
                <p:grpSpPr>
                  <a:xfrm>
                    <a:off x="8184531" y="-3922026"/>
                    <a:ext cx="321994" cy="328872"/>
                    <a:chOff x="8089717" y="-3976838"/>
                    <a:chExt cx="321994" cy="328872"/>
                  </a:xfrm>
                </p:grpSpPr>
                <p:grpSp>
                  <p:nvGrpSpPr>
                    <p:cNvPr id="2779" name="Google Shape;2779;p36"/>
                    <p:cNvGrpSpPr/>
                    <p:nvPr/>
                  </p:nvGrpSpPr>
                  <p:grpSpPr>
                    <a:xfrm>
                      <a:off x="8089717" y="-3976838"/>
                      <a:ext cx="321994" cy="328872"/>
                      <a:chOff x="7874217" y="-3993288"/>
                      <a:chExt cx="321994" cy="328872"/>
                    </a:xfrm>
                  </p:grpSpPr>
                  <p:sp>
                    <p:nvSpPr>
                      <p:cNvPr id="2780" name="Google Shape;2780;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8" name="Google Shape;2788;p36"/>
                    <p:cNvSpPr/>
                    <p:nvPr/>
                  </p:nvSpPr>
                  <p:spPr>
                    <a:xfrm>
                      <a:off x="8134591"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9" name="Google Shape;2789;p36"/>
                  <p:cNvGrpSpPr/>
                  <p:nvPr/>
                </p:nvGrpSpPr>
                <p:grpSpPr>
                  <a:xfrm>
                    <a:off x="8279346" y="-3867213"/>
                    <a:ext cx="321994" cy="328872"/>
                    <a:chOff x="8089717" y="-3976838"/>
                    <a:chExt cx="321994" cy="328872"/>
                  </a:xfrm>
                </p:grpSpPr>
                <p:grpSp>
                  <p:nvGrpSpPr>
                    <p:cNvPr id="2790" name="Google Shape;2790;p36"/>
                    <p:cNvGrpSpPr/>
                    <p:nvPr/>
                  </p:nvGrpSpPr>
                  <p:grpSpPr>
                    <a:xfrm>
                      <a:off x="8089717" y="-3976838"/>
                      <a:ext cx="321994" cy="328872"/>
                      <a:chOff x="7874217" y="-3993288"/>
                      <a:chExt cx="321994" cy="328872"/>
                    </a:xfrm>
                  </p:grpSpPr>
                  <p:sp>
                    <p:nvSpPr>
                      <p:cNvPr id="2791" name="Google Shape;2791;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9" name="Google Shape;2799;p36"/>
                    <p:cNvSpPr/>
                    <p:nvPr/>
                  </p:nvSpPr>
                  <p:spPr>
                    <a:xfrm>
                      <a:off x="8143672"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0" name="Google Shape;2800;p36"/>
                  <p:cNvGrpSpPr/>
                  <p:nvPr/>
                </p:nvGrpSpPr>
                <p:grpSpPr>
                  <a:xfrm>
                    <a:off x="8374160" y="-3812401"/>
                    <a:ext cx="321994" cy="328872"/>
                    <a:chOff x="8089717" y="-3976838"/>
                    <a:chExt cx="321994" cy="328872"/>
                  </a:xfrm>
                </p:grpSpPr>
                <p:grpSp>
                  <p:nvGrpSpPr>
                    <p:cNvPr id="2801" name="Google Shape;2801;p36"/>
                    <p:cNvGrpSpPr/>
                    <p:nvPr/>
                  </p:nvGrpSpPr>
                  <p:grpSpPr>
                    <a:xfrm>
                      <a:off x="8089717" y="-3976838"/>
                      <a:ext cx="321994" cy="328872"/>
                      <a:chOff x="7874217" y="-3993288"/>
                      <a:chExt cx="321994" cy="328872"/>
                    </a:xfrm>
                  </p:grpSpPr>
                  <p:sp>
                    <p:nvSpPr>
                      <p:cNvPr id="2802" name="Google Shape;2802;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10" name="Google Shape;2810;p36"/>
                    <p:cNvSpPr/>
                    <p:nvPr/>
                  </p:nvSpPr>
                  <p:spPr>
                    <a:xfrm>
                      <a:off x="8143672"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1" name="Google Shape;2811;p36"/>
                  <p:cNvGrpSpPr/>
                  <p:nvPr/>
                </p:nvGrpSpPr>
                <p:grpSpPr>
                  <a:xfrm>
                    <a:off x="8468975" y="-3757588"/>
                    <a:ext cx="321994" cy="328872"/>
                    <a:chOff x="8089717" y="-3976838"/>
                    <a:chExt cx="321994" cy="328872"/>
                  </a:xfrm>
                </p:grpSpPr>
                <p:grpSp>
                  <p:nvGrpSpPr>
                    <p:cNvPr id="2812" name="Google Shape;2812;p36"/>
                    <p:cNvGrpSpPr/>
                    <p:nvPr/>
                  </p:nvGrpSpPr>
                  <p:grpSpPr>
                    <a:xfrm>
                      <a:off x="8089717" y="-3976838"/>
                      <a:ext cx="321994" cy="328872"/>
                      <a:chOff x="7874217" y="-3993288"/>
                      <a:chExt cx="321994" cy="328872"/>
                    </a:xfrm>
                  </p:grpSpPr>
                  <p:sp>
                    <p:nvSpPr>
                      <p:cNvPr id="2813" name="Google Shape;2813;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1" name="Google Shape;2821;p36"/>
                    <p:cNvSpPr/>
                    <p:nvPr/>
                  </p:nvSpPr>
                  <p:spPr>
                    <a:xfrm>
                      <a:off x="8143672"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2" name="Google Shape;2822;p36"/>
                  <p:cNvGrpSpPr/>
                  <p:nvPr/>
                </p:nvGrpSpPr>
                <p:grpSpPr>
                  <a:xfrm>
                    <a:off x="8563790" y="-3702776"/>
                    <a:ext cx="321994" cy="328872"/>
                    <a:chOff x="8089717" y="-3976838"/>
                    <a:chExt cx="321994" cy="328872"/>
                  </a:xfrm>
                </p:grpSpPr>
                <p:grpSp>
                  <p:nvGrpSpPr>
                    <p:cNvPr id="2823" name="Google Shape;2823;p36"/>
                    <p:cNvGrpSpPr/>
                    <p:nvPr/>
                  </p:nvGrpSpPr>
                  <p:grpSpPr>
                    <a:xfrm>
                      <a:off x="8089717" y="-3976838"/>
                      <a:ext cx="321994" cy="328872"/>
                      <a:chOff x="7874217" y="-3993288"/>
                      <a:chExt cx="321994" cy="328872"/>
                    </a:xfrm>
                  </p:grpSpPr>
                  <p:sp>
                    <p:nvSpPr>
                      <p:cNvPr id="2824" name="Google Shape;2824;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32" name="Google Shape;2832;p36"/>
                    <p:cNvSpPr/>
                    <p:nvPr/>
                  </p:nvSpPr>
                  <p:spPr>
                    <a:xfrm>
                      <a:off x="8143672"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3" name="Google Shape;2833;p36"/>
                  <p:cNvGrpSpPr/>
                  <p:nvPr/>
                </p:nvGrpSpPr>
                <p:grpSpPr>
                  <a:xfrm>
                    <a:off x="8658604" y="-3647963"/>
                    <a:ext cx="321994" cy="328872"/>
                    <a:chOff x="8089717" y="-3976838"/>
                    <a:chExt cx="321994" cy="328872"/>
                  </a:xfrm>
                </p:grpSpPr>
                <p:grpSp>
                  <p:nvGrpSpPr>
                    <p:cNvPr id="2834" name="Google Shape;2834;p36"/>
                    <p:cNvGrpSpPr/>
                    <p:nvPr/>
                  </p:nvGrpSpPr>
                  <p:grpSpPr>
                    <a:xfrm>
                      <a:off x="8089717" y="-3976838"/>
                      <a:ext cx="321994" cy="328872"/>
                      <a:chOff x="7874217" y="-3993288"/>
                      <a:chExt cx="321994" cy="328872"/>
                    </a:xfrm>
                  </p:grpSpPr>
                  <p:sp>
                    <p:nvSpPr>
                      <p:cNvPr id="2835" name="Google Shape;2835;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3" name="Google Shape;2843;p36"/>
                    <p:cNvSpPr/>
                    <p:nvPr/>
                  </p:nvSpPr>
                  <p:spPr>
                    <a:xfrm>
                      <a:off x="8143672"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44" name="Google Shape;2844;p36"/>
                <p:cNvGrpSpPr/>
                <p:nvPr/>
              </p:nvGrpSpPr>
              <p:grpSpPr>
                <a:xfrm flipH="1">
                  <a:off x="9207167" y="-3976838"/>
                  <a:ext cx="890882" cy="657747"/>
                  <a:chOff x="8089717" y="-3976838"/>
                  <a:chExt cx="890882" cy="657747"/>
                </a:xfrm>
              </p:grpSpPr>
              <p:grpSp>
                <p:nvGrpSpPr>
                  <p:cNvPr id="2845" name="Google Shape;2845;p36"/>
                  <p:cNvGrpSpPr/>
                  <p:nvPr/>
                </p:nvGrpSpPr>
                <p:grpSpPr>
                  <a:xfrm>
                    <a:off x="8089717" y="-3976838"/>
                    <a:ext cx="321994" cy="328872"/>
                    <a:chOff x="8089717" y="-3976838"/>
                    <a:chExt cx="321994" cy="328872"/>
                  </a:xfrm>
                </p:grpSpPr>
                <p:grpSp>
                  <p:nvGrpSpPr>
                    <p:cNvPr id="2846" name="Google Shape;2846;p36"/>
                    <p:cNvGrpSpPr/>
                    <p:nvPr/>
                  </p:nvGrpSpPr>
                  <p:grpSpPr>
                    <a:xfrm>
                      <a:off x="8089717" y="-3976838"/>
                      <a:ext cx="321994" cy="328872"/>
                      <a:chOff x="7874217" y="-3993288"/>
                      <a:chExt cx="321994" cy="328872"/>
                    </a:xfrm>
                  </p:grpSpPr>
                  <p:sp>
                    <p:nvSpPr>
                      <p:cNvPr id="2847" name="Google Shape;2847;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5" name="Google Shape;2855;p36"/>
                    <p:cNvSpPr/>
                    <p:nvPr/>
                  </p:nvSpPr>
                  <p:spPr>
                    <a:xfrm>
                      <a:off x="8143344"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6" name="Google Shape;2856;p36"/>
                  <p:cNvGrpSpPr/>
                  <p:nvPr/>
                </p:nvGrpSpPr>
                <p:grpSpPr>
                  <a:xfrm>
                    <a:off x="8184531" y="-3922026"/>
                    <a:ext cx="321994" cy="328872"/>
                    <a:chOff x="8089717" y="-3976838"/>
                    <a:chExt cx="321994" cy="328872"/>
                  </a:xfrm>
                </p:grpSpPr>
                <p:grpSp>
                  <p:nvGrpSpPr>
                    <p:cNvPr id="2857" name="Google Shape;2857;p36"/>
                    <p:cNvGrpSpPr/>
                    <p:nvPr/>
                  </p:nvGrpSpPr>
                  <p:grpSpPr>
                    <a:xfrm>
                      <a:off x="8089717" y="-3976838"/>
                      <a:ext cx="321994" cy="328872"/>
                      <a:chOff x="7874217" y="-3993288"/>
                      <a:chExt cx="321994" cy="328872"/>
                    </a:xfrm>
                  </p:grpSpPr>
                  <p:sp>
                    <p:nvSpPr>
                      <p:cNvPr id="2858" name="Google Shape;2858;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6" name="Google Shape;2866;p36"/>
                    <p:cNvSpPr/>
                    <p:nvPr/>
                  </p:nvSpPr>
                  <p:spPr>
                    <a:xfrm>
                      <a:off x="8143344"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7" name="Google Shape;2867;p36"/>
                  <p:cNvGrpSpPr/>
                  <p:nvPr/>
                </p:nvGrpSpPr>
                <p:grpSpPr>
                  <a:xfrm>
                    <a:off x="8279346" y="-3867213"/>
                    <a:ext cx="321994" cy="328872"/>
                    <a:chOff x="8089717" y="-3976838"/>
                    <a:chExt cx="321994" cy="328872"/>
                  </a:xfrm>
                </p:grpSpPr>
                <p:grpSp>
                  <p:nvGrpSpPr>
                    <p:cNvPr id="2868" name="Google Shape;2868;p36"/>
                    <p:cNvGrpSpPr/>
                    <p:nvPr/>
                  </p:nvGrpSpPr>
                  <p:grpSpPr>
                    <a:xfrm>
                      <a:off x="8089717" y="-3976838"/>
                      <a:ext cx="321994" cy="328872"/>
                      <a:chOff x="7874217" y="-3993288"/>
                      <a:chExt cx="321994" cy="328872"/>
                    </a:xfrm>
                  </p:grpSpPr>
                  <p:sp>
                    <p:nvSpPr>
                      <p:cNvPr id="2869" name="Google Shape;2869;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77" name="Google Shape;2877;p36"/>
                    <p:cNvSpPr/>
                    <p:nvPr/>
                  </p:nvSpPr>
                  <p:spPr>
                    <a:xfrm>
                      <a:off x="8143344"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8" name="Google Shape;2878;p36"/>
                  <p:cNvGrpSpPr/>
                  <p:nvPr/>
                </p:nvGrpSpPr>
                <p:grpSpPr>
                  <a:xfrm>
                    <a:off x="8374160" y="-3812401"/>
                    <a:ext cx="321994" cy="328872"/>
                    <a:chOff x="8089717" y="-3976838"/>
                    <a:chExt cx="321994" cy="328872"/>
                  </a:xfrm>
                </p:grpSpPr>
                <p:grpSp>
                  <p:nvGrpSpPr>
                    <p:cNvPr id="2879" name="Google Shape;2879;p36"/>
                    <p:cNvGrpSpPr/>
                    <p:nvPr/>
                  </p:nvGrpSpPr>
                  <p:grpSpPr>
                    <a:xfrm>
                      <a:off x="8089717" y="-3976838"/>
                      <a:ext cx="321994" cy="328872"/>
                      <a:chOff x="7874217" y="-3993288"/>
                      <a:chExt cx="321994" cy="328872"/>
                    </a:xfrm>
                  </p:grpSpPr>
                  <p:sp>
                    <p:nvSpPr>
                      <p:cNvPr id="2880" name="Google Shape;2880;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8" name="Google Shape;2888;p36"/>
                    <p:cNvSpPr/>
                    <p:nvPr/>
                  </p:nvSpPr>
                  <p:spPr>
                    <a:xfrm>
                      <a:off x="8143344"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9" name="Google Shape;2889;p36"/>
                  <p:cNvGrpSpPr/>
                  <p:nvPr/>
                </p:nvGrpSpPr>
                <p:grpSpPr>
                  <a:xfrm>
                    <a:off x="8468975" y="-3757588"/>
                    <a:ext cx="321994" cy="328872"/>
                    <a:chOff x="8089717" y="-3976838"/>
                    <a:chExt cx="321994" cy="328872"/>
                  </a:xfrm>
                </p:grpSpPr>
                <p:grpSp>
                  <p:nvGrpSpPr>
                    <p:cNvPr id="2890" name="Google Shape;2890;p36"/>
                    <p:cNvGrpSpPr/>
                    <p:nvPr/>
                  </p:nvGrpSpPr>
                  <p:grpSpPr>
                    <a:xfrm>
                      <a:off x="8089717" y="-3976838"/>
                      <a:ext cx="321994" cy="328872"/>
                      <a:chOff x="7874217" y="-3993288"/>
                      <a:chExt cx="321994" cy="328872"/>
                    </a:xfrm>
                  </p:grpSpPr>
                  <p:sp>
                    <p:nvSpPr>
                      <p:cNvPr id="2891" name="Google Shape;2891;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9" name="Google Shape;2899;p36"/>
                    <p:cNvSpPr/>
                    <p:nvPr/>
                  </p:nvSpPr>
                  <p:spPr>
                    <a:xfrm>
                      <a:off x="8152425"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0" name="Google Shape;2900;p36"/>
                  <p:cNvGrpSpPr/>
                  <p:nvPr/>
                </p:nvGrpSpPr>
                <p:grpSpPr>
                  <a:xfrm>
                    <a:off x="8563790" y="-3702776"/>
                    <a:ext cx="321994" cy="328872"/>
                    <a:chOff x="8089717" y="-3976838"/>
                    <a:chExt cx="321994" cy="328872"/>
                  </a:xfrm>
                </p:grpSpPr>
                <p:grpSp>
                  <p:nvGrpSpPr>
                    <p:cNvPr id="2901" name="Google Shape;2901;p36"/>
                    <p:cNvGrpSpPr/>
                    <p:nvPr/>
                  </p:nvGrpSpPr>
                  <p:grpSpPr>
                    <a:xfrm>
                      <a:off x="8089717" y="-3976838"/>
                      <a:ext cx="321994" cy="328872"/>
                      <a:chOff x="7874217" y="-3993288"/>
                      <a:chExt cx="321994" cy="328872"/>
                    </a:xfrm>
                  </p:grpSpPr>
                  <p:sp>
                    <p:nvSpPr>
                      <p:cNvPr id="2902" name="Google Shape;2902;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10" name="Google Shape;2910;p36"/>
                    <p:cNvSpPr/>
                    <p:nvPr/>
                  </p:nvSpPr>
                  <p:spPr>
                    <a:xfrm>
                      <a:off x="8143344"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1" name="Google Shape;2911;p36"/>
                  <p:cNvGrpSpPr/>
                  <p:nvPr/>
                </p:nvGrpSpPr>
                <p:grpSpPr>
                  <a:xfrm>
                    <a:off x="8658604" y="-3647963"/>
                    <a:ext cx="321994" cy="328872"/>
                    <a:chOff x="8089717" y="-3976838"/>
                    <a:chExt cx="321994" cy="328872"/>
                  </a:xfrm>
                </p:grpSpPr>
                <p:grpSp>
                  <p:nvGrpSpPr>
                    <p:cNvPr id="2912" name="Google Shape;2912;p36"/>
                    <p:cNvGrpSpPr/>
                    <p:nvPr/>
                  </p:nvGrpSpPr>
                  <p:grpSpPr>
                    <a:xfrm>
                      <a:off x="8089717" y="-3976838"/>
                      <a:ext cx="321994" cy="328872"/>
                      <a:chOff x="7874217" y="-3993288"/>
                      <a:chExt cx="321994" cy="328872"/>
                    </a:xfrm>
                  </p:grpSpPr>
                  <p:sp>
                    <p:nvSpPr>
                      <p:cNvPr id="2913" name="Google Shape;2913;p36"/>
                      <p:cNvSpPr/>
                      <p:nvPr/>
                    </p:nvSpPr>
                    <p:spPr>
                      <a:xfrm>
                        <a:off x="8039990" y="-3990063"/>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36"/>
                      <p:cNvSpPr/>
                      <p:nvPr/>
                    </p:nvSpPr>
                    <p:spPr>
                      <a:xfrm>
                        <a:off x="7927320" y="-3927126"/>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36"/>
                      <p:cNvSpPr/>
                      <p:nvPr/>
                    </p:nvSpPr>
                    <p:spPr>
                      <a:xfrm>
                        <a:off x="7874217" y="-3741123"/>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36"/>
                      <p:cNvSpPr/>
                      <p:nvPr/>
                    </p:nvSpPr>
                    <p:spPr>
                      <a:xfrm>
                        <a:off x="7874217" y="-3707968"/>
                        <a:ext cx="50013" cy="43551"/>
                      </a:xfrm>
                      <a:custGeom>
                        <a:avLst/>
                        <a:gdLst/>
                        <a:ahLst/>
                        <a:cxnLst/>
                        <a:rect l="l" t="t" r="r" b="b"/>
                        <a:pathLst>
                          <a:path w="178" h="155" extrusionOk="0">
                            <a:moveTo>
                              <a:pt x="0" y="0"/>
                            </a:moveTo>
                            <a:lnTo>
                              <a:pt x="0" y="36"/>
                            </a:lnTo>
                            <a:lnTo>
                              <a:pt x="177" y="154"/>
                            </a:lnTo>
                            <a:lnTo>
                              <a:pt x="177" y="107"/>
                            </a:lnTo>
                            <a:lnTo>
                              <a:pt x="0"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36"/>
                      <p:cNvSpPr/>
                      <p:nvPr/>
                    </p:nvSpPr>
                    <p:spPr>
                      <a:xfrm>
                        <a:off x="8039990" y="-3993288"/>
                        <a:ext cx="156221" cy="93283"/>
                      </a:xfrm>
                      <a:custGeom>
                        <a:avLst/>
                        <a:gdLst/>
                        <a:ahLst/>
                        <a:cxnLst/>
                        <a:rect l="l" t="t" r="r" b="b"/>
                        <a:pathLst>
                          <a:path w="556" h="332" extrusionOk="0">
                            <a:moveTo>
                              <a:pt x="379" y="0"/>
                            </a:moveTo>
                            <a:lnTo>
                              <a:pt x="1" y="225"/>
                            </a:lnTo>
                            <a:lnTo>
                              <a:pt x="190" y="331"/>
                            </a:lnTo>
                            <a:lnTo>
                              <a:pt x="556" y="107"/>
                            </a:lnTo>
                            <a:lnTo>
                              <a:pt x="37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6"/>
                      <p:cNvSpPr/>
                      <p:nvPr/>
                    </p:nvSpPr>
                    <p:spPr>
                      <a:xfrm>
                        <a:off x="7874217" y="-3744348"/>
                        <a:ext cx="106489" cy="63219"/>
                      </a:xfrm>
                      <a:custGeom>
                        <a:avLst/>
                        <a:gdLst/>
                        <a:ahLst/>
                        <a:cxnLst/>
                        <a:rect l="l" t="t" r="r" b="b"/>
                        <a:pathLst>
                          <a:path w="379" h="225" extrusionOk="0">
                            <a:moveTo>
                              <a:pt x="189" y="0"/>
                            </a:moveTo>
                            <a:lnTo>
                              <a:pt x="0" y="118"/>
                            </a:lnTo>
                            <a:lnTo>
                              <a:pt x="177" y="225"/>
                            </a:lnTo>
                            <a:lnTo>
                              <a:pt x="378" y="107"/>
                            </a:lnTo>
                            <a:lnTo>
                              <a:pt x="189"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6"/>
                      <p:cNvSpPr/>
                      <p:nvPr/>
                    </p:nvSpPr>
                    <p:spPr>
                      <a:xfrm>
                        <a:off x="7923949" y="-3960280"/>
                        <a:ext cx="272262" cy="295864"/>
                      </a:xfrm>
                      <a:custGeom>
                        <a:avLst/>
                        <a:gdLst/>
                        <a:ahLst/>
                        <a:cxnLst/>
                        <a:rect l="l" t="t" r="r" b="b"/>
                        <a:pathLst>
                          <a:path w="969" h="1053" extrusionOk="0">
                            <a:moveTo>
                              <a:pt x="969" y="1"/>
                            </a:moveTo>
                            <a:lnTo>
                              <a:pt x="603" y="225"/>
                            </a:lnTo>
                            <a:lnTo>
                              <a:pt x="201" y="887"/>
                            </a:lnTo>
                            <a:lnTo>
                              <a:pt x="0" y="1005"/>
                            </a:lnTo>
                            <a:lnTo>
                              <a:pt x="0" y="1052"/>
                            </a:lnTo>
                            <a:lnTo>
                              <a:pt x="225" y="934"/>
                            </a:lnTo>
                            <a:lnTo>
                              <a:pt x="615" y="249"/>
                            </a:lnTo>
                            <a:lnTo>
                              <a:pt x="969" y="48"/>
                            </a:lnTo>
                            <a:lnTo>
                              <a:pt x="96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1" name="Google Shape;2921;p36"/>
                    <p:cNvSpPr/>
                    <p:nvPr/>
                  </p:nvSpPr>
                  <p:spPr>
                    <a:xfrm>
                      <a:off x="8143344" y="-3910551"/>
                      <a:ext cx="166055" cy="216068"/>
                    </a:xfrm>
                    <a:custGeom>
                      <a:avLst/>
                      <a:gdLst/>
                      <a:ahLst/>
                      <a:cxnLst/>
                      <a:rect l="l" t="t" r="r" b="b"/>
                      <a:pathLst>
                        <a:path w="591" h="769" extrusionOk="0">
                          <a:moveTo>
                            <a:pt x="402" y="1"/>
                          </a:moveTo>
                          <a:lnTo>
                            <a:pt x="0" y="662"/>
                          </a:lnTo>
                          <a:lnTo>
                            <a:pt x="189" y="769"/>
                          </a:lnTo>
                          <a:lnTo>
                            <a:pt x="591" y="107"/>
                          </a:lnTo>
                          <a:lnTo>
                            <a:pt x="402" y="1"/>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22" name="Google Shape;2922;p36"/>
                <p:cNvGrpSpPr/>
                <p:nvPr/>
              </p:nvGrpSpPr>
              <p:grpSpPr>
                <a:xfrm>
                  <a:off x="8191061" y="-4595005"/>
                  <a:ext cx="1804055" cy="1024145"/>
                  <a:chOff x="8189448" y="-4492455"/>
                  <a:chExt cx="1804055" cy="1024145"/>
                </a:xfrm>
              </p:grpSpPr>
              <p:sp>
                <p:nvSpPr>
                  <p:cNvPr id="2923" name="Google Shape;2923;p36"/>
                  <p:cNvSpPr/>
                  <p:nvPr/>
                </p:nvSpPr>
                <p:spPr>
                  <a:xfrm>
                    <a:off x="8189448" y="-4491316"/>
                    <a:ext cx="1802439" cy="1021897"/>
                  </a:xfrm>
                  <a:custGeom>
                    <a:avLst/>
                    <a:gdLst/>
                    <a:ahLst/>
                    <a:cxnLst/>
                    <a:rect l="l" t="t" r="r" b="b"/>
                    <a:pathLst>
                      <a:path w="6415" h="3637" extrusionOk="0">
                        <a:moveTo>
                          <a:pt x="3206" y="1"/>
                        </a:moveTo>
                        <a:cubicBezTo>
                          <a:pt x="3086" y="1"/>
                          <a:pt x="2965" y="24"/>
                          <a:pt x="2871" y="71"/>
                        </a:cubicBezTo>
                        <a:lnTo>
                          <a:pt x="201" y="1631"/>
                        </a:lnTo>
                        <a:cubicBezTo>
                          <a:pt x="0" y="1725"/>
                          <a:pt x="0" y="1902"/>
                          <a:pt x="201" y="2009"/>
                        </a:cubicBezTo>
                        <a:lnTo>
                          <a:pt x="2882" y="3556"/>
                        </a:lnTo>
                        <a:cubicBezTo>
                          <a:pt x="2971" y="3609"/>
                          <a:pt x="3089" y="3636"/>
                          <a:pt x="3209" y="3636"/>
                        </a:cubicBezTo>
                        <a:cubicBezTo>
                          <a:pt x="3328" y="3636"/>
                          <a:pt x="3449" y="3609"/>
                          <a:pt x="3544" y="3556"/>
                        </a:cubicBezTo>
                        <a:lnTo>
                          <a:pt x="6226" y="2009"/>
                        </a:lnTo>
                        <a:cubicBezTo>
                          <a:pt x="6415" y="1902"/>
                          <a:pt x="6415" y="1725"/>
                          <a:pt x="6226" y="1631"/>
                        </a:cubicBezTo>
                        <a:lnTo>
                          <a:pt x="3532" y="71"/>
                        </a:lnTo>
                        <a:cubicBezTo>
                          <a:pt x="3444" y="24"/>
                          <a:pt x="3325" y="1"/>
                          <a:pt x="3206" y="1"/>
                        </a:cubicBez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24" name="Google Shape;2924;p36"/>
                  <p:cNvGrpSpPr/>
                  <p:nvPr/>
                </p:nvGrpSpPr>
                <p:grpSpPr>
                  <a:xfrm>
                    <a:off x="8191064" y="-4492455"/>
                    <a:ext cx="1802439" cy="1024145"/>
                    <a:chOff x="8121364" y="-4667505"/>
                    <a:chExt cx="1802439" cy="1024145"/>
                  </a:xfrm>
                </p:grpSpPr>
                <p:sp>
                  <p:nvSpPr>
                    <p:cNvPr id="2925" name="Google Shape;2925;p36"/>
                    <p:cNvSpPr/>
                    <p:nvPr/>
                  </p:nvSpPr>
                  <p:spPr>
                    <a:xfrm>
                      <a:off x="8121364" y="-4667505"/>
                      <a:ext cx="1802439" cy="1024145"/>
                    </a:xfrm>
                    <a:custGeom>
                      <a:avLst/>
                      <a:gdLst/>
                      <a:ahLst/>
                      <a:cxnLst/>
                      <a:rect l="l" t="t" r="r" b="b"/>
                      <a:pathLst>
                        <a:path w="6415" h="3645" extrusionOk="0">
                          <a:moveTo>
                            <a:pt x="3206" y="0"/>
                          </a:moveTo>
                          <a:cubicBezTo>
                            <a:pt x="3086" y="0"/>
                            <a:pt x="2965" y="27"/>
                            <a:pt x="2871" y="80"/>
                          </a:cubicBezTo>
                          <a:lnTo>
                            <a:pt x="201" y="1628"/>
                          </a:lnTo>
                          <a:cubicBezTo>
                            <a:pt x="0" y="1734"/>
                            <a:pt x="0" y="1911"/>
                            <a:pt x="201" y="2018"/>
                          </a:cubicBezTo>
                          <a:lnTo>
                            <a:pt x="2882" y="3565"/>
                          </a:lnTo>
                          <a:cubicBezTo>
                            <a:pt x="2971" y="3618"/>
                            <a:pt x="3089" y="3645"/>
                            <a:pt x="3209" y="3645"/>
                          </a:cubicBezTo>
                          <a:cubicBezTo>
                            <a:pt x="3328" y="3645"/>
                            <a:pt x="3449" y="3618"/>
                            <a:pt x="3544" y="3565"/>
                          </a:cubicBezTo>
                          <a:lnTo>
                            <a:pt x="6226" y="2018"/>
                          </a:lnTo>
                          <a:cubicBezTo>
                            <a:pt x="6415" y="1911"/>
                            <a:pt x="6415" y="1734"/>
                            <a:pt x="6226" y="1628"/>
                          </a:cubicBezTo>
                          <a:lnTo>
                            <a:pt x="3532" y="80"/>
                          </a:lnTo>
                          <a:cubicBezTo>
                            <a:pt x="3444" y="27"/>
                            <a:pt x="3325" y="0"/>
                            <a:pt x="3206" y="0"/>
                          </a:cubicBez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6"/>
                    <p:cNvSpPr/>
                    <p:nvPr/>
                  </p:nvSpPr>
                  <p:spPr>
                    <a:xfrm>
                      <a:off x="8783258" y="-4528987"/>
                      <a:ext cx="866800" cy="501536"/>
                    </a:xfrm>
                    <a:custGeom>
                      <a:avLst/>
                      <a:gdLst/>
                      <a:ahLst/>
                      <a:cxnLst/>
                      <a:rect l="l" t="t" r="r" b="b"/>
                      <a:pathLst>
                        <a:path w="3085" h="1785" extrusionOk="0">
                          <a:moveTo>
                            <a:pt x="521" y="1"/>
                          </a:moveTo>
                          <a:lnTo>
                            <a:pt x="1" y="296"/>
                          </a:lnTo>
                          <a:lnTo>
                            <a:pt x="2588" y="1784"/>
                          </a:lnTo>
                          <a:lnTo>
                            <a:pt x="3084" y="1489"/>
                          </a:lnTo>
                          <a:lnTo>
                            <a:pt x="521"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6"/>
                    <p:cNvSpPr/>
                    <p:nvPr/>
                  </p:nvSpPr>
                  <p:spPr>
                    <a:xfrm>
                      <a:off x="8647267" y="-4416036"/>
                      <a:ext cx="813415" cy="468100"/>
                    </a:xfrm>
                    <a:custGeom>
                      <a:avLst/>
                      <a:gdLst/>
                      <a:ahLst/>
                      <a:cxnLst/>
                      <a:rect l="l" t="t" r="r" b="b"/>
                      <a:pathLst>
                        <a:path w="2895" h="1666" extrusionOk="0">
                          <a:moveTo>
                            <a:pt x="308" y="0"/>
                          </a:moveTo>
                          <a:lnTo>
                            <a:pt x="0" y="178"/>
                          </a:lnTo>
                          <a:lnTo>
                            <a:pt x="2588" y="1666"/>
                          </a:lnTo>
                          <a:lnTo>
                            <a:pt x="2895" y="1489"/>
                          </a:lnTo>
                          <a:lnTo>
                            <a:pt x="308"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6"/>
                    <p:cNvSpPr/>
                    <p:nvPr/>
                  </p:nvSpPr>
                  <p:spPr>
                    <a:xfrm>
                      <a:off x="8358428" y="-4246891"/>
                      <a:ext cx="806953" cy="468381"/>
                    </a:xfrm>
                    <a:custGeom>
                      <a:avLst/>
                      <a:gdLst/>
                      <a:ahLst/>
                      <a:cxnLst/>
                      <a:rect l="l" t="t" r="r" b="b"/>
                      <a:pathLst>
                        <a:path w="2872" h="1667" extrusionOk="0">
                          <a:moveTo>
                            <a:pt x="296" y="1"/>
                          </a:moveTo>
                          <a:lnTo>
                            <a:pt x="1" y="178"/>
                          </a:lnTo>
                          <a:lnTo>
                            <a:pt x="2564" y="1666"/>
                          </a:lnTo>
                          <a:lnTo>
                            <a:pt x="2871" y="1489"/>
                          </a:lnTo>
                          <a:lnTo>
                            <a:pt x="296"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6"/>
                    <p:cNvSpPr/>
                    <p:nvPr/>
                  </p:nvSpPr>
                  <p:spPr>
                    <a:xfrm>
                      <a:off x="8501162" y="-4329778"/>
                      <a:ext cx="388585" cy="225902"/>
                    </a:xfrm>
                    <a:custGeom>
                      <a:avLst/>
                      <a:gdLst/>
                      <a:ahLst/>
                      <a:cxnLst/>
                      <a:rect l="l" t="t" r="r" b="b"/>
                      <a:pathLst>
                        <a:path w="1383" h="804" extrusionOk="0">
                          <a:moveTo>
                            <a:pt x="320" y="0"/>
                          </a:moveTo>
                          <a:lnTo>
                            <a:pt x="1" y="178"/>
                          </a:lnTo>
                          <a:lnTo>
                            <a:pt x="1088" y="804"/>
                          </a:lnTo>
                          <a:lnTo>
                            <a:pt x="1383" y="627"/>
                          </a:lnTo>
                          <a:lnTo>
                            <a:pt x="320"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36"/>
                    <p:cNvSpPr/>
                    <p:nvPr/>
                  </p:nvSpPr>
                  <p:spPr>
                    <a:xfrm>
                      <a:off x="8925992" y="-4084209"/>
                      <a:ext cx="385494" cy="219440"/>
                    </a:xfrm>
                    <a:custGeom>
                      <a:avLst/>
                      <a:gdLst/>
                      <a:ahLst/>
                      <a:cxnLst/>
                      <a:rect l="l" t="t" r="r" b="b"/>
                      <a:pathLst>
                        <a:path w="1372" h="781" extrusionOk="0">
                          <a:moveTo>
                            <a:pt x="308" y="1"/>
                          </a:moveTo>
                          <a:lnTo>
                            <a:pt x="1" y="166"/>
                          </a:lnTo>
                          <a:lnTo>
                            <a:pt x="1076" y="780"/>
                          </a:lnTo>
                          <a:lnTo>
                            <a:pt x="1371" y="615"/>
                          </a:lnTo>
                          <a:lnTo>
                            <a:pt x="308"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2931" name="Google Shape;2931;p36"/>
            <p:cNvGrpSpPr/>
            <p:nvPr/>
          </p:nvGrpSpPr>
          <p:grpSpPr>
            <a:xfrm>
              <a:off x="5567592" y="2776196"/>
              <a:ext cx="304008" cy="564114"/>
              <a:chOff x="6058230" y="-2567239"/>
              <a:chExt cx="663194" cy="1230616"/>
            </a:xfrm>
          </p:grpSpPr>
          <p:sp>
            <p:nvSpPr>
              <p:cNvPr id="2932" name="Google Shape;2932;p36"/>
              <p:cNvSpPr/>
              <p:nvPr/>
            </p:nvSpPr>
            <p:spPr>
              <a:xfrm>
                <a:off x="6176683" y="-2305973"/>
                <a:ext cx="412195" cy="969350"/>
              </a:xfrm>
              <a:custGeom>
                <a:avLst/>
                <a:gdLst/>
                <a:ahLst/>
                <a:cxnLst/>
                <a:rect l="l" t="t" r="r" b="b"/>
                <a:pathLst>
                  <a:path w="1726" h="4059" extrusionOk="0">
                    <a:moveTo>
                      <a:pt x="442" y="0"/>
                    </a:moveTo>
                    <a:cubicBezTo>
                      <a:pt x="366" y="0"/>
                      <a:pt x="297" y="19"/>
                      <a:pt x="237" y="54"/>
                    </a:cubicBezTo>
                    <a:cubicBezTo>
                      <a:pt x="83" y="148"/>
                      <a:pt x="0" y="325"/>
                      <a:pt x="0" y="538"/>
                    </a:cubicBezTo>
                    <a:lnTo>
                      <a:pt x="0" y="3078"/>
                    </a:lnTo>
                    <a:cubicBezTo>
                      <a:pt x="0" y="3137"/>
                      <a:pt x="36" y="3184"/>
                      <a:pt x="95" y="3184"/>
                    </a:cubicBezTo>
                    <a:cubicBezTo>
                      <a:pt x="154" y="3184"/>
                      <a:pt x="201" y="3137"/>
                      <a:pt x="201" y="3078"/>
                    </a:cubicBezTo>
                    <a:lnTo>
                      <a:pt x="201" y="538"/>
                    </a:lnTo>
                    <a:cubicBezTo>
                      <a:pt x="201" y="396"/>
                      <a:pt x="260" y="278"/>
                      <a:pt x="331" y="231"/>
                    </a:cubicBezTo>
                    <a:cubicBezTo>
                      <a:pt x="360" y="214"/>
                      <a:pt x="394" y="206"/>
                      <a:pt x="431" y="206"/>
                    </a:cubicBezTo>
                    <a:cubicBezTo>
                      <a:pt x="499" y="206"/>
                      <a:pt x="578" y="232"/>
                      <a:pt x="662" y="278"/>
                    </a:cubicBezTo>
                    <a:lnTo>
                      <a:pt x="945" y="444"/>
                    </a:lnTo>
                    <a:cubicBezTo>
                      <a:pt x="1252" y="621"/>
                      <a:pt x="1501" y="1058"/>
                      <a:pt x="1501" y="1412"/>
                    </a:cubicBezTo>
                    <a:lnTo>
                      <a:pt x="1501" y="3952"/>
                    </a:lnTo>
                    <a:cubicBezTo>
                      <a:pt x="1501" y="4011"/>
                      <a:pt x="1548" y="4058"/>
                      <a:pt x="1607" y="4058"/>
                    </a:cubicBezTo>
                    <a:cubicBezTo>
                      <a:pt x="1666" y="4058"/>
                      <a:pt x="1713" y="4011"/>
                      <a:pt x="1725" y="3952"/>
                    </a:cubicBezTo>
                    <a:lnTo>
                      <a:pt x="1725" y="1412"/>
                    </a:lnTo>
                    <a:cubicBezTo>
                      <a:pt x="1725" y="999"/>
                      <a:pt x="1430" y="467"/>
                      <a:pt x="1063" y="266"/>
                    </a:cubicBezTo>
                    <a:lnTo>
                      <a:pt x="780" y="101"/>
                    </a:lnTo>
                    <a:cubicBezTo>
                      <a:pt x="658" y="33"/>
                      <a:pt x="544" y="0"/>
                      <a:pt x="442"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36"/>
              <p:cNvSpPr/>
              <p:nvPr/>
            </p:nvSpPr>
            <p:spPr>
              <a:xfrm>
                <a:off x="6233060" y="-2053544"/>
                <a:ext cx="56599" cy="59465"/>
              </a:xfrm>
              <a:custGeom>
                <a:avLst/>
                <a:gdLst/>
                <a:ahLst/>
                <a:cxnLst/>
                <a:rect l="l" t="t" r="r" b="b"/>
                <a:pathLst>
                  <a:path w="237" h="249" extrusionOk="0">
                    <a:moveTo>
                      <a:pt x="237" y="1"/>
                    </a:moveTo>
                    <a:lnTo>
                      <a:pt x="71" y="107"/>
                    </a:lnTo>
                    <a:cubicBezTo>
                      <a:pt x="71" y="172"/>
                      <a:pt x="52" y="217"/>
                      <a:pt x="13" y="242"/>
                    </a:cubicBezTo>
                    <a:lnTo>
                      <a:pt x="13" y="242"/>
                    </a:lnTo>
                    <a:lnTo>
                      <a:pt x="166" y="154"/>
                    </a:lnTo>
                    <a:cubicBezTo>
                      <a:pt x="201" y="131"/>
                      <a:pt x="225" y="72"/>
                      <a:pt x="237" y="1"/>
                    </a:cubicBezTo>
                    <a:close/>
                    <a:moveTo>
                      <a:pt x="13" y="242"/>
                    </a:moveTo>
                    <a:lnTo>
                      <a:pt x="0" y="249"/>
                    </a:lnTo>
                    <a:cubicBezTo>
                      <a:pt x="5" y="247"/>
                      <a:pt x="9" y="244"/>
                      <a:pt x="13" y="242"/>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36"/>
              <p:cNvSpPr/>
              <p:nvPr/>
            </p:nvSpPr>
            <p:spPr>
              <a:xfrm>
                <a:off x="6233044" y="-2053544"/>
                <a:ext cx="56599" cy="59465"/>
              </a:xfrm>
              <a:custGeom>
                <a:avLst/>
                <a:gdLst/>
                <a:ahLst/>
                <a:cxnLst/>
                <a:rect l="l" t="t" r="r" b="b"/>
                <a:pathLst>
                  <a:path w="237" h="249" extrusionOk="0">
                    <a:moveTo>
                      <a:pt x="237" y="1"/>
                    </a:moveTo>
                    <a:lnTo>
                      <a:pt x="71" y="107"/>
                    </a:lnTo>
                    <a:cubicBezTo>
                      <a:pt x="71" y="178"/>
                      <a:pt x="36" y="225"/>
                      <a:pt x="1" y="249"/>
                    </a:cubicBezTo>
                    <a:lnTo>
                      <a:pt x="154" y="154"/>
                    </a:lnTo>
                    <a:cubicBezTo>
                      <a:pt x="201" y="131"/>
                      <a:pt x="237" y="72"/>
                      <a:pt x="237" y="1"/>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6"/>
              <p:cNvSpPr/>
              <p:nvPr/>
            </p:nvSpPr>
            <p:spPr>
              <a:xfrm>
                <a:off x="6250000" y="-2073127"/>
                <a:ext cx="39643" cy="45375"/>
              </a:xfrm>
              <a:custGeom>
                <a:avLst/>
                <a:gdLst/>
                <a:ahLst/>
                <a:cxnLst/>
                <a:rect l="l" t="t" r="r" b="b"/>
                <a:pathLst>
                  <a:path w="166" h="190" extrusionOk="0">
                    <a:moveTo>
                      <a:pt x="166" y="0"/>
                    </a:moveTo>
                    <a:lnTo>
                      <a:pt x="0" y="95"/>
                    </a:lnTo>
                    <a:lnTo>
                      <a:pt x="0" y="189"/>
                    </a:lnTo>
                    <a:lnTo>
                      <a:pt x="166" y="83"/>
                    </a:lnTo>
                    <a:lnTo>
                      <a:pt x="166" y="0"/>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6"/>
              <p:cNvSpPr/>
              <p:nvPr/>
            </p:nvSpPr>
            <p:spPr>
              <a:xfrm>
                <a:off x="6083545" y="-2567239"/>
                <a:ext cx="98869" cy="37255"/>
              </a:xfrm>
              <a:custGeom>
                <a:avLst/>
                <a:gdLst/>
                <a:ahLst/>
                <a:cxnLst/>
                <a:rect l="l" t="t" r="r" b="b"/>
                <a:pathLst>
                  <a:path w="414" h="156" extrusionOk="0">
                    <a:moveTo>
                      <a:pt x="22" y="118"/>
                    </a:moveTo>
                    <a:cubicBezTo>
                      <a:pt x="15" y="122"/>
                      <a:pt x="7" y="126"/>
                      <a:pt x="0" y="132"/>
                    </a:cubicBezTo>
                    <a:lnTo>
                      <a:pt x="22" y="118"/>
                    </a:lnTo>
                    <a:close/>
                    <a:moveTo>
                      <a:pt x="240" y="0"/>
                    </a:moveTo>
                    <a:cubicBezTo>
                      <a:pt x="212" y="0"/>
                      <a:pt x="188" y="8"/>
                      <a:pt x="166" y="26"/>
                    </a:cubicBezTo>
                    <a:lnTo>
                      <a:pt x="22" y="118"/>
                    </a:lnTo>
                    <a:lnTo>
                      <a:pt x="22" y="118"/>
                    </a:lnTo>
                    <a:cubicBezTo>
                      <a:pt x="42" y="108"/>
                      <a:pt x="65" y="103"/>
                      <a:pt x="90" y="103"/>
                    </a:cubicBezTo>
                    <a:cubicBezTo>
                      <a:pt x="138" y="103"/>
                      <a:pt x="193" y="121"/>
                      <a:pt x="249" y="155"/>
                    </a:cubicBezTo>
                    <a:lnTo>
                      <a:pt x="414" y="61"/>
                    </a:lnTo>
                    <a:cubicBezTo>
                      <a:pt x="347" y="24"/>
                      <a:pt x="289" y="0"/>
                      <a:pt x="240" y="0"/>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6"/>
              <p:cNvSpPr/>
              <p:nvPr/>
            </p:nvSpPr>
            <p:spPr>
              <a:xfrm>
                <a:off x="6083545" y="-2567000"/>
                <a:ext cx="56599" cy="31285"/>
              </a:xfrm>
              <a:custGeom>
                <a:avLst/>
                <a:gdLst/>
                <a:ahLst/>
                <a:cxnLst/>
                <a:rect l="l" t="t" r="r" b="b"/>
                <a:pathLst>
                  <a:path w="237" h="131" extrusionOk="0">
                    <a:moveTo>
                      <a:pt x="237" y="1"/>
                    </a:moveTo>
                    <a:cubicBezTo>
                      <a:pt x="213" y="13"/>
                      <a:pt x="178" y="13"/>
                      <a:pt x="166" y="25"/>
                    </a:cubicBezTo>
                    <a:lnTo>
                      <a:pt x="46" y="102"/>
                    </a:lnTo>
                    <a:lnTo>
                      <a:pt x="46" y="102"/>
                    </a:lnTo>
                    <a:cubicBezTo>
                      <a:pt x="55" y="98"/>
                      <a:pt x="64" y="95"/>
                      <a:pt x="71" y="95"/>
                    </a:cubicBezTo>
                    <a:lnTo>
                      <a:pt x="237" y="1"/>
                    </a:lnTo>
                    <a:close/>
                    <a:moveTo>
                      <a:pt x="46" y="102"/>
                    </a:moveTo>
                    <a:lnTo>
                      <a:pt x="46" y="102"/>
                    </a:lnTo>
                    <a:cubicBezTo>
                      <a:pt x="27" y="109"/>
                      <a:pt x="8" y="123"/>
                      <a:pt x="0" y="131"/>
                    </a:cubicBezTo>
                    <a:lnTo>
                      <a:pt x="46" y="102"/>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6"/>
              <p:cNvSpPr/>
              <p:nvPr/>
            </p:nvSpPr>
            <p:spPr>
              <a:xfrm>
                <a:off x="6100501" y="-2567000"/>
                <a:ext cx="67823" cy="28658"/>
              </a:xfrm>
              <a:custGeom>
                <a:avLst/>
                <a:gdLst/>
                <a:ahLst/>
                <a:cxnLst/>
                <a:rect l="l" t="t" r="r" b="b"/>
                <a:pathLst>
                  <a:path w="284" h="120" extrusionOk="0">
                    <a:moveTo>
                      <a:pt x="166" y="1"/>
                    </a:moveTo>
                    <a:lnTo>
                      <a:pt x="0" y="95"/>
                    </a:lnTo>
                    <a:cubicBezTo>
                      <a:pt x="36" y="95"/>
                      <a:pt x="83" y="95"/>
                      <a:pt x="118" y="119"/>
                    </a:cubicBezTo>
                    <a:lnTo>
                      <a:pt x="284" y="13"/>
                    </a:lnTo>
                    <a:cubicBezTo>
                      <a:pt x="237" y="1"/>
                      <a:pt x="189" y="1"/>
                      <a:pt x="166"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6"/>
              <p:cNvSpPr/>
              <p:nvPr/>
            </p:nvSpPr>
            <p:spPr>
              <a:xfrm>
                <a:off x="6125815" y="-2564135"/>
                <a:ext cx="56599" cy="31285"/>
              </a:xfrm>
              <a:custGeom>
                <a:avLst/>
                <a:gdLst/>
                <a:ahLst/>
                <a:cxnLst/>
                <a:rect l="l" t="t" r="r" b="b"/>
                <a:pathLst>
                  <a:path w="237" h="131" extrusionOk="0">
                    <a:moveTo>
                      <a:pt x="166" y="1"/>
                    </a:moveTo>
                    <a:lnTo>
                      <a:pt x="1" y="107"/>
                    </a:lnTo>
                    <a:cubicBezTo>
                      <a:pt x="36" y="119"/>
                      <a:pt x="48" y="119"/>
                      <a:pt x="72" y="131"/>
                    </a:cubicBezTo>
                    <a:lnTo>
                      <a:pt x="237" y="24"/>
                    </a:lnTo>
                    <a:cubicBezTo>
                      <a:pt x="213" y="13"/>
                      <a:pt x="178" y="13"/>
                      <a:pt x="166"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6"/>
              <p:cNvSpPr/>
              <p:nvPr/>
            </p:nvSpPr>
            <p:spPr>
              <a:xfrm>
                <a:off x="6585777" y="-1847445"/>
                <a:ext cx="56599" cy="59465"/>
              </a:xfrm>
              <a:custGeom>
                <a:avLst/>
                <a:gdLst/>
                <a:ahLst/>
                <a:cxnLst/>
                <a:rect l="l" t="t" r="r" b="b"/>
                <a:pathLst>
                  <a:path w="237" h="249" extrusionOk="0">
                    <a:moveTo>
                      <a:pt x="236" y="0"/>
                    </a:moveTo>
                    <a:lnTo>
                      <a:pt x="71" y="95"/>
                    </a:lnTo>
                    <a:cubicBezTo>
                      <a:pt x="71" y="177"/>
                      <a:pt x="36" y="213"/>
                      <a:pt x="0" y="248"/>
                    </a:cubicBezTo>
                    <a:lnTo>
                      <a:pt x="154" y="142"/>
                    </a:lnTo>
                    <a:cubicBezTo>
                      <a:pt x="201" y="118"/>
                      <a:pt x="236" y="71"/>
                      <a:pt x="236" y="0"/>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6"/>
              <p:cNvSpPr/>
              <p:nvPr/>
            </p:nvSpPr>
            <p:spPr>
              <a:xfrm>
                <a:off x="6585777" y="-1853176"/>
                <a:ext cx="56599" cy="62331"/>
              </a:xfrm>
              <a:custGeom>
                <a:avLst/>
                <a:gdLst/>
                <a:ahLst/>
                <a:cxnLst/>
                <a:rect l="l" t="t" r="r" b="b"/>
                <a:pathLst>
                  <a:path w="237" h="261" extrusionOk="0">
                    <a:moveTo>
                      <a:pt x="236" y="1"/>
                    </a:moveTo>
                    <a:lnTo>
                      <a:pt x="71" y="107"/>
                    </a:lnTo>
                    <a:cubicBezTo>
                      <a:pt x="71" y="176"/>
                      <a:pt x="37" y="234"/>
                      <a:pt x="3" y="259"/>
                    </a:cubicBezTo>
                    <a:lnTo>
                      <a:pt x="3" y="259"/>
                    </a:lnTo>
                    <a:lnTo>
                      <a:pt x="154" y="154"/>
                    </a:lnTo>
                    <a:cubicBezTo>
                      <a:pt x="201" y="142"/>
                      <a:pt x="236" y="83"/>
                      <a:pt x="236" y="1"/>
                    </a:cubicBezTo>
                    <a:close/>
                    <a:moveTo>
                      <a:pt x="3" y="259"/>
                    </a:moveTo>
                    <a:lnTo>
                      <a:pt x="0" y="261"/>
                    </a:lnTo>
                    <a:cubicBezTo>
                      <a:pt x="1" y="260"/>
                      <a:pt x="2" y="259"/>
                      <a:pt x="3" y="259"/>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6"/>
              <p:cNvSpPr/>
              <p:nvPr/>
            </p:nvSpPr>
            <p:spPr>
              <a:xfrm>
                <a:off x="6602733" y="-1870132"/>
                <a:ext cx="39643" cy="42509"/>
              </a:xfrm>
              <a:custGeom>
                <a:avLst/>
                <a:gdLst/>
                <a:ahLst/>
                <a:cxnLst/>
                <a:rect l="l" t="t" r="r" b="b"/>
                <a:pathLst>
                  <a:path w="166" h="178" extrusionOk="0">
                    <a:moveTo>
                      <a:pt x="165" y="1"/>
                    </a:moveTo>
                    <a:lnTo>
                      <a:pt x="0" y="95"/>
                    </a:lnTo>
                    <a:lnTo>
                      <a:pt x="0" y="178"/>
                    </a:lnTo>
                    <a:lnTo>
                      <a:pt x="165" y="95"/>
                    </a:lnTo>
                    <a:lnTo>
                      <a:pt x="165"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6"/>
              <p:cNvSpPr/>
              <p:nvPr/>
            </p:nvSpPr>
            <p:spPr>
              <a:xfrm>
                <a:off x="6659093" y="-1923627"/>
                <a:ext cx="62331" cy="79287"/>
              </a:xfrm>
              <a:custGeom>
                <a:avLst/>
                <a:gdLst/>
                <a:ahLst/>
                <a:cxnLst/>
                <a:rect l="l" t="t" r="r" b="b"/>
                <a:pathLst>
                  <a:path w="261" h="332" extrusionOk="0">
                    <a:moveTo>
                      <a:pt x="260" y="0"/>
                    </a:moveTo>
                    <a:lnTo>
                      <a:pt x="107" y="107"/>
                    </a:lnTo>
                    <a:cubicBezTo>
                      <a:pt x="107" y="208"/>
                      <a:pt x="64" y="288"/>
                      <a:pt x="8" y="326"/>
                    </a:cubicBezTo>
                    <a:lnTo>
                      <a:pt x="8" y="326"/>
                    </a:lnTo>
                    <a:lnTo>
                      <a:pt x="166" y="225"/>
                    </a:lnTo>
                    <a:cubicBezTo>
                      <a:pt x="225" y="201"/>
                      <a:pt x="260" y="118"/>
                      <a:pt x="260" y="0"/>
                    </a:cubicBezTo>
                    <a:close/>
                    <a:moveTo>
                      <a:pt x="8" y="326"/>
                    </a:moveTo>
                    <a:lnTo>
                      <a:pt x="0" y="331"/>
                    </a:lnTo>
                    <a:cubicBezTo>
                      <a:pt x="3" y="329"/>
                      <a:pt x="6" y="328"/>
                      <a:pt x="8" y="326"/>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6"/>
              <p:cNvSpPr/>
              <p:nvPr/>
            </p:nvSpPr>
            <p:spPr>
              <a:xfrm>
                <a:off x="6659093" y="-1923627"/>
                <a:ext cx="62331" cy="79287"/>
              </a:xfrm>
              <a:custGeom>
                <a:avLst/>
                <a:gdLst/>
                <a:ahLst/>
                <a:cxnLst/>
                <a:rect l="l" t="t" r="r" b="b"/>
                <a:pathLst>
                  <a:path w="261" h="332" extrusionOk="0">
                    <a:moveTo>
                      <a:pt x="260" y="0"/>
                    </a:moveTo>
                    <a:lnTo>
                      <a:pt x="107" y="107"/>
                    </a:lnTo>
                    <a:cubicBezTo>
                      <a:pt x="83" y="213"/>
                      <a:pt x="59" y="284"/>
                      <a:pt x="0" y="331"/>
                    </a:cubicBezTo>
                    <a:lnTo>
                      <a:pt x="166" y="225"/>
                    </a:lnTo>
                    <a:cubicBezTo>
                      <a:pt x="225" y="201"/>
                      <a:pt x="260" y="118"/>
                      <a:pt x="260" y="0"/>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6"/>
              <p:cNvSpPr/>
              <p:nvPr/>
            </p:nvSpPr>
            <p:spPr>
              <a:xfrm>
                <a:off x="6585777" y="-1850314"/>
                <a:ext cx="56599" cy="62331"/>
              </a:xfrm>
              <a:custGeom>
                <a:avLst/>
                <a:gdLst/>
                <a:ahLst/>
                <a:cxnLst/>
                <a:rect l="l" t="t" r="r" b="b"/>
                <a:pathLst>
                  <a:path w="237" h="261" extrusionOk="0">
                    <a:moveTo>
                      <a:pt x="236" y="1"/>
                    </a:moveTo>
                    <a:lnTo>
                      <a:pt x="71" y="107"/>
                    </a:lnTo>
                    <a:cubicBezTo>
                      <a:pt x="71" y="176"/>
                      <a:pt x="37" y="234"/>
                      <a:pt x="3" y="259"/>
                    </a:cubicBezTo>
                    <a:lnTo>
                      <a:pt x="3" y="259"/>
                    </a:lnTo>
                    <a:lnTo>
                      <a:pt x="154" y="154"/>
                    </a:lnTo>
                    <a:cubicBezTo>
                      <a:pt x="201" y="142"/>
                      <a:pt x="236" y="83"/>
                      <a:pt x="236" y="1"/>
                    </a:cubicBezTo>
                    <a:close/>
                    <a:moveTo>
                      <a:pt x="3" y="259"/>
                    </a:moveTo>
                    <a:lnTo>
                      <a:pt x="0" y="261"/>
                    </a:lnTo>
                    <a:cubicBezTo>
                      <a:pt x="1" y="260"/>
                      <a:pt x="2" y="259"/>
                      <a:pt x="3" y="259"/>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6"/>
              <p:cNvSpPr/>
              <p:nvPr/>
            </p:nvSpPr>
            <p:spPr>
              <a:xfrm>
                <a:off x="6684408" y="-2143817"/>
                <a:ext cx="37016" cy="245741"/>
              </a:xfrm>
              <a:custGeom>
                <a:avLst/>
                <a:gdLst/>
                <a:ahLst/>
                <a:cxnLst/>
                <a:rect l="l" t="t" r="r" b="b"/>
                <a:pathLst>
                  <a:path w="155" h="1029" extrusionOk="0">
                    <a:moveTo>
                      <a:pt x="154" y="1"/>
                    </a:moveTo>
                    <a:lnTo>
                      <a:pt x="1" y="84"/>
                    </a:lnTo>
                    <a:lnTo>
                      <a:pt x="1" y="1029"/>
                    </a:lnTo>
                    <a:lnTo>
                      <a:pt x="154" y="922"/>
                    </a:lnTo>
                    <a:lnTo>
                      <a:pt x="154"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6"/>
              <p:cNvSpPr/>
              <p:nvPr/>
            </p:nvSpPr>
            <p:spPr>
              <a:xfrm>
                <a:off x="6250000" y="-2070264"/>
                <a:ext cx="39643" cy="45375"/>
              </a:xfrm>
              <a:custGeom>
                <a:avLst/>
                <a:gdLst/>
                <a:ahLst/>
                <a:cxnLst/>
                <a:rect l="l" t="t" r="r" b="b"/>
                <a:pathLst>
                  <a:path w="166" h="190" extrusionOk="0">
                    <a:moveTo>
                      <a:pt x="166" y="0"/>
                    </a:moveTo>
                    <a:lnTo>
                      <a:pt x="0" y="95"/>
                    </a:lnTo>
                    <a:lnTo>
                      <a:pt x="0" y="189"/>
                    </a:lnTo>
                    <a:lnTo>
                      <a:pt x="166" y="83"/>
                    </a:lnTo>
                    <a:lnTo>
                      <a:pt x="166" y="0"/>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6"/>
              <p:cNvSpPr/>
              <p:nvPr/>
            </p:nvSpPr>
            <p:spPr>
              <a:xfrm>
                <a:off x="6142771" y="-2552910"/>
                <a:ext cx="493869" cy="285384"/>
              </a:xfrm>
              <a:custGeom>
                <a:avLst/>
                <a:gdLst/>
                <a:ahLst/>
                <a:cxnLst/>
                <a:rect l="l" t="t" r="r" b="b"/>
                <a:pathLst>
                  <a:path w="2068" h="1195" extrusionOk="0">
                    <a:moveTo>
                      <a:pt x="166" y="1"/>
                    </a:moveTo>
                    <a:lnTo>
                      <a:pt x="1" y="84"/>
                    </a:lnTo>
                    <a:lnTo>
                      <a:pt x="1914" y="1194"/>
                    </a:lnTo>
                    <a:lnTo>
                      <a:pt x="2068" y="1088"/>
                    </a:lnTo>
                    <a:lnTo>
                      <a:pt x="166"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6"/>
              <p:cNvSpPr/>
              <p:nvPr/>
            </p:nvSpPr>
            <p:spPr>
              <a:xfrm>
                <a:off x="6058230" y="-2546940"/>
                <a:ext cx="626412" cy="759432"/>
              </a:xfrm>
              <a:custGeom>
                <a:avLst/>
                <a:gdLst/>
                <a:ahLst/>
                <a:cxnLst/>
                <a:rect l="l" t="t" r="r" b="b"/>
                <a:pathLst>
                  <a:path w="2623" h="3180" extrusionOk="0">
                    <a:moveTo>
                      <a:pt x="199" y="1"/>
                    </a:moveTo>
                    <a:cubicBezTo>
                      <a:pt x="83" y="1"/>
                      <a:pt x="0" y="89"/>
                      <a:pt x="0" y="248"/>
                    </a:cubicBezTo>
                    <a:lnTo>
                      <a:pt x="0" y="1193"/>
                    </a:lnTo>
                    <a:cubicBezTo>
                      <a:pt x="0" y="1405"/>
                      <a:pt x="154" y="1665"/>
                      <a:pt x="331" y="1783"/>
                    </a:cubicBezTo>
                    <a:lnTo>
                      <a:pt x="331" y="1878"/>
                    </a:lnTo>
                    <a:cubicBezTo>
                      <a:pt x="331" y="2020"/>
                      <a:pt x="425" y="2209"/>
                      <a:pt x="567" y="2291"/>
                    </a:cubicBezTo>
                    <a:cubicBezTo>
                      <a:pt x="605" y="2312"/>
                      <a:pt x="640" y="2321"/>
                      <a:pt x="672" y="2321"/>
                    </a:cubicBezTo>
                    <a:cubicBezTo>
                      <a:pt x="749" y="2321"/>
                      <a:pt x="803" y="2262"/>
                      <a:pt x="803" y="2161"/>
                    </a:cubicBezTo>
                    <a:lnTo>
                      <a:pt x="803" y="2067"/>
                    </a:lnTo>
                    <a:lnTo>
                      <a:pt x="1808" y="2646"/>
                    </a:lnTo>
                    <a:lnTo>
                      <a:pt x="1808" y="2728"/>
                    </a:lnTo>
                    <a:cubicBezTo>
                      <a:pt x="1808" y="2882"/>
                      <a:pt x="1914" y="3071"/>
                      <a:pt x="2044" y="3142"/>
                    </a:cubicBezTo>
                    <a:cubicBezTo>
                      <a:pt x="2084" y="3167"/>
                      <a:pt x="2121" y="3179"/>
                      <a:pt x="2155" y="3179"/>
                    </a:cubicBezTo>
                    <a:cubicBezTo>
                      <a:pt x="2229" y="3179"/>
                      <a:pt x="2280" y="3118"/>
                      <a:pt x="2280" y="3012"/>
                    </a:cubicBezTo>
                    <a:lnTo>
                      <a:pt x="2280" y="2929"/>
                    </a:lnTo>
                    <a:cubicBezTo>
                      <a:pt x="2332" y="2955"/>
                      <a:pt x="2381" y="2968"/>
                      <a:pt x="2425" y="2968"/>
                    </a:cubicBezTo>
                    <a:cubicBezTo>
                      <a:pt x="2542" y="2968"/>
                      <a:pt x="2623" y="2880"/>
                      <a:pt x="2623" y="2717"/>
                    </a:cubicBezTo>
                    <a:lnTo>
                      <a:pt x="2623" y="1772"/>
                    </a:lnTo>
                    <a:cubicBezTo>
                      <a:pt x="2623" y="1547"/>
                      <a:pt x="2457" y="1287"/>
                      <a:pt x="2268" y="1169"/>
                    </a:cubicBezTo>
                    <a:lnTo>
                      <a:pt x="355" y="47"/>
                    </a:lnTo>
                    <a:cubicBezTo>
                      <a:pt x="299" y="16"/>
                      <a:pt x="246" y="1"/>
                      <a:pt x="199"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6"/>
              <p:cNvSpPr/>
              <p:nvPr/>
            </p:nvSpPr>
            <p:spPr>
              <a:xfrm>
                <a:off x="6599867" y="-2293316"/>
                <a:ext cx="121557" cy="169559"/>
              </a:xfrm>
              <a:custGeom>
                <a:avLst/>
                <a:gdLst/>
                <a:ahLst/>
                <a:cxnLst/>
                <a:rect l="l" t="t" r="r" b="b"/>
                <a:pathLst>
                  <a:path w="509" h="710" extrusionOk="0">
                    <a:moveTo>
                      <a:pt x="154" y="1"/>
                    </a:moveTo>
                    <a:lnTo>
                      <a:pt x="0" y="107"/>
                    </a:lnTo>
                    <a:cubicBezTo>
                      <a:pt x="189" y="213"/>
                      <a:pt x="355" y="485"/>
                      <a:pt x="355" y="710"/>
                    </a:cubicBezTo>
                    <a:lnTo>
                      <a:pt x="508" y="603"/>
                    </a:lnTo>
                    <a:cubicBezTo>
                      <a:pt x="508" y="391"/>
                      <a:pt x="355" y="119"/>
                      <a:pt x="154"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6"/>
              <p:cNvSpPr/>
              <p:nvPr/>
            </p:nvSpPr>
            <p:spPr>
              <a:xfrm>
                <a:off x="6599867" y="-2293316"/>
                <a:ext cx="112959" cy="113198"/>
              </a:xfrm>
              <a:custGeom>
                <a:avLst/>
                <a:gdLst/>
                <a:ahLst/>
                <a:cxnLst/>
                <a:rect l="l" t="t" r="r" b="b"/>
                <a:pathLst>
                  <a:path w="473" h="474" extrusionOk="0">
                    <a:moveTo>
                      <a:pt x="154" y="1"/>
                    </a:moveTo>
                    <a:lnTo>
                      <a:pt x="0" y="107"/>
                    </a:lnTo>
                    <a:cubicBezTo>
                      <a:pt x="130" y="178"/>
                      <a:pt x="237" y="332"/>
                      <a:pt x="307" y="473"/>
                    </a:cubicBezTo>
                    <a:lnTo>
                      <a:pt x="473" y="367"/>
                    </a:lnTo>
                    <a:cubicBezTo>
                      <a:pt x="390" y="225"/>
                      <a:pt x="296" y="72"/>
                      <a:pt x="154"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6"/>
              <p:cNvSpPr/>
              <p:nvPr/>
            </p:nvSpPr>
            <p:spPr>
              <a:xfrm>
                <a:off x="6670318" y="-2205909"/>
                <a:ext cx="48241" cy="62331"/>
              </a:xfrm>
              <a:custGeom>
                <a:avLst/>
                <a:gdLst/>
                <a:ahLst/>
                <a:cxnLst/>
                <a:rect l="l" t="t" r="r" b="b"/>
                <a:pathLst>
                  <a:path w="202" h="261" extrusionOk="0">
                    <a:moveTo>
                      <a:pt x="154" y="1"/>
                    </a:moveTo>
                    <a:lnTo>
                      <a:pt x="1" y="107"/>
                    </a:lnTo>
                    <a:cubicBezTo>
                      <a:pt x="24" y="166"/>
                      <a:pt x="36" y="214"/>
                      <a:pt x="36" y="261"/>
                    </a:cubicBezTo>
                    <a:lnTo>
                      <a:pt x="201" y="155"/>
                    </a:lnTo>
                    <a:cubicBezTo>
                      <a:pt x="190" y="107"/>
                      <a:pt x="178" y="48"/>
                      <a:pt x="154"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6"/>
              <p:cNvSpPr/>
              <p:nvPr/>
            </p:nvSpPr>
            <p:spPr>
              <a:xfrm>
                <a:off x="6678915" y="-2169131"/>
                <a:ext cx="39643" cy="45375"/>
              </a:xfrm>
              <a:custGeom>
                <a:avLst/>
                <a:gdLst/>
                <a:ahLst/>
                <a:cxnLst/>
                <a:rect l="l" t="t" r="r" b="b"/>
                <a:pathLst>
                  <a:path w="166" h="190" extrusionOk="0">
                    <a:moveTo>
                      <a:pt x="165" y="1"/>
                    </a:moveTo>
                    <a:lnTo>
                      <a:pt x="0" y="107"/>
                    </a:lnTo>
                    <a:cubicBezTo>
                      <a:pt x="24" y="130"/>
                      <a:pt x="24" y="166"/>
                      <a:pt x="0" y="190"/>
                    </a:cubicBezTo>
                    <a:lnTo>
                      <a:pt x="165" y="83"/>
                    </a:lnTo>
                    <a:lnTo>
                      <a:pt x="165"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6"/>
              <p:cNvSpPr/>
              <p:nvPr/>
            </p:nvSpPr>
            <p:spPr>
              <a:xfrm>
                <a:off x="6506728" y="-2211402"/>
                <a:ext cx="239" cy="239"/>
              </a:xfrm>
              <a:custGeom>
                <a:avLst/>
                <a:gdLst/>
                <a:ahLst/>
                <a:cxnLst/>
                <a:rect l="l" t="t" r="r" b="b"/>
                <a:pathLst>
                  <a:path w="1" h="1" extrusionOk="0">
                    <a:moveTo>
                      <a:pt x="0" y="0"/>
                    </a:moveTo>
                    <a:lnTo>
                      <a:pt x="0" y="0"/>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6"/>
              <p:cNvSpPr/>
              <p:nvPr/>
            </p:nvSpPr>
            <p:spPr>
              <a:xfrm>
                <a:off x="6105993" y="-2445681"/>
                <a:ext cx="53972" cy="133020"/>
              </a:xfrm>
              <a:custGeom>
                <a:avLst/>
                <a:gdLst/>
                <a:ahLst/>
                <a:cxnLst/>
                <a:rect l="l" t="t" r="r" b="b"/>
                <a:pathLst>
                  <a:path w="226" h="557" extrusionOk="0">
                    <a:moveTo>
                      <a:pt x="1" y="1"/>
                    </a:moveTo>
                    <a:lnTo>
                      <a:pt x="1" y="402"/>
                    </a:lnTo>
                    <a:lnTo>
                      <a:pt x="225" y="556"/>
                    </a:lnTo>
                    <a:lnTo>
                      <a:pt x="225" y="154"/>
                    </a:lnTo>
                    <a:lnTo>
                      <a:pt x="1"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6"/>
              <p:cNvSpPr/>
              <p:nvPr/>
            </p:nvSpPr>
            <p:spPr>
              <a:xfrm>
                <a:off x="6182176" y="-2363767"/>
                <a:ext cx="68062" cy="65196"/>
              </a:xfrm>
              <a:custGeom>
                <a:avLst/>
                <a:gdLst/>
                <a:ahLst/>
                <a:cxnLst/>
                <a:rect l="l" t="t" r="r" b="b"/>
                <a:pathLst>
                  <a:path w="285" h="273" extrusionOk="0">
                    <a:moveTo>
                      <a:pt x="1" y="0"/>
                    </a:moveTo>
                    <a:lnTo>
                      <a:pt x="1" y="107"/>
                    </a:lnTo>
                    <a:lnTo>
                      <a:pt x="284" y="272"/>
                    </a:lnTo>
                    <a:lnTo>
                      <a:pt x="284" y="166"/>
                    </a:lnTo>
                    <a:lnTo>
                      <a:pt x="1"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6"/>
              <p:cNvSpPr/>
              <p:nvPr/>
            </p:nvSpPr>
            <p:spPr>
              <a:xfrm>
                <a:off x="6269822" y="-2349677"/>
                <a:ext cx="146871" cy="180783"/>
              </a:xfrm>
              <a:custGeom>
                <a:avLst/>
                <a:gdLst/>
                <a:ahLst/>
                <a:cxnLst/>
                <a:rect l="l" t="t" r="r" b="b"/>
                <a:pathLst>
                  <a:path w="615" h="757" extrusionOk="0">
                    <a:moveTo>
                      <a:pt x="0" y="0"/>
                    </a:moveTo>
                    <a:lnTo>
                      <a:pt x="0" y="402"/>
                    </a:lnTo>
                    <a:lnTo>
                      <a:pt x="614" y="757"/>
                    </a:lnTo>
                    <a:lnTo>
                      <a:pt x="614" y="367"/>
                    </a:lnTo>
                    <a:lnTo>
                      <a:pt x="0"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6"/>
              <p:cNvSpPr/>
              <p:nvPr/>
            </p:nvSpPr>
            <p:spPr>
              <a:xfrm>
                <a:off x="6105993" y="-2312899"/>
                <a:ext cx="313564" cy="273682"/>
              </a:xfrm>
              <a:custGeom>
                <a:avLst/>
                <a:gdLst/>
                <a:ahLst/>
                <a:cxnLst/>
                <a:rect l="l" t="t" r="r" b="b"/>
                <a:pathLst>
                  <a:path w="1313" h="1146" extrusionOk="0">
                    <a:moveTo>
                      <a:pt x="1" y="0"/>
                    </a:moveTo>
                    <a:lnTo>
                      <a:pt x="1" y="378"/>
                    </a:lnTo>
                    <a:lnTo>
                      <a:pt x="1312" y="1146"/>
                    </a:lnTo>
                    <a:lnTo>
                      <a:pt x="1312" y="744"/>
                    </a:lnTo>
                    <a:lnTo>
                      <a:pt x="1"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6"/>
              <p:cNvSpPr/>
              <p:nvPr/>
            </p:nvSpPr>
            <p:spPr>
              <a:xfrm>
                <a:off x="6100501" y="-2564138"/>
                <a:ext cx="67823" cy="28658"/>
              </a:xfrm>
              <a:custGeom>
                <a:avLst/>
                <a:gdLst/>
                <a:ahLst/>
                <a:cxnLst/>
                <a:rect l="l" t="t" r="r" b="b"/>
                <a:pathLst>
                  <a:path w="284" h="120" extrusionOk="0">
                    <a:moveTo>
                      <a:pt x="166" y="1"/>
                    </a:moveTo>
                    <a:lnTo>
                      <a:pt x="0" y="95"/>
                    </a:lnTo>
                    <a:cubicBezTo>
                      <a:pt x="36" y="95"/>
                      <a:pt x="83" y="95"/>
                      <a:pt x="118" y="119"/>
                    </a:cubicBezTo>
                    <a:lnTo>
                      <a:pt x="284" y="13"/>
                    </a:lnTo>
                    <a:cubicBezTo>
                      <a:pt x="237" y="1"/>
                      <a:pt x="189" y="1"/>
                      <a:pt x="166" y="1"/>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36"/>
              <p:cNvSpPr/>
              <p:nvPr/>
            </p:nvSpPr>
            <p:spPr>
              <a:xfrm>
                <a:off x="6659093" y="-1920765"/>
                <a:ext cx="62331" cy="79287"/>
              </a:xfrm>
              <a:custGeom>
                <a:avLst/>
                <a:gdLst/>
                <a:ahLst/>
                <a:cxnLst/>
                <a:rect l="l" t="t" r="r" b="b"/>
                <a:pathLst>
                  <a:path w="261" h="332" extrusionOk="0">
                    <a:moveTo>
                      <a:pt x="260" y="0"/>
                    </a:moveTo>
                    <a:lnTo>
                      <a:pt x="107" y="107"/>
                    </a:lnTo>
                    <a:cubicBezTo>
                      <a:pt x="83" y="213"/>
                      <a:pt x="59" y="284"/>
                      <a:pt x="0" y="331"/>
                    </a:cubicBezTo>
                    <a:lnTo>
                      <a:pt x="166" y="225"/>
                    </a:lnTo>
                    <a:cubicBezTo>
                      <a:pt x="225" y="201"/>
                      <a:pt x="260" y="118"/>
                      <a:pt x="260" y="0"/>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6"/>
              <p:cNvSpPr/>
              <p:nvPr/>
            </p:nvSpPr>
            <p:spPr>
              <a:xfrm>
                <a:off x="6684408" y="-2140954"/>
                <a:ext cx="37016" cy="245741"/>
              </a:xfrm>
              <a:custGeom>
                <a:avLst/>
                <a:gdLst/>
                <a:ahLst/>
                <a:cxnLst/>
                <a:rect l="l" t="t" r="r" b="b"/>
                <a:pathLst>
                  <a:path w="155" h="1029" extrusionOk="0">
                    <a:moveTo>
                      <a:pt x="154" y="1"/>
                    </a:moveTo>
                    <a:lnTo>
                      <a:pt x="1" y="84"/>
                    </a:lnTo>
                    <a:lnTo>
                      <a:pt x="1" y="1029"/>
                    </a:lnTo>
                    <a:lnTo>
                      <a:pt x="154" y="922"/>
                    </a:lnTo>
                    <a:lnTo>
                      <a:pt x="154"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36"/>
              <p:cNvSpPr/>
              <p:nvPr/>
            </p:nvSpPr>
            <p:spPr>
              <a:xfrm>
                <a:off x="6142771" y="-2550048"/>
                <a:ext cx="493869" cy="285384"/>
              </a:xfrm>
              <a:custGeom>
                <a:avLst/>
                <a:gdLst/>
                <a:ahLst/>
                <a:cxnLst/>
                <a:rect l="l" t="t" r="r" b="b"/>
                <a:pathLst>
                  <a:path w="2068" h="1195" extrusionOk="0">
                    <a:moveTo>
                      <a:pt x="166" y="1"/>
                    </a:moveTo>
                    <a:lnTo>
                      <a:pt x="1" y="84"/>
                    </a:lnTo>
                    <a:lnTo>
                      <a:pt x="1914" y="1194"/>
                    </a:lnTo>
                    <a:lnTo>
                      <a:pt x="2068" y="1088"/>
                    </a:lnTo>
                    <a:lnTo>
                      <a:pt x="166" y="1"/>
                    </a:ln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36"/>
              <p:cNvSpPr/>
              <p:nvPr/>
            </p:nvSpPr>
            <p:spPr>
              <a:xfrm>
                <a:off x="6599867" y="-2290454"/>
                <a:ext cx="112959" cy="113198"/>
              </a:xfrm>
              <a:custGeom>
                <a:avLst/>
                <a:gdLst/>
                <a:ahLst/>
                <a:cxnLst/>
                <a:rect l="l" t="t" r="r" b="b"/>
                <a:pathLst>
                  <a:path w="473" h="474" extrusionOk="0">
                    <a:moveTo>
                      <a:pt x="154" y="1"/>
                    </a:moveTo>
                    <a:lnTo>
                      <a:pt x="0" y="107"/>
                    </a:lnTo>
                    <a:cubicBezTo>
                      <a:pt x="130" y="178"/>
                      <a:pt x="237" y="332"/>
                      <a:pt x="307" y="473"/>
                    </a:cubicBezTo>
                    <a:lnTo>
                      <a:pt x="473" y="367"/>
                    </a:lnTo>
                    <a:cubicBezTo>
                      <a:pt x="390" y="225"/>
                      <a:pt x="296" y="72"/>
                      <a:pt x="154" y="1"/>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36"/>
              <p:cNvSpPr/>
              <p:nvPr/>
            </p:nvSpPr>
            <p:spPr>
              <a:xfrm>
                <a:off x="6670318" y="-2203047"/>
                <a:ext cx="48241" cy="62331"/>
              </a:xfrm>
              <a:custGeom>
                <a:avLst/>
                <a:gdLst/>
                <a:ahLst/>
                <a:cxnLst/>
                <a:rect l="l" t="t" r="r" b="b"/>
                <a:pathLst>
                  <a:path w="202" h="261" extrusionOk="0">
                    <a:moveTo>
                      <a:pt x="154" y="1"/>
                    </a:moveTo>
                    <a:lnTo>
                      <a:pt x="1" y="107"/>
                    </a:lnTo>
                    <a:cubicBezTo>
                      <a:pt x="24" y="166"/>
                      <a:pt x="36" y="214"/>
                      <a:pt x="36" y="261"/>
                    </a:cubicBezTo>
                    <a:lnTo>
                      <a:pt x="201" y="155"/>
                    </a:lnTo>
                    <a:cubicBezTo>
                      <a:pt x="190" y="107"/>
                      <a:pt x="178" y="48"/>
                      <a:pt x="154" y="1"/>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36"/>
              <p:cNvSpPr/>
              <p:nvPr/>
            </p:nvSpPr>
            <p:spPr>
              <a:xfrm>
                <a:off x="6678915" y="-2166269"/>
                <a:ext cx="39643" cy="45375"/>
              </a:xfrm>
              <a:custGeom>
                <a:avLst/>
                <a:gdLst/>
                <a:ahLst/>
                <a:cxnLst/>
                <a:rect l="l" t="t" r="r" b="b"/>
                <a:pathLst>
                  <a:path w="166" h="190" extrusionOk="0">
                    <a:moveTo>
                      <a:pt x="165" y="1"/>
                    </a:moveTo>
                    <a:lnTo>
                      <a:pt x="0" y="107"/>
                    </a:lnTo>
                    <a:cubicBezTo>
                      <a:pt x="24" y="130"/>
                      <a:pt x="24" y="166"/>
                      <a:pt x="0" y="190"/>
                    </a:cubicBezTo>
                    <a:lnTo>
                      <a:pt x="165" y="83"/>
                    </a:lnTo>
                    <a:lnTo>
                      <a:pt x="165"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6" name="Google Shape;2966;p36"/>
            <p:cNvGrpSpPr/>
            <p:nvPr/>
          </p:nvGrpSpPr>
          <p:grpSpPr>
            <a:xfrm>
              <a:off x="5701376" y="619676"/>
              <a:ext cx="516342" cy="1362905"/>
              <a:chOff x="9791151" y="-1806999"/>
              <a:chExt cx="516342" cy="1362905"/>
            </a:xfrm>
          </p:grpSpPr>
          <p:sp>
            <p:nvSpPr>
              <p:cNvPr id="2967" name="Google Shape;2967;p36"/>
              <p:cNvSpPr/>
              <p:nvPr/>
            </p:nvSpPr>
            <p:spPr>
              <a:xfrm>
                <a:off x="9970536" y="-837882"/>
                <a:ext cx="15684" cy="393788"/>
              </a:xfrm>
              <a:custGeom>
                <a:avLst/>
                <a:gdLst/>
                <a:ahLst/>
                <a:cxnLst/>
                <a:rect l="l" t="t" r="r" b="b"/>
                <a:pathLst>
                  <a:path w="96" h="2410" extrusionOk="0">
                    <a:moveTo>
                      <a:pt x="1" y="0"/>
                    </a:moveTo>
                    <a:lnTo>
                      <a:pt x="25" y="2363"/>
                    </a:lnTo>
                    <a:lnTo>
                      <a:pt x="95" y="2410"/>
                    </a:lnTo>
                    <a:lnTo>
                      <a:pt x="95" y="47"/>
                    </a:lnTo>
                    <a:lnTo>
                      <a:pt x="1"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36"/>
              <p:cNvSpPr/>
              <p:nvPr/>
            </p:nvSpPr>
            <p:spPr>
              <a:xfrm>
                <a:off x="9989978" y="-884287"/>
                <a:ext cx="15520" cy="44607"/>
              </a:xfrm>
              <a:custGeom>
                <a:avLst/>
                <a:gdLst/>
                <a:ahLst/>
                <a:cxnLst/>
                <a:rect l="l" t="t" r="r" b="b"/>
                <a:pathLst>
                  <a:path w="95" h="273" extrusionOk="0">
                    <a:moveTo>
                      <a:pt x="0" y="1"/>
                    </a:moveTo>
                    <a:lnTo>
                      <a:pt x="0" y="213"/>
                    </a:lnTo>
                    <a:lnTo>
                      <a:pt x="95" y="272"/>
                    </a:lnTo>
                    <a:lnTo>
                      <a:pt x="95" y="48"/>
                    </a:lnTo>
                    <a:lnTo>
                      <a:pt x="0" y="1"/>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36"/>
              <p:cNvSpPr/>
              <p:nvPr/>
            </p:nvSpPr>
            <p:spPr>
              <a:xfrm>
                <a:off x="9970536" y="-872686"/>
                <a:ext cx="15684" cy="42647"/>
              </a:xfrm>
              <a:custGeom>
                <a:avLst/>
                <a:gdLst/>
                <a:ahLst/>
                <a:cxnLst/>
                <a:rect l="l" t="t" r="r" b="b"/>
                <a:pathLst>
                  <a:path w="96" h="261" extrusionOk="0">
                    <a:moveTo>
                      <a:pt x="1" y="0"/>
                    </a:moveTo>
                    <a:lnTo>
                      <a:pt x="1" y="213"/>
                    </a:lnTo>
                    <a:lnTo>
                      <a:pt x="95" y="260"/>
                    </a:lnTo>
                    <a:lnTo>
                      <a:pt x="95" y="48"/>
                    </a:lnTo>
                    <a:lnTo>
                      <a:pt x="1" y="0"/>
                    </a:lnTo>
                    <a:close/>
                  </a:path>
                </a:pathLst>
              </a:custGeom>
              <a:solidFill>
                <a:schemeClr val="dk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6"/>
              <p:cNvSpPr/>
              <p:nvPr/>
            </p:nvSpPr>
            <p:spPr>
              <a:xfrm>
                <a:off x="9986057" y="-876608"/>
                <a:ext cx="19441" cy="432512"/>
              </a:xfrm>
              <a:custGeom>
                <a:avLst/>
                <a:gdLst/>
                <a:ahLst/>
                <a:cxnLst/>
                <a:rect l="l" t="t" r="r" b="b"/>
                <a:pathLst>
                  <a:path w="119" h="2647" extrusionOk="0">
                    <a:moveTo>
                      <a:pt x="119" y="1"/>
                    </a:moveTo>
                    <a:lnTo>
                      <a:pt x="0" y="72"/>
                    </a:lnTo>
                    <a:lnTo>
                      <a:pt x="0" y="284"/>
                    </a:lnTo>
                    <a:lnTo>
                      <a:pt x="0" y="2647"/>
                    </a:lnTo>
                    <a:lnTo>
                      <a:pt x="119" y="2588"/>
                    </a:lnTo>
                    <a:lnTo>
                      <a:pt x="119" y="225"/>
                    </a:lnTo>
                    <a:lnTo>
                      <a:pt x="119"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6"/>
              <p:cNvSpPr/>
              <p:nvPr/>
            </p:nvSpPr>
            <p:spPr>
              <a:xfrm>
                <a:off x="9970536" y="-884287"/>
                <a:ext cx="34962" cy="19444"/>
              </a:xfrm>
              <a:custGeom>
                <a:avLst/>
                <a:gdLst/>
                <a:ahLst/>
                <a:cxnLst/>
                <a:rect l="l" t="t" r="r" b="b"/>
                <a:pathLst>
                  <a:path w="214" h="119" extrusionOk="0">
                    <a:moveTo>
                      <a:pt x="119" y="1"/>
                    </a:moveTo>
                    <a:lnTo>
                      <a:pt x="1" y="71"/>
                    </a:lnTo>
                    <a:lnTo>
                      <a:pt x="95" y="119"/>
                    </a:lnTo>
                    <a:lnTo>
                      <a:pt x="214" y="48"/>
                    </a:lnTo>
                    <a:lnTo>
                      <a:pt x="119" y="1"/>
                    </a:lnTo>
                    <a:close/>
                  </a:path>
                </a:pathLst>
              </a:custGeom>
              <a:solidFill>
                <a:srgbClr val="E4E2DF"/>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6"/>
              <p:cNvSpPr/>
              <p:nvPr/>
            </p:nvSpPr>
            <p:spPr>
              <a:xfrm>
                <a:off x="9951258" y="-1100464"/>
                <a:ext cx="73518" cy="42647"/>
              </a:xfrm>
              <a:custGeom>
                <a:avLst/>
                <a:gdLst/>
                <a:ahLst/>
                <a:cxnLst/>
                <a:rect l="l" t="t" r="r" b="b"/>
                <a:pathLst>
                  <a:path w="450" h="261" extrusionOk="0">
                    <a:moveTo>
                      <a:pt x="355" y="1"/>
                    </a:moveTo>
                    <a:lnTo>
                      <a:pt x="1" y="213"/>
                    </a:lnTo>
                    <a:lnTo>
                      <a:pt x="83" y="260"/>
                    </a:lnTo>
                    <a:lnTo>
                      <a:pt x="450" y="60"/>
                    </a:lnTo>
                    <a:lnTo>
                      <a:pt x="355" y="1"/>
                    </a:lnTo>
                    <a:close/>
                  </a:path>
                </a:pathLst>
              </a:custGeom>
              <a:solidFill>
                <a:srgbClr val="E4E2DF"/>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6"/>
              <p:cNvSpPr/>
              <p:nvPr/>
            </p:nvSpPr>
            <p:spPr>
              <a:xfrm>
                <a:off x="9951258" y="-1065660"/>
                <a:ext cx="15684" cy="235619"/>
              </a:xfrm>
              <a:custGeom>
                <a:avLst/>
                <a:gdLst/>
                <a:ahLst/>
                <a:cxnLst/>
                <a:rect l="l" t="t" r="r" b="b"/>
                <a:pathLst>
                  <a:path w="96" h="1442" extrusionOk="0">
                    <a:moveTo>
                      <a:pt x="1" y="0"/>
                    </a:moveTo>
                    <a:lnTo>
                      <a:pt x="1" y="1382"/>
                    </a:lnTo>
                    <a:lnTo>
                      <a:pt x="95" y="1441"/>
                    </a:lnTo>
                    <a:lnTo>
                      <a:pt x="83" y="47"/>
                    </a:lnTo>
                    <a:lnTo>
                      <a:pt x="1"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36"/>
              <p:cNvSpPr/>
              <p:nvPr/>
            </p:nvSpPr>
            <p:spPr>
              <a:xfrm>
                <a:off x="9964818" y="-1090823"/>
                <a:ext cx="59958" cy="260782"/>
              </a:xfrm>
              <a:custGeom>
                <a:avLst/>
                <a:gdLst/>
                <a:ahLst/>
                <a:cxnLst/>
                <a:rect l="l" t="t" r="r" b="b"/>
                <a:pathLst>
                  <a:path w="367" h="1596" extrusionOk="0">
                    <a:moveTo>
                      <a:pt x="367" y="1"/>
                    </a:moveTo>
                    <a:lnTo>
                      <a:pt x="0" y="201"/>
                    </a:lnTo>
                    <a:lnTo>
                      <a:pt x="12" y="1595"/>
                    </a:lnTo>
                    <a:lnTo>
                      <a:pt x="130" y="1595"/>
                    </a:lnTo>
                    <a:lnTo>
                      <a:pt x="130" y="1383"/>
                    </a:lnTo>
                    <a:lnTo>
                      <a:pt x="249" y="1312"/>
                    </a:lnTo>
                    <a:lnTo>
                      <a:pt x="249" y="1536"/>
                    </a:lnTo>
                    <a:lnTo>
                      <a:pt x="367" y="1371"/>
                    </a:lnTo>
                    <a:lnTo>
                      <a:pt x="367"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36"/>
              <p:cNvSpPr/>
              <p:nvPr/>
            </p:nvSpPr>
            <p:spPr>
              <a:xfrm>
                <a:off x="10111529" y="-917130"/>
                <a:ext cx="13560" cy="393951"/>
              </a:xfrm>
              <a:custGeom>
                <a:avLst/>
                <a:gdLst/>
                <a:ahLst/>
                <a:cxnLst/>
                <a:rect l="l" t="t" r="r" b="b"/>
                <a:pathLst>
                  <a:path w="83" h="2411" extrusionOk="0">
                    <a:moveTo>
                      <a:pt x="0" y="1"/>
                    </a:moveTo>
                    <a:lnTo>
                      <a:pt x="0" y="2363"/>
                    </a:lnTo>
                    <a:lnTo>
                      <a:pt x="83" y="2411"/>
                    </a:lnTo>
                    <a:lnTo>
                      <a:pt x="71" y="48"/>
                    </a:lnTo>
                    <a:lnTo>
                      <a:pt x="0"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36"/>
              <p:cNvSpPr/>
              <p:nvPr/>
            </p:nvSpPr>
            <p:spPr>
              <a:xfrm>
                <a:off x="10130807" y="-963372"/>
                <a:ext cx="11763" cy="40686"/>
              </a:xfrm>
              <a:custGeom>
                <a:avLst/>
                <a:gdLst/>
                <a:ahLst/>
                <a:cxnLst/>
                <a:rect l="l" t="t" r="r" b="b"/>
                <a:pathLst>
                  <a:path w="72" h="249" extrusionOk="0">
                    <a:moveTo>
                      <a:pt x="0" y="0"/>
                    </a:moveTo>
                    <a:lnTo>
                      <a:pt x="0" y="213"/>
                    </a:lnTo>
                    <a:lnTo>
                      <a:pt x="71" y="248"/>
                    </a:lnTo>
                    <a:lnTo>
                      <a:pt x="71" y="48"/>
                    </a:lnTo>
                    <a:lnTo>
                      <a:pt x="0" y="0"/>
                    </a:lnTo>
                    <a:close/>
                  </a:path>
                </a:pathLst>
              </a:custGeom>
              <a:solidFill>
                <a:srgbClr val="E7E8E8"/>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36"/>
              <p:cNvSpPr/>
              <p:nvPr/>
            </p:nvSpPr>
            <p:spPr>
              <a:xfrm>
                <a:off x="10111529" y="-953732"/>
                <a:ext cx="11763" cy="44607"/>
              </a:xfrm>
              <a:custGeom>
                <a:avLst/>
                <a:gdLst/>
                <a:ahLst/>
                <a:cxnLst/>
                <a:rect l="l" t="t" r="r" b="b"/>
                <a:pathLst>
                  <a:path w="72" h="273" extrusionOk="0">
                    <a:moveTo>
                      <a:pt x="0" y="0"/>
                    </a:moveTo>
                    <a:lnTo>
                      <a:pt x="0" y="225"/>
                    </a:lnTo>
                    <a:lnTo>
                      <a:pt x="71" y="272"/>
                    </a:lnTo>
                    <a:lnTo>
                      <a:pt x="71" y="59"/>
                    </a:lnTo>
                    <a:lnTo>
                      <a:pt x="0" y="0"/>
                    </a:lnTo>
                    <a:close/>
                  </a:path>
                </a:pathLst>
              </a:custGeom>
              <a:solidFill>
                <a:srgbClr val="E7E8E8"/>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36"/>
              <p:cNvSpPr/>
              <p:nvPr/>
            </p:nvSpPr>
            <p:spPr>
              <a:xfrm>
                <a:off x="10123128" y="-955692"/>
                <a:ext cx="21402" cy="432512"/>
              </a:xfrm>
              <a:custGeom>
                <a:avLst/>
                <a:gdLst/>
                <a:ahLst/>
                <a:cxnLst/>
                <a:rect l="l" t="t" r="r" b="b"/>
                <a:pathLst>
                  <a:path w="131" h="2647" extrusionOk="0">
                    <a:moveTo>
                      <a:pt x="118" y="1"/>
                    </a:moveTo>
                    <a:lnTo>
                      <a:pt x="0" y="71"/>
                    </a:lnTo>
                    <a:lnTo>
                      <a:pt x="0" y="284"/>
                    </a:lnTo>
                    <a:lnTo>
                      <a:pt x="12" y="2647"/>
                    </a:lnTo>
                    <a:lnTo>
                      <a:pt x="130" y="2564"/>
                    </a:lnTo>
                    <a:lnTo>
                      <a:pt x="118" y="201"/>
                    </a:lnTo>
                    <a:lnTo>
                      <a:pt x="118"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36"/>
              <p:cNvSpPr/>
              <p:nvPr/>
            </p:nvSpPr>
            <p:spPr>
              <a:xfrm>
                <a:off x="10111529" y="-963372"/>
                <a:ext cx="31041" cy="19444"/>
              </a:xfrm>
              <a:custGeom>
                <a:avLst/>
                <a:gdLst/>
                <a:ahLst/>
                <a:cxnLst/>
                <a:rect l="l" t="t" r="r" b="b"/>
                <a:pathLst>
                  <a:path w="190" h="119" extrusionOk="0">
                    <a:moveTo>
                      <a:pt x="118" y="0"/>
                    </a:moveTo>
                    <a:lnTo>
                      <a:pt x="0" y="59"/>
                    </a:lnTo>
                    <a:lnTo>
                      <a:pt x="71" y="118"/>
                    </a:lnTo>
                    <a:lnTo>
                      <a:pt x="189" y="48"/>
                    </a:lnTo>
                    <a:lnTo>
                      <a:pt x="118" y="0"/>
                    </a:lnTo>
                    <a:close/>
                  </a:path>
                </a:pathLst>
              </a:custGeom>
              <a:solidFill>
                <a:srgbClr val="E4E2DF"/>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36"/>
              <p:cNvSpPr/>
              <p:nvPr/>
            </p:nvSpPr>
            <p:spPr>
              <a:xfrm>
                <a:off x="10090290" y="-1179549"/>
                <a:ext cx="71558" cy="42647"/>
              </a:xfrm>
              <a:custGeom>
                <a:avLst/>
                <a:gdLst/>
                <a:ahLst/>
                <a:cxnLst/>
                <a:rect l="l" t="t" r="r" b="b"/>
                <a:pathLst>
                  <a:path w="438" h="261" extrusionOk="0">
                    <a:moveTo>
                      <a:pt x="367" y="0"/>
                    </a:moveTo>
                    <a:lnTo>
                      <a:pt x="0" y="201"/>
                    </a:lnTo>
                    <a:lnTo>
                      <a:pt x="83" y="260"/>
                    </a:lnTo>
                    <a:lnTo>
                      <a:pt x="437" y="36"/>
                    </a:lnTo>
                    <a:lnTo>
                      <a:pt x="367" y="0"/>
                    </a:lnTo>
                    <a:close/>
                  </a:path>
                </a:pathLst>
              </a:custGeom>
              <a:solidFill>
                <a:srgbClr val="E4E2DF"/>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36"/>
              <p:cNvSpPr/>
              <p:nvPr/>
            </p:nvSpPr>
            <p:spPr>
              <a:xfrm>
                <a:off x="10090290" y="-1146705"/>
                <a:ext cx="13723" cy="233658"/>
              </a:xfrm>
              <a:custGeom>
                <a:avLst/>
                <a:gdLst/>
                <a:ahLst/>
                <a:cxnLst/>
                <a:rect l="l" t="t" r="r" b="b"/>
                <a:pathLst>
                  <a:path w="84" h="1430" extrusionOk="0">
                    <a:moveTo>
                      <a:pt x="0" y="0"/>
                    </a:moveTo>
                    <a:lnTo>
                      <a:pt x="0" y="1382"/>
                    </a:lnTo>
                    <a:lnTo>
                      <a:pt x="83" y="1429"/>
                    </a:lnTo>
                    <a:lnTo>
                      <a:pt x="83" y="59"/>
                    </a:lnTo>
                    <a:lnTo>
                      <a:pt x="0"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36"/>
              <p:cNvSpPr/>
              <p:nvPr/>
            </p:nvSpPr>
            <p:spPr>
              <a:xfrm>
                <a:off x="10103850" y="-1173830"/>
                <a:ext cx="59958" cy="264704"/>
              </a:xfrm>
              <a:custGeom>
                <a:avLst/>
                <a:gdLst/>
                <a:ahLst/>
                <a:cxnLst/>
                <a:rect l="l" t="t" r="r" b="b"/>
                <a:pathLst>
                  <a:path w="367" h="1620" extrusionOk="0">
                    <a:moveTo>
                      <a:pt x="354" y="1"/>
                    </a:moveTo>
                    <a:lnTo>
                      <a:pt x="0" y="225"/>
                    </a:lnTo>
                    <a:lnTo>
                      <a:pt x="0" y="1595"/>
                    </a:lnTo>
                    <a:lnTo>
                      <a:pt x="118" y="1619"/>
                    </a:lnTo>
                    <a:lnTo>
                      <a:pt x="118" y="1406"/>
                    </a:lnTo>
                    <a:lnTo>
                      <a:pt x="236" y="1336"/>
                    </a:lnTo>
                    <a:lnTo>
                      <a:pt x="236" y="1536"/>
                    </a:lnTo>
                    <a:lnTo>
                      <a:pt x="366" y="1395"/>
                    </a:lnTo>
                    <a:lnTo>
                      <a:pt x="354"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36"/>
              <p:cNvSpPr/>
              <p:nvPr/>
            </p:nvSpPr>
            <p:spPr>
              <a:xfrm>
                <a:off x="10231119" y="-986575"/>
                <a:ext cx="15684" cy="391991"/>
              </a:xfrm>
              <a:custGeom>
                <a:avLst/>
                <a:gdLst/>
                <a:ahLst/>
                <a:cxnLst/>
                <a:rect l="l" t="t" r="r" b="b"/>
                <a:pathLst>
                  <a:path w="96" h="2399" extrusionOk="0">
                    <a:moveTo>
                      <a:pt x="1" y="1"/>
                    </a:moveTo>
                    <a:lnTo>
                      <a:pt x="1" y="2340"/>
                    </a:lnTo>
                    <a:lnTo>
                      <a:pt x="95" y="2399"/>
                    </a:lnTo>
                    <a:lnTo>
                      <a:pt x="95" y="36"/>
                    </a:lnTo>
                    <a:lnTo>
                      <a:pt x="1"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36"/>
              <p:cNvSpPr/>
              <p:nvPr/>
            </p:nvSpPr>
            <p:spPr>
              <a:xfrm>
                <a:off x="10250397" y="-1034777"/>
                <a:ext cx="15684" cy="42647"/>
              </a:xfrm>
              <a:custGeom>
                <a:avLst/>
                <a:gdLst/>
                <a:ahLst/>
                <a:cxnLst/>
                <a:rect l="l" t="t" r="r" b="b"/>
                <a:pathLst>
                  <a:path w="96" h="261" extrusionOk="0">
                    <a:moveTo>
                      <a:pt x="1" y="0"/>
                    </a:moveTo>
                    <a:lnTo>
                      <a:pt x="1" y="213"/>
                    </a:lnTo>
                    <a:lnTo>
                      <a:pt x="95" y="260"/>
                    </a:lnTo>
                    <a:lnTo>
                      <a:pt x="95" y="59"/>
                    </a:lnTo>
                    <a:lnTo>
                      <a:pt x="1" y="0"/>
                    </a:lnTo>
                    <a:close/>
                  </a:path>
                </a:pathLst>
              </a:custGeom>
              <a:solidFill>
                <a:srgbClr val="E7E8E8"/>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36"/>
              <p:cNvSpPr/>
              <p:nvPr/>
            </p:nvSpPr>
            <p:spPr>
              <a:xfrm>
                <a:off x="10231119" y="-1023176"/>
                <a:ext cx="15684" cy="42483"/>
              </a:xfrm>
              <a:custGeom>
                <a:avLst/>
                <a:gdLst/>
                <a:ahLst/>
                <a:cxnLst/>
                <a:rect l="l" t="t" r="r" b="b"/>
                <a:pathLst>
                  <a:path w="96" h="260" extrusionOk="0">
                    <a:moveTo>
                      <a:pt x="1" y="0"/>
                    </a:moveTo>
                    <a:lnTo>
                      <a:pt x="1" y="225"/>
                    </a:lnTo>
                    <a:lnTo>
                      <a:pt x="95" y="260"/>
                    </a:lnTo>
                    <a:lnTo>
                      <a:pt x="83" y="35"/>
                    </a:lnTo>
                    <a:lnTo>
                      <a:pt x="1" y="0"/>
                    </a:lnTo>
                    <a:close/>
                  </a:path>
                </a:pathLst>
              </a:custGeom>
              <a:solidFill>
                <a:srgbClr val="E7E8E8"/>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36"/>
              <p:cNvSpPr/>
              <p:nvPr/>
            </p:nvSpPr>
            <p:spPr>
              <a:xfrm>
                <a:off x="10244679" y="-1025137"/>
                <a:ext cx="21402" cy="430552"/>
              </a:xfrm>
              <a:custGeom>
                <a:avLst/>
                <a:gdLst/>
                <a:ahLst/>
                <a:cxnLst/>
                <a:rect l="l" t="t" r="r" b="b"/>
                <a:pathLst>
                  <a:path w="131" h="2635" extrusionOk="0">
                    <a:moveTo>
                      <a:pt x="130" y="0"/>
                    </a:moveTo>
                    <a:lnTo>
                      <a:pt x="0" y="47"/>
                    </a:lnTo>
                    <a:lnTo>
                      <a:pt x="12" y="272"/>
                    </a:lnTo>
                    <a:lnTo>
                      <a:pt x="12" y="2635"/>
                    </a:lnTo>
                    <a:lnTo>
                      <a:pt x="130" y="2564"/>
                    </a:lnTo>
                    <a:lnTo>
                      <a:pt x="130" y="201"/>
                    </a:lnTo>
                    <a:lnTo>
                      <a:pt x="130"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36"/>
              <p:cNvSpPr/>
              <p:nvPr/>
            </p:nvSpPr>
            <p:spPr>
              <a:xfrm>
                <a:off x="10231119" y="-1034777"/>
                <a:ext cx="34962" cy="17484"/>
              </a:xfrm>
              <a:custGeom>
                <a:avLst/>
                <a:gdLst/>
                <a:ahLst/>
                <a:cxnLst/>
                <a:rect l="l" t="t" r="r" b="b"/>
                <a:pathLst>
                  <a:path w="214" h="107" extrusionOk="0">
                    <a:moveTo>
                      <a:pt x="119" y="0"/>
                    </a:moveTo>
                    <a:lnTo>
                      <a:pt x="1" y="71"/>
                    </a:lnTo>
                    <a:lnTo>
                      <a:pt x="83" y="106"/>
                    </a:lnTo>
                    <a:lnTo>
                      <a:pt x="213" y="59"/>
                    </a:lnTo>
                    <a:lnTo>
                      <a:pt x="119" y="0"/>
                    </a:lnTo>
                    <a:close/>
                  </a:path>
                </a:pathLst>
              </a:custGeom>
              <a:solidFill>
                <a:srgbClr val="E4E2DF"/>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36"/>
              <p:cNvSpPr/>
              <p:nvPr/>
            </p:nvSpPr>
            <p:spPr>
              <a:xfrm>
                <a:off x="10209880" y="-1250954"/>
                <a:ext cx="75478" cy="40686"/>
              </a:xfrm>
              <a:custGeom>
                <a:avLst/>
                <a:gdLst/>
                <a:ahLst/>
                <a:cxnLst/>
                <a:rect l="l" t="t" r="r" b="b"/>
                <a:pathLst>
                  <a:path w="462" h="249" extrusionOk="0">
                    <a:moveTo>
                      <a:pt x="367" y="0"/>
                    </a:moveTo>
                    <a:lnTo>
                      <a:pt x="1" y="213"/>
                    </a:lnTo>
                    <a:lnTo>
                      <a:pt x="83" y="248"/>
                    </a:lnTo>
                    <a:lnTo>
                      <a:pt x="461" y="47"/>
                    </a:lnTo>
                    <a:lnTo>
                      <a:pt x="367" y="0"/>
                    </a:lnTo>
                    <a:close/>
                  </a:path>
                </a:pathLst>
              </a:custGeom>
              <a:solidFill>
                <a:srgbClr val="E4E2DF"/>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36"/>
              <p:cNvSpPr/>
              <p:nvPr/>
            </p:nvSpPr>
            <p:spPr>
              <a:xfrm>
                <a:off x="10209880" y="-1216313"/>
                <a:ext cx="13723" cy="233822"/>
              </a:xfrm>
              <a:custGeom>
                <a:avLst/>
                <a:gdLst/>
                <a:ahLst/>
                <a:cxnLst/>
                <a:rect l="l" t="t" r="r" b="b"/>
                <a:pathLst>
                  <a:path w="84" h="1431" extrusionOk="0">
                    <a:moveTo>
                      <a:pt x="1" y="1"/>
                    </a:moveTo>
                    <a:lnTo>
                      <a:pt x="13" y="1383"/>
                    </a:lnTo>
                    <a:lnTo>
                      <a:pt x="83" y="1430"/>
                    </a:lnTo>
                    <a:lnTo>
                      <a:pt x="83" y="36"/>
                    </a:lnTo>
                    <a:lnTo>
                      <a:pt x="1" y="1"/>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36"/>
              <p:cNvSpPr/>
              <p:nvPr/>
            </p:nvSpPr>
            <p:spPr>
              <a:xfrm>
                <a:off x="10223440" y="-1243274"/>
                <a:ext cx="61918" cy="262579"/>
              </a:xfrm>
              <a:custGeom>
                <a:avLst/>
                <a:gdLst/>
                <a:ahLst/>
                <a:cxnLst/>
                <a:rect l="l" t="t" r="r" b="b"/>
                <a:pathLst>
                  <a:path w="379" h="1607" extrusionOk="0">
                    <a:moveTo>
                      <a:pt x="378" y="0"/>
                    </a:moveTo>
                    <a:lnTo>
                      <a:pt x="0" y="201"/>
                    </a:lnTo>
                    <a:lnTo>
                      <a:pt x="0" y="1595"/>
                    </a:lnTo>
                    <a:lnTo>
                      <a:pt x="142" y="1607"/>
                    </a:lnTo>
                    <a:lnTo>
                      <a:pt x="130" y="1382"/>
                    </a:lnTo>
                    <a:lnTo>
                      <a:pt x="260" y="1335"/>
                    </a:lnTo>
                    <a:lnTo>
                      <a:pt x="260" y="1536"/>
                    </a:lnTo>
                    <a:lnTo>
                      <a:pt x="378" y="1382"/>
                    </a:lnTo>
                    <a:lnTo>
                      <a:pt x="378" y="0"/>
                    </a:lnTo>
                    <a:close/>
                  </a:path>
                </a:pathLst>
              </a:custGeom>
              <a:solidFill>
                <a:schemeClr val="accent5"/>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6"/>
              <p:cNvSpPr/>
              <p:nvPr/>
            </p:nvSpPr>
            <p:spPr>
              <a:xfrm>
                <a:off x="9980176" y="-1625463"/>
                <a:ext cx="222188" cy="283821"/>
              </a:xfrm>
              <a:custGeom>
                <a:avLst/>
                <a:gdLst/>
                <a:ahLst/>
                <a:cxnLst/>
                <a:rect l="l" t="t" r="r" b="b"/>
                <a:pathLst>
                  <a:path w="1360" h="1737" extrusionOk="0">
                    <a:moveTo>
                      <a:pt x="379" y="0"/>
                    </a:moveTo>
                    <a:cubicBezTo>
                      <a:pt x="462" y="59"/>
                      <a:pt x="521" y="178"/>
                      <a:pt x="521" y="343"/>
                    </a:cubicBezTo>
                    <a:cubicBezTo>
                      <a:pt x="521" y="686"/>
                      <a:pt x="284" y="1087"/>
                      <a:pt x="1" y="1241"/>
                    </a:cubicBezTo>
                    <a:lnTo>
                      <a:pt x="852" y="1737"/>
                    </a:lnTo>
                    <a:cubicBezTo>
                      <a:pt x="1123" y="1572"/>
                      <a:pt x="1360" y="1170"/>
                      <a:pt x="1360" y="827"/>
                    </a:cubicBezTo>
                    <a:cubicBezTo>
                      <a:pt x="1360" y="650"/>
                      <a:pt x="1300" y="556"/>
                      <a:pt x="1218" y="497"/>
                    </a:cubicBezTo>
                    <a:lnTo>
                      <a:pt x="379"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36"/>
              <p:cNvSpPr/>
              <p:nvPr/>
            </p:nvSpPr>
            <p:spPr>
              <a:xfrm>
                <a:off x="9920380" y="-1418928"/>
                <a:ext cx="198989" cy="90522"/>
              </a:xfrm>
              <a:custGeom>
                <a:avLst/>
                <a:gdLst/>
                <a:ahLst/>
                <a:cxnLst/>
                <a:rect l="l" t="t" r="r" b="b"/>
                <a:pathLst>
                  <a:path w="1218" h="554" extrusionOk="0">
                    <a:moveTo>
                      <a:pt x="1" y="24"/>
                    </a:moveTo>
                    <a:cubicBezTo>
                      <a:pt x="4" y="26"/>
                      <a:pt x="7" y="28"/>
                      <a:pt x="11" y="30"/>
                    </a:cubicBezTo>
                    <a:lnTo>
                      <a:pt x="11" y="30"/>
                    </a:lnTo>
                    <a:lnTo>
                      <a:pt x="1" y="24"/>
                    </a:lnTo>
                    <a:close/>
                    <a:moveTo>
                      <a:pt x="367" y="0"/>
                    </a:moveTo>
                    <a:cubicBezTo>
                      <a:pt x="286" y="41"/>
                      <a:pt x="210" y="62"/>
                      <a:pt x="141" y="62"/>
                    </a:cubicBezTo>
                    <a:cubicBezTo>
                      <a:pt x="93" y="62"/>
                      <a:pt x="49" y="51"/>
                      <a:pt x="11" y="30"/>
                    </a:cubicBezTo>
                    <a:lnTo>
                      <a:pt x="11" y="30"/>
                    </a:lnTo>
                    <a:lnTo>
                      <a:pt x="840" y="520"/>
                    </a:lnTo>
                    <a:cubicBezTo>
                      <a:pt x="876" y="543"/>
                      <a:pt x="919" y="554"/>
                      <a:pt x="965" y="554"/>
                    </a:cubicBezTo>
                    <a:cubicBezTo>
                      <a:pt x="1039" y="554"/>
                      <a:pt x="1124" y="528"/>
                      <a:pt x="1218" y="485"/>
                    </a:cubicBezTo>
                    <a:lnTo>
                      <a:pt x="367"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6"/>
              <p:cNvSpPr/>
              <p:nvPr/>
            </p:nvSpPr>
            <p:spPr>
              <a:xfrm>
                <a:off x="9791151" y="-1588862"/>
                <a:ext cx="139031" cy="664210"/>
              </a:xfrm>
              <a:custGeom>
                <a:avLst/>
                <a:gdLst/>
                <a:ahLst/>
                <a:cxnLst/>
                <a:rect l="l" t="t" r="r" b="b"/>
                <a:pathLst>
                  <a:path w="851" h="4065" extrusionOk="0">
                    <a:moveTo>
                      <a:pt x="0" y="1"/>
                    </a:moveTo>
                    <a:lnTo>
                      <a:pt x="12" y="3580"/>
                    </a:lnTo>
                    <a:lnTo>
                      <a:pt x="851" y="4065"/>
                    </a:lnTo>
                    <a:lnTo>
                      <a:pt x="839" y="497"/>
                    </a:lnTo>
                    <a:lnTo>
                      <a:pt x="0" y="1"/>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36"/>
              <p:cNvSpPr/>
              <p:nvPr/>
            </p:nvSpPr>
            <p:spPr>
              <a:xfrm>
                <a:off x="9791151" y="-1806999"/>
                <a:ext cx="515443" cy="299344"/>
              </a:xfrm>
              <a:custGeom>
                <a:avLst/>
                <a:gdLst/>
                <a:ahLst/>
                <a:cxnLst/>
                <a:rect l="l" t="t" r="r" b="b"/>
                <a:pathLst>
                  <a:path w="3155" h="1832" extrusionOk="0">
                    <a:moveTo>
                      <a:pt x="2316" y="1"/>
                    </a:moveTo>
                    <a:lnTo>
                      <a:pt x="0" y="1336"/>
                    </a:lnTo>
                    <a:lnTo>
                      <a:pt x="839" y="1832"/>
                    </a:lnTo>
                    <a:lnTo>
                      <a:pt x="3154" y="485"/>
                    </a:lnTo>
                    <a:lnTo>
                      <a:pt x="2316" y="1"/>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5" name="Google Shape;2995;p36"/>
              <p:cNvGrpSpPr/>
              <p:nvPr/>
            </p:nvGrpSpPr>
            <p:grpSpPr>
              <a:xfrm>
                <a:off x="9965802" y="-1243283"/>
                <a:ext cx="320540" cy="799180"/>
                <a:chOff x="10289127" y="-1243283"/>
                <a:chExt cx="320540" cy="799180"/>
              </a:xfrm>
            </p:grpSpPr>
            <p:sp>
              <p:nvSpPr>
                <p:cNvPr id="2996" name="Google Shape;2996;p36"/>
                <p:cNvSpPr/>
                <p:nvPr/>
              </p:nvSpPr>
              <p:spPr>
                <a:xfrm>
                  <a:off x="10310365" y="-876616"/>
                  <a:ext cx="19441" cy="432513"/>
                </a:xfrm>
                <a:custGeom>
                  <a:avLst/>
                  <a:gdLst/>
                  <a:ahLst/>
                  <a:cxnLst/>
                  <a:rect l="l" t="t" r="r" b="b"/>
                  <a:pathLst>
                    <a:path w="119" h="2647" extrusionOk="0">
                      <a:moveTo>
                        <a:pt x="119" y="1"/>
                      </a:moveTo>
                      <a:lnTo>
                        <a:pt x="0" y="72"/>
                      </a:lnTo>
                      <a:lnTo>
                        <a:pt x="0" y="284"/>
                      </a:lnTo>
                      <a:lnTo>
                        <a:pt x="0" y="2647"/>
                      </a:lnTo>
                      <a:lnTo>
                        <a:pt x="119" y="2588"/>
                      </a:lnTo>
                      <a:lnTo>
                        <a:pt x="119" y="225"/>
                      </a:lnTo>
                      <a:lnTo>
                        <a:pt x="119"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6"/>
                <p:cNvSpPr/>
                <p:nvPr/>
              </p:nvSpPr>
              <p:spPr>
                <a:xfrm>
                  <a:off x="10289127" y="-1090832"/>
                  <a:ext cx="59958" cy="260782"/>
                </a:xfrm>
                <a:custGeom>
                  <a:avLst/>
                  <a:gdLst/>
                  <a:ahLst/>
                  <a:cxnLst/>
                  <a:rect l="l" t="t" r="r" b="b"/>
                  <a:pathLst>
                    <a:path w="367" h="1596" extrusionOk="0">
                      <a:moveTo>
                        <a:pt x="367" y="1"/>
                      </a:moveTo>
                      <a:lnTo>
                        <a:pt x="0" y="201"/>
                      </a:lnTo>
                      <a:lnTo>
                        <a:pt x="12" y="1595"/>
                      </a:lnTo>
                      <a:lnTo>
                        <a:pt x="130" y="1595"/>
                      </a:lnTo>
                      <a:lnTo>
                        <a:pt x="130" y="1383"/>
                      </a:lnTo>
                      <a:lnTo>
                        <a:pt x="249" y="1312"/>
                      </a:lnTo>
                      <a:lnTo>
                        <a:pt x="249" y="1536"/>
                      </a:lnTo>
                      <a:lnTo>
                        <a:pt x="367" y="1371"/>
                      </a:lnTo>
                      <a:lnTo>
                        <a:pt x="367"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36"/>
                <p:cNvSpPr/>
                <p:nvPr/>
              </p:nvSpPr>
              <p:spPr>
                <a:xfrm>
                  <a:off x="10447437" y="-955701"/>
                  <a:ext cx="21402" cy="432513"/>
                </a:xfrm>
                <a:custGeom>
                  <a:avLst/>
                  <a:gdLst/>
                  <a:ahLst/>
                  <a:cxnLst/>
                  <a:rect l="l" t="t" r="r" b="b"/>
                  <a:pathLst>
                    <a:path w="131" h="2647" extrusionOk="0">
                      <a:moveTo>
                        <a:pt x="118" y="1"/>
                      </a:moveTo>
                      <a:lnTo>
                        <a:pt x="0" y="71"/>
                      </a:lnTo>
                      <a:lnTo>
                        <a:pt x="0" y="284"/>
                      </a:lnTo>
                      <a:lnTo>
                        <a:pt x="12" y="2647"/>
                      </a:lnTo>
                      <a:lnTo>
                        <a:pt x="130" y="2564"/>
                      </a:lnTo>
                      <a:lnTo>
                        <a:pt x="118" y="201"/>
                      </a:lnTo>
                      <a:lnTo>
                        <a:pt x="118"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6"/>
                <p:cNvSpPr/>
                <p:nvPr/>
              </p:nvSpPr>
              <p:spPr>
                <a:xfrm>
                  <a:off x="10428159" y="-1173838"/>
                  <a:ext cx="59958" cy="264704"/>
                </a:xfrm>
                <a:custGeom>
                  <a:avLst/>
                  <a:gdLst/>
                  <a:ahLst/>
                  <a:cxnLst/>
                  <a:rect l="l" t="t" r="r" b="b"/>
                  <a:pathLst>
                    <a:path w="367" h="1620" extrusionOk="0">
                      <a:moveTo>
                        <a:pt x="354" y="1"/>
                      </a:moveTo>
                      <a:lnTo>
                        <a:pt x="0" y="225"/>
                      </a:lnTo>
                      <a:lnTo>
                        <a:pt x="0" y="1595"/>
                      </a:lnTo>
                      <a:lnTo>
                        <a:pt x="118" y="1619"/>
                      </a:lnTo>
                      <a:lnTo>
                        <a:pt x="118" y="1406"/>
                      </a:lnTo>
                      <a:lnTo>
                        <a:pt x="236" y="1336"/>
                      </a:lnTo>
                      <a:lnTo>
                        <a:pt x="236" y="1536"/>
                      </a:lnTo>
                      <a:lnTo>
                        <a:pt x="366" y="1395"/>
                      </a:lnTo>
                      <a:lnTo>
                        <a:pt x="354"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36"/>
                <p:cNvSpPr/>
                <p:nvPr/>
              </p:nvSpPr>
              <p:spPr>
                <a:xfrm>
                  <a:off x="10568988" y="-1025145"/>
                  <a:ext cx="21402" cy="430552"/>
                </a:xfrm>
                <a:custGeom>
                  <a:avLst/>
                  <a:gdLst/>
                  <a:ahLst/>
                  <a:cxnLst/>
                  <a:rect l="l" t="t" r="r" b="b"/>
                  <a:pathLst>
                    <a:path w="131" h="2635" extrusionOk="0">
                      <a:moveTo>
                        <a:pt x="130" y="0"/>
                      </a:moveTo>
                      <a:lnTo>
                        <a:pt x="0" y="47"/>
                      </a:lnTo>
                      <a:lnTo>
                        <a:pt x="12" y="272"/>
                      </a:lnTo>
                      <a:lnTo>
                        <a:pt x="12" y="2635"/>
                      </a:lnTo>
                      <a:lnTo>
                        <a:pt x="130" y="2564"/>
                      </a:lnTo>
                      <a:lnTo>
                        <a:pt x="130" y="201"/>
                      </a:lnTo>
                      <a:lnTo>
                        <a:pt x="130" y="0"/>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36"/>
                <p:cNvSpPr/>
                <p:nvPr/>
              </p:nvSpPr>
              <p:spPr>
                <a:xfrm>
                  <a:off x="10547749" y="-1243283"/>
                  <a:ext cx="61918" cy="262580"/>
                </a:xfrm>
                <a:custGeom>
                  <a:avLst/>
                  <a:gdLst/>
                  <a:ahLst/>
                  <a:cxnLst/>
                  <a:rect l="l" t="t" r="r" b="b"/>
                  <a:pathLst>
                    <a:path w="379" h="1607" extrusionOk="0">
                      <a:moveTo>
                        <a:pt x="378" y="0"/>
                      </a:moveTo>
                      <a:lnTo>
                        <a:pt x="0" y="201"/>
                      </a:lnTo>
                      <a:lnTo>
                        <a:pt x="0" y="1595"/>
                      </a:lnTo>
                      <a:lnTo>
                        <a:pt x="142" y="1607"/>
                      </a:lnTo>
                      <a:lnTo>
                        <a:pt x="130" y="1382"/>
                      </a:lnTo>
                      <a:lnTo>
                        <a:pt x="260" y="1335"/>
                      </a:lnTo>
                      <a:lnTo>
                        <a:pt x="260" y="1536"/>
                      </a:lnTo>
                      <a:lnTo>
                        <a:pt x="378" y="1382"/>
                      </a:lnTo>
                      <a:lnTo>
                        <a:pt x="378" y="0"/>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02" name="Google Shape;3002;p36"/>
              <p:cNvSpPr/>
              <p:nvPr/>
            </p:nvSpPr>
            <p:spPr>
              <a:xfrm>
                <a:off x="9988009" y="-1632074"/>
                <a:ext cx="222188" cy="283821"/>
              </a:xfrm>
              <a:custGeom>
                <a:avLst/>
                <a:gdLst/>
                <a:ahLst/>
                <a:cxnLst/>
                <a:rect l="l" t="t" r="r" b="b"/>
                <a:pathLst>
                  <a:path w="1360" h="1737" extrusionOk="0">
                    <a:moveTo>
                      <a:pt x="379" y="0"/>
                    </a:moveTo>
                    <a:cubicBezTo>
                      <a:pt x="462" y="59"/>
                      <a:pt x="521" y="178"/>
                      <a:pt x="521" y="343"/>
                    </a:cubicBezTo>
                    <a:cubicBezTo>
                      <a:pt x="521" y="686"/>
                      <a:pt x="284" y="1087"/>
                      <a:pt x="1" y="1241"/>
                    </a:cubicBezTo>
                    <a:lnTo>
                      <a:pt x="852" y="1737"/>
                    </a:lnTo>
                    <a:cubicBezTo>
                      <a:pt x="1123" y="1572"/>
                      <a:pt x="1360" y="1170"/>
                      <a:pt x="1360" y="827"/>
                    </a:cubicBezTo>
                    <a:cubicBezTo>
                      <a:pt x="1360" y="650"/>
                      <a:pt x="1300" y="556"/>
                      <a:pt x="1218" y="497"/>
                    </a:cubicBezTo>
                    <a:lnTo>
                      <a:pt x="379"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36"/>
              <p:cNvSpPr/>
              <p:nvPr/>
            </p:nvSpPr>
            <p:spPr>
              <a:xfrm>
                <a:off x="9928213" y="-1425539"/>
                <a:ext cx="198989" cy="90522"/>
              </a:xfrm>
              <a:custGeom>
                <a:avLst/>
                <a:gdLst/>
                <a:ahLst/>
                <a:cxnLst/>
                <a:rect l="l" t="t" r="r" b="b"/>
                <a:pathLst>
                  <a:path w="1218" h="554" extrusionOk="0">
                    <a:moveTo>
                      <a:pt x="1" y="24"/>
                    </a:moveTo>
                    <a:cubicBezTo>
                      <a:pt x="4" y="26"/>
                      <a:pt x="7" y="28"/>
                      <a:pt x="11" y="30"/>
                    </a:cubicBezTo>
                    <a:lnTo>
                      <a:pt x="11" y="30"/>
                    </a:lnTo>
                    <a:lnTo>
                      <a:pt x="1" y="24"/>
                    </a:lnTo>
                    <a:close/>
                    <a:moveTo>
                      <a:pt x="367" y="0"/>
                    </a:moveTo>
                    <a:cubicBezTo>
                      <a:pt x="286" y="41"/>
                      <a:pt x="210" y="62"/>
                      <a:pt x="141" y="62"/>
                    </a:cubicBezTo>
                    <a:cubicBezTo>
                      <a:pt x="93" y="62"/>
                      <a:pt x="49" y="51"/>
                      <a:pt x="11" y="30"/>
                    </a:cubicBezTo>
                    <a:lnTo>
                      <a:pt x="11" y="30"/>
                    </a:lnTo>
                    <a:lnTo>
                      <a:pt x="840" y="520"/>
                    </a:lnTo>
                    <a:cubicBezTo>
                      <a:pt x="876" y="543"/>
                      <a:pt x="919" y="554"/>
                      <a:pt x="965" y="554"/>
                    </a:cubicBezTo>
                    <a:cubicBezTo>
                      <a:pt x="1039" y="554"/>
                      <a:pt x="1124" y="528"/>
                      <a:pt x="1218" y="485"/>
                    </a:cubicBezTo>
                    <a:lnTo>
                      <a:pt x="367" y="0"/>
                    </a:lnTo>
                    <a:close/>
                  </a:path>
                </a:pathLst>
              </a:custGeom>
              <a:solidFill>
                <a:srgbClr val="282A2E">
                  <a:alpha val="364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36"/>
              <p:cNvSpPr/>
              <p:nvPr/>
            </p:nvSpPr>
            <p:spPr>
              <a:xfrm>
                <a:off x="9791151" y="-1806999"/>
                <a:ext cx="515443" cy="299344"/>
              </a:xfrm>
              <a:custGeom>
                <a:avLst/>
                <a:gdLst/>
                <a:ahLst/>
                <a:cxnLst/>
                <a:rect l="l" t="t" r="r" b="b"/>
                <a:pathLst>
                  <a:path w="3155" h="1832" extrusionOk="0">
                    <a:moveTo>
                      <a:pt x="2316" y="1"/>
                    </a:moveTo>
                    <a:lnTo>
                      <a:pt x="0" y="1336"/>
                    </a:lnTo>
                    <a:lnTo>
                      <a:pt x="839" y="1832"/>
                    </a:lnTo>
                    <a:lnTo>
                      <a:pt x="3154" y="485"/>
                    </a:lnTo>
                    <a:lnTo>
                      <a:pt x="2316" y="1"/>
                    </a:ln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36"/>
              <p:cNvSpPr/>
              <p:nvPr/>
            </p:nvSpPr>
            <p:spPr>
              <a:xfrm>
                <a:off x="9929120" y="-1725782"/>
                <a:ext cx="378373" cy="803097"/>
              </a:xfrm>
              <a:custGeom>
                <a:avLst/>
                <a:gdLst/>
                <a:ahLst/>
                <a:cxnLst/>
                <a:rect l="l" t="t" r="r" b="b"/>
                <a:pathLst>
                  <a:path w="2316" h="4915" extrusionOk="0">
                    <a:moveTo>
                      <a:pt x="1388" y="1082"/>
                    </a:moveTo>
                    <a:cubicBezTo>
                      <a:pt x="1556" y="1082"/>
                      <a:pt x="1678" y="1213"/>
                      <a:pt x="1678" y="1441"/>
                    </a:cubicBezTo>
                    <a:cubicBezTo>
                      <a:pt x="1678" y="1784"/>
                      <a:pt x="1441" y="2186"/>
                      <a:pt x="1170" y="2351"/>
                    </a:cubicBezTo>
                    <a:cubicBezTo>
                      <a:pt x="1080" y="2404"/>
                      <a:pt x="995" y="2430"/>
                      <a:pt x="921" y="2430"/>
                    </a:cubicBezTo>
                    <a:cubicBezTo>
                      <a:pt x="749" y="2430"/>
                      <a:pt x="633" y="2294"/>
                      <a:pt x="650" y="2056"/>
                    </a:cubicBezTo>
                    <a:cubicBezTo>
                      <a:pt x="650" y="1713"/>
                      <a:pt x="886" y="1311"/>
                      <a:pt x="1170" y="1146"/>
                    </a:cubicBezTo>
                    <a:cubicBezTo>
                      <a:pt x="1247" y="1102"/>
                      <a:pt x="1321" y="1082"/>
                      <a:pt x="1388" y="1082"/>
                    </a:cubicBezTo>
                    <a:close/>
                    <a:moveTo>
                      <a:pt x="2304" y="0"/>
                    </a:moveTo>
                    <a:lnTo>
                      <a:pt x="0" y="1335"/>
                    </a:lnTo>
                    <a:lnTo>
                      <a:pt x="12" y="4914"/>
                    </a:lnTo>
                    <a:lnTo>
                      <a:pt x="2315" y="3591"/>
                    </a:lnTo>
                    <a:lnTo>
                      <a:pt x="2304" y="0"/>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36"/>
              <p:cNvSpPr/>
              <p:nvPr/>
            </p:nvSpPr>
            <p:spPr>
              <a:xfrm>
                <a:off x="9928222" y="-1725790"/>
                <a:ext cx="378373" cy="803097"/>
              </a:xfrm>
              <a:custGeom>
                <a:avLst/>
                <a:gdLst/>
                <a:ahLst/>
                <a:cxnLst/>
                <a:rect l="l" t="t" r="r" b="b"/>
                <a:pathLst>
                  <a:path w="2316" h="4915" extrusionOk="0">
                    <a:moveTo>
                      <a:pt x="1388" y="1082"/>
                    </a:moveTo>
                    <a:cubicBezTo>
                      <a:pt x="1556" y="1082"/>
                      <a:pt x="1678" y="1213"/>
                      <a:pt x="1678" y="1441"/>
                    </a:cubicBezTo>
                    <a:cubicBezTo>
                      <a:pt x="1678" y="1784"/>
                      <a:pt x="1441" y="2186"/>
                      <a:pt x="1170" y="2351"/>
                    </a:cubicBezTo>
                    <a:cubicBezTo>
                      <a:pt x="1080" y="2404"/>
                      <a:pt x="995" y="2430"/>
                      <a:pt x="921" y="2430"/>
                    </a:cubicBezTo>
                    <a:cubicBezTo>
                      <a:pt x="749" y="2430"/>
                      <a:pt x="633" y="2294"/>
                      <a:pt x="650" y="2056"/>
                    </a:cubicBezTo>
                    <a:cubicBezTo>
                      <a:pt x="650" y="1713"/>
                      <a:pt x="886" y="1311"/>
                      <a:pt x="1170" y="1146"/>
                    </a:cubicBezTo>
                    <a:cubicBezTo>
                      <a:pt x="1247" y="1102"/>
                      <a:pt x="1321" y="1082"/>
                      <a:pt x="1388" y="1082"/>
                    </a:cubicBezTo>
                    <a:close/>
                    <a:moveTo>
                      <a:pt x="2304" y="0"/>
                    </a:moveTo>
                    <a:lnTo>
                      <a:pt x="0" y="1335"/>
                    </a:lnTo>
                    <a:lnTo>
                      <a:pt x="12" y="4914"/>
                    </a:lnTo>
                    <a:lnTo>
                      <a:pt x="2315" y="3591"/>
                    </a:lnTo>
                    <a:lnTo>
                      <a:pt x="2304" y="0"/>
                    </a:lnTo>
                    <a:close/>
                  </a:path>
                </a:pathLst>
              </a:custGeom>
              <a:solidFill>
                <a:schemeClr val="accent2"/>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36"/>
              <p:cNvSpPr/>
              <p:nvPr/>
            </p:nvSpPr>
            <p:spPr>
              <a:xfrm>
                <a:off x="9970536" y="-1183470"/>
                <a:ext cx="90999" cy="116012"/>
              </a:xfrm>
              <a:custGeom>
                <a:avLst/>
                <a:gdLst/>
                <a:ahLst/>
                <a:cxnLst/>
                <a:rect l="l" t="t" r="r" b="b"/>
                <a:pathLst>
                  <a:path w="557" h="710" extrusionOk="0">
                    <a:moveTo>
                      <a:pt x="556" y="1"/>
                    </a:moveTo>
                    <a:lnTo>
                      <a:pt x="1" y="320"/>
                    </a:lnTo>
                    <a:lnTo>
                      <a:pt x="1" y="709"/>
                    </a:lnTo>
                    <a:lnTo>
                      <a:pt x="556" y="390"/>
                    </a:lnTo>
                    <a:lnTo>
                      <a:pt x="556"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36"/>
              <p:cNvSpPr/>
              <p:nvPr/>
            </p:nvSpPr>
            <p:spPr>
              <a:xfrm>
                <a:off x="10096008" y="-1254875"/>
                <a:ext cx="90836" cy="116012"/>
              </a:xfrm>
              <a:custGeom>
                <a:avLst/>
                <a:gdLst/>
                <a:ahLst/>
                <a:cxnLst/>
                <a:rect l="l" t="t" r="r" b="b"/>
                <a:pathLst>
                  <a:path w="556" h="710" extrusionOk="0">
                    <a:moveTo>
                      <a:pt x="556" y="0"/>
                    </a:moveTo>
                    <a:lnTo>
                      <a:pt x="1" y="308"/>
                    </a:lnTo>
                    <a:lnTo>
                      <a:pt x="1" y="709"/>
                    </a:lnTo>
                    <a:lnTo>
                      <a:pt x="556" y="378"/>
                    </a:lnTo>
                    <a:lnTo>
                      <a:pt x="556"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36"/>
              <p:cNvSpPr/>
              <p:nvPr/>
            </p:nvSpPr>
            <p:spPr>
              <a:xfrm>
                <a:off x="9970536" y="-1167947"/>
                <a:ext cx="218267" cy="187253"/>
              </a:xfrm>
              <a:custGeom>
                <a:avLst/>
                <a:gdLst/>
                <a:ahLst/>
                <a:cxnLst/>
                <a:rect l="l" t="t" r="r" b="b"/>
                <a:pathLst>
                  <a:path w="1336" h="1146" extrusionOk="0">
                    <a:moveTo>
                      <a:pt x="1336" y="0"/>
                    </a:moveTo>
                    <a:lnTo>
                      <a:pt x="1" y="756"/>
                    </a:lnTo>
                    <a:lnTo>
                      <a:pt x="1" y="1146"/>
                    </a:lnTo>
                    <a:lnTo>
                      <a:pt x="1336" y="378"/>
                    </a:lnTo>
                    <a:lnTo>
                      <a:pt x="1336"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2"/>
        <p:cNvGrpSpPr/>
        <p:nvPr/>
      </p:nvGrpSpPr>
      <p:grpSpPr>
        <a:xfrm>
          <a:off x="0" y="0"/>
          <a:ext cx="0" cy="0"/>
          <a:chOff x="0" y="0"/>
          <a:chExt cx="0" cy="0"/>
        </a:xfrm>
      </p:grpSpPr>
      <p:sp>
        <p:nvSpPr>
          <p:cNvPr id="3023" name="Google Shape;3023;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3028" name="Google Shape;3028;p38"/>
          <p:cNvSpPr txBox="1">
            <a:spLocks noGrp="1"/>
          </p:cNvSpPr>
          <p:nvPr>
            <p:ph type="title" idx="5"/>
          </p:nvPr>
        </p:nvSpPr>
        <p:spPr>
          <a:xfrm>
            <a:off x="902408" y="1497175"/>
            <a:ext cx="10305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029" name="Google Shape;3029;p38"/>
          <p:cNvSpPr txBox="1">
            <a:spLocks noGrp="1"/>
          </p:cNvSpPr>
          <p:nvPr>
            <p:ph type="title" idx="6"/>
          </p:nvPr>
        </p:nvSpPr>
        <p:spPr>
          <a:xfrm>
            <a:off x="902409" y="3083000"/>
            <a:ext cx="10305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030" name="Google Shape;3030;p38"/>
          <p:cNvSpPr txBox="1">
            <a:spLocks noGrp="1"/>
          </p:cNvSpPr>
          <p:nvPr>
            <p:ph type="title" idx="7"/>
          </p:nvPr>
        </p:nvSpPr>
        <p:spPr>
          <a:xfrm>
            <a:off x="4827477" y="1497175"/>
            <a:ext cx="10305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031" name="Google Shape;3031;p38"/>
          <p:cNvSpPr txBox="1">
            <a:spLocks noGrp="1"/>
          </p:cNvSpPr>
          <p:nvPr>
            <p:ph type="title" idx="8"/>
          </p:nvPr>
        </p:nvSpPr>
        <p:spPr>
          <a:xfrm>
            <a:off x="4827477" y="3083000"/>
            <a:ext cx="10305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032" name="Google Shape;3032;p38"/>
          <p:cNvSpPr txBox="1">
            <a:spLocks noGrp="1"/>
          </p:cNvSpPr>
          <p:nvPr>
            <p:ph type="subTitle" idx="9"/>
          </p:nvPr>
        </p:nvSpPr>
        <p:spPr>
          <a:xfrm>
            <a:off x="902400" y="1927375"/>
            <a:ext cx="281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ABSTRACT</a:t>
            </a:r>
            <a:endParaRPr dirty="0"/>
          </a:p>
        </p:txBody>
      </p:sp>
      <p:sp>
        <p:nvSpPr>
          <p:cNvPr id="3033" name="Google Shape;3033;p38"/>
          <p:cNvSpPr txBox="1">
            <a:spLocks noGrp="1"/>
          </p:cNvSpPr>
          <p:nvPr>
            <p:ph type="subTitle" idx="13"/>
          </p:nvPr>
        </p:nvSpPr>
        <p:spPr>
          <a:xfrm>
            <a:off x="4827472" y="1927375"/>
            <a:ext cx="281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CIRCUITS</a:t>
            </a:r>
            <a:endParaRPr dirty="0"/>
          </a:p>
        </p:txBody>
      </p:sp>
      <p:sp>
        <p:nvSpPr>
          <p:cNvPr id="3034" name="Google Shape;3034;p38"/>
          <p:cNvSpPr txBox="1">
            <a:spLocks noGrp="1"/>
          </p:cNvSpPr>
          <p:nvPr>
            <p:ph type="subTitle" idx="14"/>
          </p:nvPr>
        </p:nvSpPr>
        <p:spPr>
          <a:xfrm>
            <a:off x="902400" y="3513150"/>
            <a:ext cx="281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COMPONENTS</a:t>
            </a:r>
            <a:endParaRPr dirty="0"/>
          </a:p>
        </p:txBody>
      </p:sp>
      <p:sp>
        <p:nvSpPr>
          <p:cNvPr id="3035" name="Google Shape;3035;p38"/>
          <p:cNvSpPr txBox="1">
            <a:spLocks noGrp="1"/>
          </p:cNvSpPr>
          <p:nvPr>
            <p:ph type="subTitle" idx="15"/>
          </p:nvPr>
        </p:nvSpPr>
        <p:spPr>
          <a:xfrm>
            <a:off x="4827472" y="3513150"/>
            <a:ext cx="281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APPROXIMATED COST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13"/>
        <p:cNvGrpSpPr/>
        <p:nvPr/>
      </p:nvGrpSpPr>
      <p:grpSpPr>
        <a:xfrm>
          <a:off x="0" y="0"/>
          <a:ext cx="0" cy="0"/>
          <a:chOff x="0" y="0"/>
          <a:chExt cx="0" cy="0"/>
        </a:xfrm>
      </p:grpSpPr>
      <p:sp>
        <p:nvSpPr>
          <p:cNvPr id="3014" name="Google Shape;3014;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ABSTRACT</a:t>
            </a:r>
            <a:endParaRPr dirty="0"/>
          </a:p>
        </p:txBody>
      </p:sp>
      <p:sp>
        <p:nvSpPr>
          <p:cNvPr id="3015" name="Google Shape;3015;p37"/>
          <p:cNvSpPr txBox="1">
            <a:spLocks noGrp="1"/>
          </p:cNvSpPr>
          <p:nvPr>
            <p:ph type="body" idx="1"/>
          </p:nvPr>
        </p:nvSpPr>
        <p:spPr>
          <a:xfrm>
            <a:off x="720000" y="1215750"/>
            <a:ext cx="7704000" cy="31379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i="0" dirty="0">
                <a:solidFill>
                  <a:schemeClr val="bg1">
                    <a:lumMod val="10000"/>
                  </a:schemeClr>
                </a:solidFill>
                <a:effectLst/>
                <a:latin typeface="Söhne"/>
              </a:rPr>
              <a:t>Function Generator with Adjustable Waveforms and Noise Generation Circuit-</a:t>
            </a:r>
          </a:p>
          <a:p>
            <a:pPr algn="l"/>
            <a:r>
              <a:rPr lang="en-US" sz="1600" b="0" i="0" dirty="0">
                <a:solidFill>
                  <a:schemeClr val="bg1">
                    <a:lumMod val="10000"/>
                  </a:schemeClr>
                </a:solidFill>
                <a:effectLst/>
                <a:latin typeface="Söhne"/>
              </a:rPr>
              <a:t>This project introduces a multifunctional signal generator designed to produce sine, square, triangle, pulse and sawtooth </a:t>
            </a:r>
            <a:r>
              <a:rPr lang="en-US" sz="1600" b="0" i="0" dirty="0" err="1">
                <a:solidFill>
                  <a:schemeClr val="bg1">
                    <a:lumMod val="10000"/>
                  </a:schemeClr>
                </a:solidFill>
                <a:effectLst/>
                <a:latin typeface="Söhne"/>
              </a:rPr>
              <a:t>waves</a:t>
            </a:r>
            <a:r>
              <a:rPr lang="en-US" sz="1600" dirty="0" err="1">
                <a:solidFill>
                  <a:schemeClr val="bg1">
                    <a:lumMod val="10000"/>
                  </a:schemeClr>
                </a:solidFill>
                <a:latin typeface="Söhne"/>
              </a:rPr>
              <a:t>.</a:t>
            </a:r>
            <a:r>
              <a:rPr lang="en-US" sz="1600" b="0" i="0" dirty="0" err="1">
                <a:solidFill>
                  <a:schemeClr val="bg1">
                    <a:lumMod val="10000"/>
                  </a:schemeClr>
                </a:solidFill>
                <a:effectLst/>
                <a:latin typeface="Söhne"/>
              </a:rPr>
              <a:t>The</a:t>
            </a:r>
            <a:r>
              <a:rPr lang="en-US" sz="1600" b="0" i="0" dirty="0">
                <a:solidFill>
                  <a:schemeClr val="bg1">
                    <a:lumMod val="10000"/>
                  </a:schemeClr>
                </a:solidFill>
                <a:effectLst/>
                <a:latin typeface="Söhne"/>
              </a:rPr>
              <a:t> device enables users to manipulate both amplitude and frequency within predefined ranges, offering a flexible and comprehensive tool for various applications.</a:t>
            </a:r>
          </a:p>
          <a:p>
            <a:pPr marL="139700" indent="0" algn="l">
              <a:buNone/>
            </a:pPr>
            <a:endParaRPr lang="en-US" sz="1600" b="0" i="0" dirty="0">
              <a:solidFill>
                <a:schemeClr val="bg1">
                  <a:lumMod val="10000"/>
                </a:schemeClr>
              </a:solidFill>
              <a:effectLst/>
              <a:latin typeface="Söhne"/>
            </a:endParaRPr>
          </a:p>
          <a:p>
            <a:pPr algn="l"/>
            <a:r>
              <a:rPr lang="en-US" sz="1600" b="0" i="0" dirty="0">
                <a:solidFill>
                  <a:schemeClr val="bg1">
                    <a:lumMod val="10000"/>
                  </a:schemeClr>
                </a:solidFill>
                <a:effectLst/>
                <a:latin typeface="Söhne"/>
              </a:rPr>
              <a:t>The primary focus of this function generator is to provide a wide range of waveforms essential for signal processing, testing, and educational purposes. The inclusion of sine, square, triangle, and sawtooth waves caters to the diverse needs of users across different disciplines. The waveform generator is capable of delivering precise and stable signals, ensuring accuracy in experimental setups and circuit testing.</a:t>
            </a:r>
          </a:p>
          <a:p>
            <a:pPr marL="0" lvl="0" indent="0" algn="l" rtl="0">
              <a:spcBef>
                <a:spcPts val="0"/>
              </a:spcBef>
              <a:spcAft>
                <a:spcPts val="0"/>
              </a:spcAft>
              <a:buNone/>
            </a:pPr>
            <a:endParaRPr b="1" dirty="0">
              <a:solidFill>
                <a:schemeClr val="bg1">
                  <a:lumMod val="1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5333CF5-8DC0-946F-D279-CD93A1A6529A}"/>
              </a:ext>
            </a:extLst>
          </p:cNvPr>
          <p:cNvSpPr>
            <a:spLocks noGrp="1"/>
          </p:cNvSpPr>
          <p:nvPr>
            <p:ph type="body" idx="1"/>
          </p:nvPr>
        </p:nvSpPr>
        <p:spPr>
          <a:xfrm>
            <a:off x="377560" y="713822"/>
            <a:ext cx="7840242" cy="3616303"/>
          </a:xfrm>
        </p:spPr>
        <p:txBody>
          <a:bodyPr/>
          <a:lstStyle/>
          <a:p>
            <a:r>
              <a:rPr lang="en-US" sz="1600" b="0" i="0" dirty="0">
                <a:solidFill>
                  <a:schemeClr val="bg1">
                    <a:lumMod val="10000"/>
                  </a:schemeClr>
                </a:solidFill>
                <a:effectLst/>
                <a:latin typeface="Söhne"/>
              </a:rPr>
              <a:t>A key feature of this device is the integrated noise generator circuit, allowing users to introduce controlled levels of noise to their signals. This feature proves invaluable in scenarios where real-world conditions involve background noise or in applications where noise modulation is desired. The amplitude and frequency parameters of the noise signal can be easily adjusted within specified ranges, enhancing the versatility of the overall system.</a:t>
            </a:r>
          </a:p>
          <a:p>
            <a:endParaRPr lang="en-US" sz="1600" dirty="0">
              <a:solidFill>
                <a:schemeClr val="bg1">
                  <a:lumMod val="10000"/>
                </a:schemeClr>
              </a:solidFill>
              <a:latin typeface="Söhne"/>
            </a:endParaRPr>
          </a:p>
          <a:p>
            <a:r>
              <a:rPr lang="en-US" sz="1600" b="0" i="0" dirty="0">
                <a:solidFill>
                  <a:schemeClr val="bg1">
                    <a:lumMod val="10000"/>
                  </a:schemeClr>
                </a:solidFill>
                <a:effectLst/>
                <a:latin typeface="Söhne"/>
              </a:rPr>
              <a:t>The tuning range of the function generator is :</a:t>
            </a:r>
          </a:p>
          <a:p>
            <a:pPr marL="139700" indent="0">
              <a:buNone/>
            </a:pPr>
            <a:r>
              <a:rPr lang="en-US" sz="1600" dirty="0">
                <a:solidFill>
                  <a:schemeClr val="bg1">
                    <a:lumMod val="10000"/>
                  </a:schemeClr>
                </a:solidFill>
                <a:latin typeface="Söhne"/>
              </a:rPr>
              <a:t>          Amplitude range: 0 to 23V(peak to peak)</a:t>
            </a:r>
          </a:p>
          <a:p>
            <a:pPr marL="139700" indent="0">
              <a:buNone/>
            </a:pPr>
            <a:r>
              <a:rPr lang="en-US" sz="1600" b="0" i="0" dirty="0">
                <a:solidFill>
                  <a:schemeClr val="bg1">
                    <a:lumMod val="10000"/>
                  </a:schemeClr>
                </a:solidFill>
                <a:effectLst/>
                <a:latin typeface="Söhne"/>
              </a:rPr>
              <a:t>          Frequency range: (0 to 50KHZ)</a:t>
            </a:r>
          </a:p>
          <a:p>
            <a:endParaRPr lang="en-IN" sz="1600" dirty="0">
              <a:solidFill>
                <a:schemeClr val="bg1">
                  <a:lumMod val="10000"/>
                </a:schemeClr>
              </a:solidFill>
            </a:endParaRPr>
          </a:p>
        </p:txBody>
      </p:sp>
    </p:spTree>
    <p:extLst>
      <p:ext uri="{BB962C8B-B14F-4D97-AF65-F5344CB8AC3E}">
        <p14:creationId xmlns:p14="http://schemas.microsoft.com/office/powerpoint/2010/main" val="379037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39"/>
        <p:cNvGrpSpPr/>
        <p:nvPr/>
      </p:nvGrpSpPr>
      <p:grpSpPr>
        <a:xfrm>
          <a:off x="0" y="0"/>
          <a:ext cx="0" cy="0"/>
          <a:chOff x="0" y="0"/>
          <a:chExt cx="0" cy="0"/>
        </a:xfrm>
      </p:grpSpPr>
      <p:sp>
        <p:nvSpPr>
          <p:cNvPr id="3040" name="Google Shape;3040;p39"/>
          <p:cNvSpPr txBox="1">
            <a:spLocks noGrp="1"/>
          </p:cNvSpPr>
          <p:nvPr>
            <p:ph type="title"/>
          </p:nvPr>
        </p:nvSpPr>
        <p:spPr>
          <a:xfrm>
            <a:off x="4772184" y="346493"/>
            <a:ext cx="3188078" cy="6610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800" dirty="0"/>
              <a:t>BLOCK DIAGRAM</a:t>
            </a:r>
            <a:endParaRPr sz="2800" dirty="0"/>
          </a:p>
        </p:txBody>
      </p:sp>
      <p:grpSp>
        <p:nvGrpSpPr>
          <p:cNvPr id="3042" name="Google Shape;3042;p39"/>
          <p:cNvGrpSpPr/>
          <p:nvPr/>
        </p:nvGrpSpPr>
        <p:grpSpPr>
          <a:xfrm>
            <a:off x="350375" y="389500"/>
            <a:ext cx="3503100" cy="4383600"/>
            <a:chOff x="350375" y="389500"/>
            <a:chExt cx="3503100" cy="4383600"/>
          </a:xfrm>
        </p:grpSpPr>
        <p:grpSp>
          <p:nvGrpSpPr>
            <p:cNvPr id="3043" name="Google Shape;3043;p39"/>
            <p:cNvGrpSpPr/>
            <p:nvPr/>
          </p:nvGrpSpPr>
          <p:grpSpPr>
            <a:xfrm>
              <a:off x="350375" y="389500"/>
              <a:ext cx="3503100" cy="4383600"/>
              <a:chOff x="350375" y="389500"/>
              <a:chExt cx="3503100" cy="4383600"/>
            </a:xfrm>
          </p:grpSpPr>
          <p:sp>
            <p:nvSpPr>
              <p:cNvPr id="3044" name="Google Shape;3044;p39"/>
              <p:cNvSpPr/>
              <p:nvPr/>
            </p:nvSpPr>
            <p:spPr>
              <a:xfrm>
                <a:off x="350375" y="389500"/>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5" name="Google Shape;3045;p39"/>
              <p:cNvGrpSpPr/>
              <p:nvPr/>
            </p:nvGrpSpPr>
            <p:grpSpPr>
              <a:xfrm flipH="1">
                <a:off x="355299" y="394011"/>
                <a:ext cx="3493047" cy="4375061"/>
                <a:chOff x="697175" y="461850"/>
                <a:chExt cx="1672675" cy="2098250"/>
              </a:xfrm>
            </p:grpSpPr>
            <p:sp>
              <p:nvSpPr>
                <p:cNvPr id="3046" name="Google Shape;3046;p39"/>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9"/>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9"/>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9"/>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9"/>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9"/>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9"/>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9"/>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9"/>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9"/>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9"/>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9"/>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9"/>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9"/>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9"/>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39"/>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9"/>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9"/>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9"/>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9"/>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9"/>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9"/>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9"/>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39"/>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39"/>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39"/>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39"/>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39"/>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39"/>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39"/>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39"/>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39"/>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39"/>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39"/>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39"/>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39"/>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39"/>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39"/>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9"/>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9"/>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9"/>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39"/>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9"/>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39"/>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9"/>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39"/>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9"/>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9"/>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9"/>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9"/>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9"/>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9"/>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9"/>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9"/>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9"/>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9"/>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9"/>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9"/>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9"/>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9"/>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9"/>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9"/>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9"/>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9"/>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9"/>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39"/>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9"/>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9"/>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9"/>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9"/>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9"/>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9"/>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9"/>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9"/>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9"/>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9"/>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9"/>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9"/>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9"/>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9"/>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9"/>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39"/>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39"/>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39"/>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39"/>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39"/>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39"/>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39"/>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39"/>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39"/>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39"/>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39"/>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39"/>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39"/>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9"/>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9"/>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39"/>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39"/>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39"/>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9"/>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9"/>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39"/>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39"/>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39"/>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39"/>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39"/>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39"/>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39"/>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39"/>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39"/>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39"/>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39"/>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39"/>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9"/>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39"/>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39"/>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9"/>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9"/>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9"/>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9"/>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9"/>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9"/>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9"/>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9"/>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9"/>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9"/>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9"/>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9"/>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9"/>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9"/>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9"/>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39"/>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9"/>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9"/>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9"/>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9"/>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9"/>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39"/>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39"/>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39"/>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39"/>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39"/>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9"/>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9"/>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9"/>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9"/>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9"/>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9"/>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9"/>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9"/>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9"/>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9"/>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9"/>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9"/>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9"/>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9"/>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9"/>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39"/>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9"/>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9"/>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9"/>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9"/>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9"/>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9"/>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9"/>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9"/>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39"/>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39"/>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39"/>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39"/>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39"/>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39"/>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39"/>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39"/>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39"/>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39"/>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39"/>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39"/>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39"/>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39"/>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39"/>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39"/>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39"/>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39"/>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39"/>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39"/>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39"/>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39"/>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39"/>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39"/>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39"/>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39"/>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39"/>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39"/>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39"/>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39"/>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39"/>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39"/>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39"/>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39"/>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39"/>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39"/>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39"/>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39"/>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39"/>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39"/>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39"/>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39"/>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39"/>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39"/>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39"/>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39"/>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39"/>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39"/>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39"/>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39"/>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39"/>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39"/>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39"/>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39"/>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39"/>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39"/>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39"/>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39"/>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39"/>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39"/>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39"/>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39"/>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39"/>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39"/>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39"/>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39"/>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39"/>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39"/>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39"/>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39"/>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39"/>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39"/>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39"/>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39"/>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39"/>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39"/>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39"/>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39"/>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39"/>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39"/>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39"/>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39"/>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39"/>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39"/>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39"/>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39"/>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39"/>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39"/>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39"/>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39"/>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39"/>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39"/>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39"/>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39"/>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39"/>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39"/>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39"/>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39"/>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39"/>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39"/>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39"/>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39"/>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39"/>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39"/>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39"/>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39"/>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39"/>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39"/>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39"/>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39"/>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39"/>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39"/>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39"/>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39"/>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39"/>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39"/>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39"/>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39"/>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30" name="Google Shape;3330;p39"/>
            <p:cNvGrpSpPr/>
            <p:nvPr/>
          </p:nvGrpSpPr>
          <p:grpSpPr>
            <a:xfrm>
              <a:off x="1394080" y="537202"/>
              <a:ext cx="642501" cy="606585"/>
              <a:chOff x="-4345070" y="3726402"/>
              <a:chExt cx="642501" cy="606585"/>
            </a:xfrm>
          </p:grpSpPr>
          <p:sp>
            <p:nvSpPr>
              <p:cNvPr id="3331" name="Google Shape;3331;p39"/>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39"/>
              <p:cNvSpPr/>
              <p:nvPr/>
            </p:nvSpPr>
            <p:spPr>
              <a:xfrm>
                <a:off x="-4261358" y="3726402"/>
                <a:ext cx="504914"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3"/>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39"/>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39"/>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39"/>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39"/>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39"/>
              <p:cNvSpPr/>
              <p:nvPr/>
            </p:nvSpPr>
            <p:spPr>
              <a:xfrm>
                <a:off x="-4262876" y="3728173"/>
                <a:ext cx="204722" cy="238737"/>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39"/>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39"/>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39"/>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39"/>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39"/>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39"/>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4" name="Google Shape;3344;p39"/>
            <p:cNvGrpSpPr/>
            <p:nvPr/>
          </p:nvGrpSpPr>
          <p:grpSpPr>
            <a:xfrm>
              <a:off x="1124471" y="3536662"/>
              <a:ext cx="491637" cy="986062"/>
              <a:chOff x="4225370" y="-782119"/>
              <a:chExt cx="299250" cy="600196"/>
            </a:xfrm>
          </p:grpSpPr>
          <p:sp>
            <p:nvSpPr>
              <p:cNvPr id="3345" name="Google Shape;3345;p39"/>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39"/>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39"/>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39"/>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39"/>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39"/>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39"/>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39"/>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39"/>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39"/>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39"/>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39"/>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7" name="Google Shape;3357;p39"/>
            <p:cNvGrpSpPr/>
            <p:nvPr/>
          </p:nvGrpSpPr>
          <p:grpSpPr>
            <a:xfrm>
              <a:off x="2755109" y="710786"/>
              <a:ext cx="629089" cy="1152351"/>
              <a:chOff x="-2845591" y="767936"/>
              <a:chExt cx="629089" cy="1152351"/>
            </a:xfrm>
          </p:grpSpPr>
          <p:sp>
            <p:nvSpPr>
              <p:cNvPr id="3358" name="Google Shape;3358;p39"/>
              <p:cNvSpPr/>
              <p:nvPr/>
            </p:nvSpPr>
            <p:spPr>
              <a:xfrm>
                <a:off x="-2845591" y="1590253"/>
                <a:ext cx="629088" cy="330034"/>
              </a:xfrm>
              <a:custGeom>
                <a:avLst/>
                <a:gdLst/>
                <a:ahLst/>
                <a:cxnLst/>
                <a:rect l="l" t="t" r="r" b="b"/>
                <a:pathLst>
                  <a:path w="4975" h="2610" extrusionOk="0">
                    <a:moveTo>
                      <a:pt x="2466" y="1"/>
                    </a:moveTo>
                    <a:cubicBezTo>
                      <a:pt x="1890" y="1"/>
                      <a:pt x="1315" y="128"/>
                      <a:pt x="875" y="386"/>
                    </a:cubicBezTo>
                    <a:cubicBezTo>
                      <a:pt x="1" y="882"/>
                      <a:pt x="1" y="1709"/>
                      <a:pt x="887" y="2229"/>
                    </a:cubicBezTo>
                    <a:cubicBezTo>
                      <a:pt x="1335" y="2480"/>
                      <a:pt x="1922" y="2610"/>
                      <a:pt x="2508" y="2610"/>
                    </a:cubicBezTo>
                    <a:cubicBezTo>
                      <a:pt x="3080" y="2610"/>
                      <a:pt x="3650" y="2486"/>
                      <a:pt x="4088" y="2229"/>
                    </a:cubicBezTo>
                    <a:cubicBezTo>
                      <a:pt x="4974" y="1709"/>
                      <a:pt x="4974" y="882"/>
                      <a:pt x="4076" y="386"/>
                    </a:cubicBezTo>
                    <a:cubicBezTo>
                      <a:pt x="3631" y="131"/>
                      <a:pt x="3048" y="1"/>
                      <a:pt x="2466" y="1"/>
                    </a:cubicBez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39"/>
              <p:cNvSpPr/>
              <p:nvPr/>
            </p:nvSpPr>
            <p:spPr>
              <a:xfrm>
                <a:off x="-2767823" y="1374652"/>
                <a:ext cx="40464" cy="438528"/>
              </a:xfrm>
              <a:custGeom>
                <a:avLst/>
                <a:gdLst/>
                <a:ahLst/>
                <a:cxnLst/>
                <a:rect l="l" t="t" r="r" b="b"/>
                <a:pathLst>
                  <a:path w="320" h="3468" extrusionOk="0">
                    <a:moveTo>
                      <a:pt x="0" y="0"/>
                    </a:moveTo>
                    <a:lnTo>
                      <a:pt x="0" y="3391"/>
                    </a:lnTo>
                    <a:cubicBezTo>
                      <a:pt x="0" y="3414"/>
                      <a:pt x="24" y="3426"/>
                      <a:pt x="47" y="3450"/>
                    </a:cubicBezTo>
                    <a:cubicBezTo>
                      <a:pt x="77" y="3461"/>
                      <a:pt x="118" y="3467"/>
                      <a:pt x="160" y="3467"/>
                    </a:cubicBezTo>
                    <a:cubicBezTo>
                      <a:pt x="201" y="3467"/>
                      <a:pt x="242" y="3461"/>
                      <a:pt x="272" y="3450"/>
                    </a:cubicBezTo>
                    <a:cubicBezTo>
                      <a:pt x="295" y="3426"/>
                      <a:pt x="319" y="3402"/>
                      <a:pt x="319" y="3391"/>
                    </a:cubicBezTo>
                    <a:lnTo>
                      <a:pt x="319"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39"/>
              <p:cNvSpPr/>
              <p:nvPr/>
            </p:nvSpPr>
            <p:spPr>
              <a:xfrm>
                <a:off x="-2630496" y="1447868"/>
                <a:ext cx="39073" cy="436632"/>
              </a:xfrm>
              <a:custGeom>
                <a:avLst/>
                <a:gdLst/>
                <a:ahLst/>
                <a:cxnLst/>
                <a:rect l="l" t="t" r="r" b="b"/>
                <a:pathLst>
                  <a:path w="309" h="3453" extrusionOk="0">
                    <a:moveTo>
                      <a:pt x="1" y="0"/>
                    </a:moveTo>
                    <a:lnTo>
                      <a:pt x="1" y="3367"/>
                    </a:lnTo>
                    <a:cubicBezTo>
                      <a:pt x="1" y="3402"/>
                      <a:pt x="13" y="3414"/>
                      <a:pt x="48" y="3426"/>
                    </a:cubicBezTo>
                    <a:cubicBezTo>
                      <a:pt x="72" y="3444"/>
                      <a:pt x="110" y="3452"/>
                      <a:pt x="150" y="3452"/>
                    </a:cubicBezTo>
                    <a:cubicBezTo>
                      <a:pt x="190" y="3452"/>
                      <a:pt x="231" y="3444"/>
                      <a:pt x="261" y="3426"/>
                    </a:cubicBezTo>
                    <a:cubicBezTo>
                      <a:pt x="296" y="3414"/>
                      <a:pt x="308" y="3379"/>
                      <a:pt x="308" y="3367"/>
                    </a:cubicBezTo>
                    <a:lnTo>
                      <a:pt x="308"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39"/>
              <p:cNvSpPr/>
              <p:nvPr/>
            </p:nvSpPr>
            <p:spPr>
              <a:xfrm>
                <a:off x="-2421344" y="1432820"/>
                <a:ext cx="38947" cy="436758"/>
              </a:xfrm>
              <a:custGeom>
                <a:avLst/>
                <a:gdLst/>
                <a:ahLst/>
                <a:cxnLst/>
                <a:rect l="l" t="t" r="r" b="b"/>
                <a:pathLst>
                  <a:path w="308" h="3454" extrusionOk="0">
                    <a:moveTo>
                      <a:pt x="1" y="1"/>
                    </a:moveTo>
                    <a:lnTo>
                      <a:pt x="1" y="3368"/>
                    </a:lnTo>
                    <a:cubicBezTo>
                      <a:pt x="1" y="3403"/>
                      <a:pt x="13" y="3415"/>
                      <a:pt x="36" y="3427"/>
                    </a:cubicBezTo>
                    <a:cubicBezTo>
                      <a:pt x="66" y="3444"/>
                      <a:pt x="107" y="3453"/>
                      <a:pt x="148" y="3453"/>
                    </a:cubicBezTo>
                    <a:cubicBezTo>
                      <a:pt x="190" y="3453"/>
                      <a:pt x="231" y="3444"/>
                      <a:pt x="261" y="3427"/>
                    </a:cubicBezTo>
                    <a:cubicBezTo>
                      <a:pt x="296" y="3415"/>
                      <a:pt x="308" y="3379"/>
                      <a:pt x="308" y="3368"/>
                    </a:cubicBezTo>
                    <a:lnTo>
                      <a:pt x="308"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39"/>
              <p:cNvSpPr/>
              <p:nvPr/>
            </p:nvSpPr>
            <p:spPr>
              <a:xfrm>
                <a:off x="-2325746" y="1296885"/>
                <a:ext cx="39073" cy="435620"/>
              </a:xfrm>
              <a:custGeom>
                <a:avLst/>
                <a:gdLst/>
                <a:ahLst/>
                <a:cxnLst/>
                <a:rect l="l" t="t" r="r" b="b"/>
                <a:pathLst>
                  <a:path w="309" h="3445" extrusionOk="0">
                    <a:moveTo>
                      <a:pt x="1" y="1"/>
                    </a:moveTo>
                    <a:lnTo>
                      <a:pt x="1" y="3368"/>
                    </a:lnTo>
                    <a:cubicBezTo>
                      <a:pt x="1" y="3391"/>
                      <a:pt x="13" y="3415"/>
                      <a:pt x="36" y="3427"/>
                    </a:cubicBezTo>
                    <a:cubicBezTo>
                      <a:pt x="66" y="3439"/>
                      <a:pt x="107" y="3444"/>
                      <a:pt x="149" y="3444"/>
                    </a:cubicBezTo>
                    <a:cubicBezTo>
                      <a:pt x="190" y="3444"/>
                      <a:pt x="231" y="3439"/>
                      <a:pt x="261" y="3427"/>
                    </a:cubicBezTo>
                    <a:cubicBezTo>
                      <a:pt x="296" y="3403"/>
                      <a:pt x="308" y="3379"/>
                      <a:pt x="308" y="3368"/>
                    </a:cubicBezTo>
                    <a:lnTo>
                      <a:pt x="308"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39"/>
              <p:cNvSpPr/>
              <p:nvPr/>
            </p:nvSpPr>
            <p:spPr>
              <a:xfrm>
                <a:off x="-2817139" y="921955"/>
                <a:ext cx="572186" cy="815728"/>
              </a:xfrm>
              <a:custGeom>
                <a:avLst/>
                <a:gdLst/>
                <a:ahLst/>
                <a:cxnLst/>
                <a:rect l="l" t="t" r="r" b="b"/>
                <a:pathLst>
                  <a:path w="4525" h="6451" extrusionOk="0">
                    <a:moveTo>
                      <a:pt x="4525" y="1"/>
                    </a:moveTo>
                    <a:lnTo>
                      <a:pt x="3887" y="24"/>
                    </a:lnTo>
                    <a:lnTo>
                      <a:pt x="2268" y="72"/>
                    </a:lnTo>
                    <a:lnTo>
                      <a:pt x="0" y="119"/>
                    </a:lnTo>
                    <a:lnTo>
                      <a:pt x="0" y="5151"/>
                    </a:lnTo>
                    <a:cubicBezTo>
                      <a:pt x="12" y="5317"/>
                      <a:pt x="59" y="5470"/>
                      <a:pt x="178" y="5636"/>
                    </a:cubicBezTo>
                    <a:cubicBezTo>
                      <a:pt x="296" y="5789"/>
                      <a:pt x="461" y="5931"/>
                      <a:pt x="674" y="6061"/>
                    </a:cubicBezTo>
                    <a:cubicBezTo>
                      <a:pt x="1123" y="6321"/>
                      <a:pt x="1701" y="6451"/>
                      <a:pt x="2268" y="6451"/>
                    </a:cubicBezTo>
                    <a:cubicBezTo>
                      <a:pt x="2859" y="6451"/>
                      <a:pt x="3438" y="6321"/>
                      <a:pt x="3887" y="6061"/>
                    </a:cubicBezTo>
                    <a:cubicBezTo>
                      <a:pt x="4324" y="5801"/>
                      <a:pt x="4525" y="5470"/>
                      <a:pt x="4525" y="5139"/>
                    </a:cubicBezTo>
                    <a:lnTo>
                      <a:pt x="4525" y="1"/>
                    </a:lnTo>
                    <a:close/>
                  </a:path>
                </a:pathLst>
              </a:custGeom>
              <a:solidFill>
                <a:schemeClr val="accen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39"/>
              <p:cNvSpPr/>
              <p:nvPr/>
            </p:nvSpPr>
            <p:spPr>
              <a:xfrm>
                <a:off x="-2530346" y="923472"/>
                <a:ext cx="204722" cy="812694"/>
              </a:xfrm>
              <a:custGeom>
                <a:avLst/>
                <a:gdLst/>
                <a:ahLst/>
                <a:cxnLst/>
                <a:rect l="l" t="t" r="r" b="b"/>
                <a:pathLst>
                  <a:path w="1619" h="6427" extrusionOk="0">
                    <a:moveTo>
                      <a:pt x="1619" y="1"/>
                    </a:moveTo>
                    <a:lnTo>
                      <a:pt x="0" y="24"/>
                    </a:lnTo>
                    <a:lnTo>
                      <a:pt x="0" y="6427"/>
                    </a:lnTo>
                    <a:cubicBezTo>
                      <a:pt x="591" y="6427"/>
                      <a:pt x="1170" y="6285"/>
                      <a:pt x="1619" y="6037"/>
                    </a:cubicBezTo>
                    <a:lnTo>
                      <a:pt x="1619" y="1"/>
                    </a:lnTo>
                    <a:close/>
                  </a:path>
                </a:pathLst>
              </a:custGeom>
              <a:solidFill>
                <a:schemeClr val="accen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39"/>
              <p:cNvSpPr/>
              <p:nvPr/>
            </p:nvSpPr>
            <p:spPr>
              <a:xfrm>
                <a:off x="-2845591" y="772236"/>
                <a:ext cx="629088" cy="330034"/>
              </a:xfrm>
              <a:custGeom>
                <a:avLst/>
                <a:gdLst/>
                <a:ahLst/>
                <a:cxnLst/>
                <a:rect l="l" t="t" r="r" b="b"/>
                <a:pathLst>
                  <a:path w="4975" h="2610" extrusionOk="0">
                    <a:moveTo>
                      <a:pt x="2456" y="0"/>
                    </a:moveTo>
                    <a:cubicBezTo>
                      <a:pt x="1883" y="0"/>
                      <a:pt x="1313" y="125"/>
                      <a:pt x="875" y="381"/>
                    </a:cubicBezTo>
                    <a:cubicBezTo>
                      <a:pt x="1" y="878"/>
                      <a:pt x="1" y="1705"/>
                      <a:pt x="887" y="2224"/>
                    </a:cubicBezTo>
                    <a:cubicBezTo>
                      <a:pt x="1332" y="2480"/>
                      <a:pt x="1915" y="2610"/>
                      <a:pt x="2498" y="2610"/>
                    </a:cubicBezTo>
                    <a:cubicBezTo>
                      <a:pt x="3073" y="2610"/>
                      <a:pt x="3648" y="2483"/>
                      <a:pt x="4088" y="2224"/>
                    </a:cubicBezTo>
                    <a:cubicBezTo>
                      <a:pt x="4974" y="1705"/>
                      <a:pt x="4974" y="889"/>
                      <a:pt x="4076" y="381"/>
                    </a:cubicBezTo>
                    <a:cubicBezTo>
                      <a:pt x="3628" y="131"/>
                      <a:pt x="3041" y="0"/>
                      <a:pt x="2456" y="0"/>
                    </a:cubicBezTo>
                    <a:close/>
                  </a:path>
                </a:pathLst>
              </a:custGeom>
              <a:solidFill>
                <a:schemeClr val="accen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39"/>
              <p:cNvSpPr/>
              <p:nvPr/>
            </p:nvSpPr>
            <p:spPr>
              <a:xfrm>
                <a:off x="-2529583" y="927772"/>
                <a:ext cx="204723" cy="812694"/>
              </a:xfrm>
              <a:custGeom>
                <a:avLst/>
                <a:gdLst/>
                <a:ahLst/>
                <a:cxnLst/>
                <a:rect l="l" t="t" r="r" b="b"/>
                <a:pathLst>
                  <a:path w="1619" h="6427" extrusionOk="0">
                    <a:moveTo>
                      <a:pt x="1619" y="1"/>
                    </a:moveTo>
                    <a:lnTo>
                      <a:pt x="0" y="24"/>
                    </a:lnTo>
                    <a:lnTo>
                      <a:pt x="0" y="6427"/>
                    </a:lnTo>
                    <a:cubicBezTo>
                      <a:pt x="591" y="6427"/>
                      <a:pt x="1170" y="6285"/>
                      <a:pt x="1619" y="6037"/>
                    </a:cubicBezTo>
                    <a:lnTo>
                      <a:pt x="1619" y="1"/>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39"/>
              <p:cNvSpPr/>
              <p:nvPr/>
            </p:nvSpPr>
            <p:spPr>
              <a:xfrm>
                <a:off x="-2845591" y="772236"/>
                <a:ext cx="629089" cy="330034"/>
              </a:xfrm>
              <a:custGeom>
                <a:avLst/>
                <a:gdLst/>
                <a:ahLst/>
                <a:cxnLst/>
                <a:rect l="l" t="t" r="r" b="b"/>
                <a:pathLst>
                  <a:path w="4975" h="2610" extrusionOk="0">
                    <a:moveTo>
                      <a:pt x="2456" y="0"/>
                    </a:moveTo>
                    <a:cubicBezTo>
                      <a:pt x="1883" y="0"/>
                      <a:pt x="1313" y="125"/>
                      <a:pt x="875" y="381"/>
                    </a:cubicBezTo>
                    <a:cubicBezTo>
                      <a:pt x="1" y="878"/>
                      <a:pt x="1" y="1705"/>
                      <a:pt x="887" y="2224"/>
                    </a:cubicBezTo>
                    <a:cubicBezTo>
                      <a:pt x="1332" y="2480"/>
                      <a:pt x="1915" y="2610"/>
                      <a:pt x="2498" y="2610"/>
                    </a:cubicBezTo>
                    <a:cubicBezTo>
                      <a:pt x="3073" y="2610"/>
                      <a:pt x="3648" y="2483"/>
                      <a:pt x="4088" y="2224"/>
                    </a:cubicBezTo>
                    <a:cubicBezTo>
                      <a:pt x="4974" y="1705"/>
                      <a:pt x="4974" y="889"/>
                      <a:pt x="4076" y="381"/>
                    </a:cubicBezTo>
                    <a:cubicBezTo>
                      <a:pt x="3628" y="131"/>
                      <a:pt x="3041" y="0"/>
                      <a:pt x="2456" y="0"/>
                    </a:cubicBez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39"/>
              <p:cNvSpPr/>
              <p:nvPr/>
            </p:nvSpPr>
            <p:spPr>
              <a:xfrm>
                <a:off x="-2800701" y="767936"/>
                <a:ext cx="539309" cy="284639"/>
              </a:xfrm>
              <a:custGeom>
                <a:avLst/>
                <a:gdLst/>
                <a:ahLst/>
                <a:cxnLst/>
                <a:rect l="l" t="t" r="r" b="b"/>
                <a:pathLst>
                  <a:path w="4265" h="2251" extrusionOk="0">
                    <a:moveTo>
                      <a:pt x="2112" y="1"/>
                    </a:moveTo>
                    <a:cubicBezTo>
                      <a:pt x="1618" y="1"/>
                      <a:pt x="1126" y="110"/>
                      <a:pt x="756" y="333"/>
                    </a:cubicBezTo>
                    <a:cubicBezTo>
                      <a:pt x="0" y="770"/>
                      <a:pt x="0" y="1479"/>
                      <a:pt x="768" y="1928"/>
                    </a:cubicBezTo>
                    <a:cubicBezTo>
                      <a:pt x="1149" y="2142"/>
                      <a:pt x="1652" y="2251"/>
                      <a:pt x="2153" y="2251"/>
                    </a:cubicBezTo>
                    <a:cubicBezTo>
                      <a:pt x="2647" y="2251"/>
                      <a:pt x="3139" y="2145"/>
                      <a:pt x="3509" y="1928"/>
                    </a:cubicBezTo>
                    <a:cubicBezTo>
                      <a:pt x="4265" y="1490"/>
                      <a:pt x="4265" y="770"/>
                      <a:pt x="3497" y="333"/>
                    </a:cubicBezTo>
                    <a:cubicBezTo>
                      <a:pt x="3116" y="113"/>
                      <a:pt x="2613" y="1"/>
                      <a:pt x="2112" y="1"/>
                    </a:cubicBezTo>
                    <a:close/>
                  </a:path>
                </a:pathLst>
              </a:custGeom>
              <a:solidFill>
                <a:schemeClr val="accen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39"/>
              <p:cNvSpPr/>
              <p:nvPr/>
            </p:nvSpPr>
            <p:spPr>
              <a:xfrm>
                <a:off x="-2799938" y="772236"/>
                <a:ext cx="539309" cy="284639"/>
              </a:xfrm>
              <a:custGeom>
                <a:avLst/>
                <a:gdLst/>
                <a:ahLst/>
                <a:cxnLst/>
                <a:rect l="l" t="t" r="r" b="b"/>
                <a:pathLst>
                  <a:path w="4265" h="2251" extrusionOk="0">
                    <a:moveTo>
                      <a:pt x="2112" y="1"/>
                    </a:moveTo>
                    <a:cubicBezTo>
                      <a:pt x="1618" y="1"/>
                      <a:pt x="1126" y="110"/>
                      <a:pt x="756" y="333"/>
                    </a:cubicBezTo>
                    <a:cubicBezTo>
                      <a:pt x="0" y="770"/>
                      <a:pt x="0" y="1479"/>
                      <a:pt x="768" y="1928"/>
                    </a:cubicBezTo>
                    <a:cubicBezTo>
                      <a:pt x="1149" y="2142"/>
                      <a:pt x="1652" y="2251"/>
                      <a:pt x="2153" y="2251"/>
                    </a:cubicBezTo>
                    <a:cubicBezTo>
                      <a:pt x="2647" y="2251"/>
                      <a:pt x="3139" y="2145"/>
                      <a:pt x="3509" y="1928"/>
                    </a:cubicBezTo>
                    <a:cubicBezTo>
                      <a:pt x="4265" y="1490"/>
                      <a:pt x="4265" y="770"/>
                      <a:pt x="3497" y="333"/>
                    </a:cubicBezTo>
                    <a:cubicBezTo>
                      <a:pt x="3116" y="113"/>
                      <a:pt x="2613" y="1"/>
                      <a:pt x="2112" y="1"/>
                    </a:cubicBez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39"/>
              <p:cNvSpPr/>
              <p:nvPr/>
            </p:nvSpPr>
            <p:spPr>
              <a:xfrm>
                <a:off x="-2730520" y="806251"/>
                <a:ext cx="394524" cy="209275"/>
              </a:xfrm>
              <a:custGeom>
                <a:avLst/>
                <a:gdLst/>
                <a:ahLst/>
                <a:cxnLst/>
                <a:rect l="l" t="t" r="r" b="b"/>
                <a:pathLst>
                  <a:path w="3120" h="1655" extrusionOk="0">
                    <a:moveTo>
                      <a:pt x="1549" y="0"/>
                    </a:moveTo>
                    <a:cubicBezTo>
                      <a:pt x="1220" y="0"/>
                      <a:pt x="892" y="65"/>
                      <a:pt x="627" y="195"/>
                    </a:cubicBezTo>
                    <a:lnTo>
                      <a:pt x="532" y="242"/>
                    </a:lnTo>
                    <a:cubicBezTo>
                      <a:pt x="520" y="254"/>
                      <a:pt x="497" y="278"/>
                      <a:pt x="461" y="290"/>
                    </a:cubicBezTo>
                    <a:cubicBezTo>
                      <a:pt x="0" y="597"/>
                      <a:pt x="0" y="1058"/>
                      <a:pt x="461" y="1365"/>
                    </a:cubicBezTo>
                    <a:lnTo>
                      <a:pt x="556" y="1412"/>
                    </a:lnTo>
                    <a:lnTo>
                      <a:pt x="638" y="1459"/>
                    </a:lnTo>
                    <a:cubicBezTo>
                      <a:pt x="910" y="1589"/>
                      <a:pt x="1244" y="1654"/>
                      <a:pt x="1576" y="1654"/>
                    </a:cubicBezTo>
                    <a:cubicBezTo>
                      <a:pt x="1908" y="1654"/>
                      <a:pt x="2239" y="1589"/>
                      <a:pt x="2505" y="1459"/>
                    </a:cubicBezTo>
                    <a:lnTo>
                      <a:pt x="2588" y="1412"/>
                    </a:lnTo>
                    <a:cubicBezTo>
                      <a:pt x="2623" y="1400"/>
                      <a:pt x="2647" y="1388"/>
                      <a:pt x="2658" y="1365"/>
                    </a:cubicBezTo>
                    <a:cubicBezTo>
                      <a:pt x="3119" y="1058"/>
                      <a:pt x="3119" y="597"/>
                      <a:pt x="2658" y="290"/>
                    </a:cubicBezTo>
                    <a:lnTo>
                      <a:pt x="2576" y="242"/>
                    </a:lnTo>
                    <a:lnTo>
                      <a:pt x="2481" y="195"/>
                    </a:lnTo>
                    <a:cubicBezTo>
                      <a:pt x="2210" y="65"/>
                      <a:pt x="1879" y="0"/>
                      <a:pt x="1549" y="0"/>
                    </a:cubicBez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39"/>
              <p:cNvSpPr/>
              <p:nvPr/>
            </p:nvSpPr>
            <p:spPr>
              <a:xfrm>
                <a:off x="-2669317" y="830909"/>
                <a:ext cx="275029" cy="159959"/>
              </a:xfrm>
              <a:custGeom>
                <a:avLst/>
                <a:gdLst/>
                <a:ahLst/>
                <a:cxnLst/>
                <a:rect l="l" t="t" r="r" b="b"/>
                <a:pathLst>
                  <a:path w="2175" h="1265" extrusionOk="0">
                    <a:moveTo>
                      <a:pt x="154" y="0"/>
                    </a:moveTo>
                    <a:lnTo>
                      <a:pt x="72" y="47"/>
                    </a:lnTo>
                    <a:cubicBezTo>
                      <a:pt x="60" y="59"/>
                      <a:pt x="24" y="83"/>
                      <a:pt x="1" y="95"/>
                    </a:cubicBezTo>
                    <a:lnTo>
                      <a:pt x="922" y="626"/>
                    </a:lnTo>
                    <a:lnTo>
                      <a:pt x="1088" y="733"/>
                    </a:lnTo>
                    <a:lnTo>
                      <a:pt x="2021" y="1264"/>
                    </a:lnTo>
                    <a:lnTo>
                      <a:pt x="2104" y="1217"/>
                    </a:lnTo>
                    <a:cubicBezTo>
                      <a:pt x="2139" y="1205"/>
                      <a:pt x="2163" y="1193"/>
                      <a:pt x="2174" y="1170"/>
                    </a:cubicBezTo>
                    <a:lnTo>
                      <a:pt x="1253" y="638"/>
                    </a:lnTo>
                    <a:lnTo>
                      <a:pt x="1088" y="532"/>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39"/>
              <p:cNvSpPr/>
              <p:nvPr/>
            </p:nvSpPr>
            <p:spPr>
              <a:xfrm>
                <a:off x="-2669317" y="832300"/>
                <a:ext cx="278063" cy="158568"/>
              </a:xfrm>
              <a:custGeom>
                <a:avLst/>
                <a:gdLst/>
                <a:ahLst/>
                <a:cxnLst/>
                <a:rect l="l" t="t" r="r" b="b"/>
                <a:pathLst>
                  <a:path w="2199" h="1254" extrusionOk="0">
                    <a:moveTo>
                      <a:pt x="2021" y="1"/>
                    </a:moveTo>
                    <a:lnTo>
                      <a:pt x="1088" y="533"/>
                    </a:lnTo>
                    <a:lnTo>
                      <a:pt x="922" y="627"/>
                    </a:lnTo>
                    <a:lnTo>
                      <a:pt x="1" y="1159"/>
                    </a:lnTo>
                    <a:lnTo>
                      <a:pt x="84" y="1206"/>
                    </a:lnTo>
                    <a:lnTo>
                      <a:pt x="178" y="1253"/>
                    </a:lnTo>
                    <a:lnTo>
                      <a:pt x="1099" y="722"/>
                    </a:lnTo>
                    <a:lnTo>
                      <a:pt x="1265" y="615"/>
                    </a:lnTo>
                    <a:lnTo>
                      <a:pt x="2198" y="84"/>
                    </a:lnTo>
                    <a:lnTo>
                      <a:pt x="2104" y="36"/>
                    </a:lnTo>
                    <a:lnTo>
                      <a:pt x="202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3" name="Google Shape;3373;p39"/>
            <p:cNvGrpSpPr/>
            <p:nvPr/>
          </p:nvGrpSpPr>
          <p:grpSpPr>
            <a:xfrm>
              <a:off x="1029975" y="1206077"/>
              <a:ext cx="364099" cy="822618"/>
              <a:chOff x="-4142100" y="577427"/>
              <a:chExt cx="364099" cy="822618"/>
            </a:xfrm>
          </p:grpSpPr>
          <p:sp>
            <p:nvSpPr>
              <p:cNvPr id="3374" name="Google Shape;3374;p39"/>
              <p:cNvSpPr/>
              <p:nvPr/>
            </p:nvSpPr>
            <p:spPr>
              <a:xfrm>
                <a:off x="-4015954" y="1244078"/>
                <a:ext cx="10906" cy="155966"/>
              </a:xfrm>
              <a:custGeom>
                <a:avLst/>
                <a:gdLst/>
                <a:ahLst/>
                <a:cxnLst/>
                <a:rect l="l" t="t" r="r" b="b"/>
                <a:pathLst>
                  <a:path w="143" h="2045" extrusionOk="0">
                    <a:moveTo>
                      <a:pt x="1" y="1"/>
                    </a:moveTo>
                    <a:lnTo>
                      <a:pt x="24" y="1974"/>
                    </a:lnTo>
                    <a:lnTo>
                      <a:pt x="143" y="2045"/>
                    </a:lnTo>
                    <a:lnTo>
                      <a:pt x="143" y="8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39"/>
              <p:cNvSpPr/>
              <p:nvPr/>
            </p:nvSpPr>
            <p:spPr>
              <a:xfrm>
                <a:off x="-4000624" y="1210749"/>
                <a:ext cx="9076" cy="31651"/>
              </a:xfrm>
              <a:custGeom>
                <a:avLst/>
                <a:gdLst/>
                <a:ahLst/>
                <a:cxnLst/>
                <a:rect l="l" t="t" r="r" b="b"/>
                <a:pathLst>
                  <a:path w="119" h="415" extrusionOk="0">
                    <a:moveTo>
                      <a:pt x="1" y="1"/>
                    </a:moveTo>
                    <a:lnTo>
                      <a:pt x="1" y="343"/>
                    </a:lnTo>
                    <a:lnTo>
                      <a:pt x="119" y="414"/>
                    </a:lnTo>
                    <a:lnTo>
                      <a:pt x="119" y="72"/>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39"/>
              <p:cNvSpPr/>
              <p:nvPr/>
            </p:nvSpPr>
            <p:spPr>
              <a:xfrm>
                <a:off x="-4015954" y="1219825"/>
                <a:ext cx="10906" cy="30659"/>
              </a:xfrm>
              <a:custGeom>
                <a:avLst/>
                <a:gdLst/>
                <a:ahLst/>
                <a:cxnLst/>
                <a:rect l="l" t="t" r="r" b="b"/>
                <a:pathLst>
                  <a:path w="143" h="402" extrusionOk="0">
                    <a:moveTo>
                      <a:pt x="1" y="0"/>
                    </a:moveTo>
                    <a:lnTo>
                      <a:pt x="1" y="319"/>
                    </a:lnTo>
                    <a:lnTo>
                      <a:pt x="143" y="402"/>
                    </a:lnTo>
                    <a:lnTo>
                      <a:pt x="143" y="71"/>
                    </a:lnTo>
                    <a:lnTo>
                      <a:pt x="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39"/>
              <p:cNvSpPr/>
              <p:nvPr/>
            </p:nvSpPr>
            <p:spPr>
              <a:xfrm>
                <a:off x="-4005124" y="1216164"/>
                <a:ext cx="14491" cy="183880"/>
              </a:xfrm>
              <a:custGeom>
                <a:avLst/>
                <a:gdLst/>
                <a:ahLst/>
                <a:cxnLst/>
                <a:rect l="l" t="t" r="r" b="b"/>
                <a:pathLst>
                  <a:path w="190" h="2411" extrusionOk="0">
                    <a:moveTo>
                      <a:pt x="178" y="1"/>
                    </a:moveTo>
                    <a:lnTo>
                      <a:pt x="1" y="119"/>
                    </a:lnTo>
                    <a:lnTo>
                      <a:pt x="1" y="450"/>
                    </a:lnTo>
                    <a:lnTo>
                      <a:pt x="1" y="2411"/>
                    </a:lnTo>
                    <a:lnTo>
                      <a:pt x="190" y="2304"/>
                    </a:lnTo>
                    <a:lnTo>
                      <a:pt x="178" y="343"/>
                    </a:lnTo>
                    <a:lnTo>
                      <a:pt x="178"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39"/>
              <p:cNvSpPr/>
              <p:nvPr/>
            </p:nvSpPr>
            <p:spPr>
              <a:xfrm>
                <a:off x="-4015954" y="1210749"/>
                <a:ext cx="24405" cy="14491"/>
              </a:xfrm>
              <a:custGeom>
                <a:avLst/>
                <a:gdLst/>
                <a:ahLst/>
                <a:cxnLst/>
                <a:rect l="l" t="t" r="r" b="b"/>
                <a:pathLst>
                  <a:path w="320" h="190" extrusionOk="0">
                    <a:moveTo>
                      <a:pt x="202" y="1"/>
                    </a:moveTo>
                    <a:lnTo>
                      <a:pt x="1" y="119"/>
                    </a:lnTo>
                    <a:lnTo>
                      <a:pt x="143" y="190"/>
                    </a:lnTo>
                    <a:lnTo>
                      <a:pt x="320" y="72"/>
                    </a:lnTo>
                    <a:lnTo>
                      <a:pt x="202" y="1"/>
                    </a:lnTo>
                    <a:close/>
                  </a:path>
                </a:pathLst>
              </a:custGeom>
              <a:solidFill>
                <a:srgbClr val="E4E2D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39"/>
              <p:cNvSpPr/>
              <p:nvPr/>
            </p:nvSpPr>
            <p:spPr>
              <a:xfrm>
                <a:off x="-4030369" y="1054936"/>
                <a:ext cx="53234" cy="30659"/>
              </a:xfrm>
              <a:custGeom>
                <a:avLst/>
                <a:gdLst/>
                <a:ahLst/>
                <a:cxnLst/>
                <a:rect l="l" t="t" r="r" b="b"/>
                <a:pathLst>
                  <a:path w="698" h="402" extrusionOk="0">
                    <a:moveTo>
                      <a:pt x="568" y="0"/>
                    </a:moveTo>
                    <a:lnTo>
                      <a:pt x="1" y="331"/>
                    </a:lnTo>
                    <a:lnTo>
                      <a:pt x="119" y="402"/>
                    </a:lnTo>
                    <a:lnTo>
                      <a:pt x="698" y="83"/>
                    </a:lnTo>
                    <a:lnTo>
                      <a:pt x="568" y="0"/>
                    </a:lnTo>
                    <a:close/>
                  </a:path>
                </a:pathLst>
              </a:custGeom>
              <a:solidFill>
                <a:srgbClr val="E4E2D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39"/>
              <p:cNvSpPr/>
              <p:nvPr/>
            </p:nvSpPr>
            <p:spPr>
              <a:xfrm>
                <a:off x="-4030369" y="1080104"/>
                <a:ext cx="9991" cy="168626"/>
              </a:xfrm>
              <a:custGeom>
                <a:avLst/>
                <a:gdLst/>
                <a:ahLst/>
                <a:cxnLst/>
                <a:rect l="l" t="t" r="r" b="b"/>
                <a:pathLst>
                  <a:path w="131" h="2211" extrusionOk="0">
                    <a:moveTo>
                      <a:pt x="1" y="1"/>
                    </a:moveTo>
                    <a:lnTo>
                      <a:pt x="1" y="2139"/>
                    </a:lnTo>
                    <a:lnTo>
                      <a:pt x="131" y="2210"/>
                    </a:lnTo>
                    <a:lnTo>
                      <a:pt x="119" y="72"/>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39"/>
              <p:cNvSpPr/>
              <p:nvPr/>
            </p:nvSpPr>
            <p:spPr>
              <a:xfrm>
                <a:off x="-4021369" y="1061189"/>
                <a:ext cx="44235" cy="189295"/>
              </a:xfrm>
              <a:custGeom>
                <a:avLst/>
                <a:gdLst/>
                <a:ahLst/>
                <a:cxnLst/>
                <a:rect l="l" t="t" r="r" b="b"/>
                <a:pathLst>
                  <a:path w="580" h="2482" extrusionOk="0">
                    <a:moveTo>
                      <a:pt x="580" y="1"/>
                    </a:moveTo>
                    <a:lnTo>
                      <a:pt x="1" y="320"/>
                    </a:lnTo>
                    <a:lnTo>
                      <a:pt x="13" y="2458"/>
                    </a:lnTo>
                    <a:lnTo>
                      <a:pt x="214" y="2482"/>
                    </a:lnTo>
                    <a:lnTo>
                      <a:pt x="214" y="2151"/>
                    </a:lnTo>
                    <a:lnTo>
                      <a:pt x="391" y="2033"/>
                    </a:lnTo>
                    <a:lnTo>
                      <a:pt x="391" y="2375"/>
                    </a:lnTo>
                    <a:lnTo>
                      <a:pt x="580" y="2139"/>
                    </a:lnTo>
                    <a:lnTo>
                      <a:pt x="580"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39"/>
              <p:cNvSpPr/>
              <p:nvPr/>
            </p:nvSpPr>
            <p:spPr>
              <a:xfrm>
                <a:off x="-3915053" y="1187335"/>
                <a:ext cx="9991" cy="155051"/>
              </a:xfrm>
              <a:custGeom>
                <a:avLst/>
                <a:gdLst/>
                <a:ahLst/>
                <a:cxnLst/>
                <a:rect l="l" t="t" r="r" b="b"/>
                <a:pathLst>
                  <a:path w="131" h="2033" extrusionOk="0">
                    <a:moveTo>
                      <a:pt x="1" y="1"/>
                    </a:moveTo>
                    <a:lnTo>
                      <a:pt x="1" y="1962"/>
                    </a:lnTo>
                    <a:lnTo>
                      <a:pt x="131" y="2033"/>
                    </a:lnTo>
                    <a:lnTo>
                      <a:pt x="119" y="72"/>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39"/>
              <p:cNvSpPr/>
              <p:nvPr/>
            </p:nvSpPr>
            <p:spPr>
              <a:xfrm>
                <a:off x="-3901477" y="1153091"/>
                <a:ext cx="9991" cy="30736"/>
              </a:xfrm>
              <a:custGeom>
                <a:avLst/>
                <a:gdLst/>
                <a:ahLst/>
                <a:cxnLst/>
                <a:rect l="l" t="t" r="r" b="b"/>
                <a:pathLst>
                  <a:path w="131" h="403" extrusionOk="0">
                    <a:moveTo>
                      <a:pt x="0" y="1"/>
                    </a:moveTo>
                    <a:lnTo>
                      <a:pt x="0" y="332"/>
                    </a:lnTo>
                    <a:lnTo>
                      <a:pt x="130" y="402"/>
                    </a:lnTo>
                    <a:lnTo>
                      <a:pt x="130" y="72"/>
                    </a:lnTo>
                    <a:lnTo>
                      <a:pt x="0"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39"/>
              <p:cNvSpPr/>
              <p:nvPr/>
            </p:nvSpPr>
            <p:spPr>
              <a:xfrm>
                <a:off x="-3915053" y="1161252"/>
                <a:ext cx="9152" cy="31575"/>
              </a:xfrm>
              <a:custGeom>
                <a:avLst/>
                <a:gdLst/>
                <a:ahLst/>
                <a:cxnLst/>
                <a:rect l="l" t="t" r="r" b="b"/>
                <a:pathLst>
                  <a:path w="120" h="414" extrusionOk="0">
                    <a:moveTo>
                      <a:pt x="1" y="0"/>
                    </a:moveTo>
                    <a:lnTo>
                      <a:pt x="1" y="343"/>
                    </a:lnTo>
                    <a:lnTo>
                      <a:pt x="119" y="414"/>
                    </a:lnTo>
                    <a:lnTo>
                      <a:pt x="119" y="71"/>
                    </a:lnTo>
                    <a:lnTo>
                      <a:pt x="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39"/>
              <p:cNvSpPr/>
              <p:nvPr/>
            </p:nvSpPr>
            <p:spPr>
              <a:xfrm>
                <a:off x="-3905977" y="1158506"/>
                <a:ext cx="14491" cy="183880"/>
              </a:xfrm>
              <a:custGeom>
                <a:avLst/>
                <a:gdLst/>
                <a:ahLst/>
                <a:cxnLst/>
                <a:rect l="l" t="t" r="r" b="b"/>
                <a:pathLst>
                  <a:path w="190" h="2411" extrusionOk="0">
                    <a:moveTo>
                      <a:pt x="189" y="1"/>
                    </a:moveTo>
                    <a:lnTo>
                      <a:pt x="0" y="107"/>
                    </a:lnTo>
                    <a:lnTo>
                      <a:pt x="0" y="450"/>
                    </a:lnTo>
                    <a:lnTo>
                      <a:pt x="12" y="2411"/>
                    </a:lnTo>
                    <a:lnTo>
                      <a:pt x="189" y="2292"/>
                    </a:lnTo>
                    <a:lnTo>
                      <a:pt x="189" y="331"/>
                    </a:lnTo>
                    <a:lnTo>
                      <a:pt x="189"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39"/>
              <p:cNvSpPr/>
              <p:nvPr/>
            </p:nvSpPr>
            <p:spPr>
              <a:xfrm>
                <a:off x="-3915053" y="1153091"/>
                <a:ext cx="23566" cy="13652"/>
              </a:xfrm>
              <a:custGeom>
                <a:avLst/>
                <a:gdLst/>
                <a:ahLst/>
                <a:cxnLst/>
                <a:rect l="l" t="t" r="r" b="b"/>
                <a:pathLst>
                  <a:path w="309" h="179" extrusionOk="0">
                    <a:moveTo>
                      <a:pt x="178" y="1"/>
                    </a:moveTo>
                    <a:lnTo>
                      <a:pt x="1" y="107"/>
                    </a:lnTo>
                    <a:lnTo>
                      <a:pt x="119" y="178"/>
                    </a:lnTo>
                    <a:lnTo>
                      <a:pt x="308" y="72"/>
                    </a:lnTo>
                    <a:lnTo>
                      <a:pt x="178" y="1"/>
                    </a:lnTo>
                    <a:close/>
                  </a:path>
                </a:pathLst>
              </a:custGeom>
              <a:solidFill>
                <a:srgbClr val="E4E2DF"/>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39"/>
              <p:cNvSpPr/>
              <p:nvPr/>
            </p:nvSpPr>
            <p:spPr>
              <a:xfrm>
                <a:off x="-3931221" y="998117"/>
                <a:ext cx="53234" cy="29820"/>
              </a:xfrm>
              <a:custGeom>
                <a:avLst/>
                <a:gdLst/>
                <a:ahLst/>
                <a:cxnLst/>
                <a:rect l="l" t="t" r="r" b="b"/>
                <a:pathLst>
                  <a:path w="698" h="391" extrusionOk="0">
                    <a:moveTo>
                      <a:pt x="567" y="1"/>
                    </a:moveTo>
                    <a:lnTo>
                      <a:pt x="0" y="320"/>
                    </a:lnTo>
                    <a:lnTo>
                      <a:pt x="130" y="391"/>
                    </a:lnTo>
                    <a:lnTo>
                      <a:pt x="697" y="72"/>
                    </a:lnTo>
                    <a:lnTo>
                      <a:pt x="567"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39"/>
              <p:cNvSpPr/>
              <p:nvPr/>
            </p:nvSpPr>
            <p:spPr>
              <a:xfrm>
                <a:off x="-3931221" y="1022446"/>
                <a:ext cx="9991" cy="167711"/>
              </a:xfrm>
              <a:custGeom>
                <a:avLst/>
                <a:gdLst/>
                <a:ahLst/>
                <a:cxnLst/>
                <a:rect l="l" t="t" r="r" b="b"/>
                <a:pathLst>
                  <a:path w="131" h="2199" extrusionOk="0">
                    <a:moveTo>
                      <a:pt x="0" y="1"/>
                    </a:moveTo>
                    <a:lnTo>
                      <a:pt x="12" y="2127"/>
                    </a:lnTo>
                    <a:lnTo>
                      <a:pt x="130" y="2198"/>
                    </a:lnTo>
                    <a:lnTo>
                      <a:pt x="130" y="72"/>
                    </a:lnTo>
                    <a:lnTo>
                      <a:pt x="0"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39"/>
              <p:cNvSpPr/>
              <p:nvPr/>
            </p:nvSpPr>
            <p:spPr>
              <a:xfrm>
                <a:off x="-3921307" y="1003532"/>
                <a:ext cx="44235" cy="189295"/>
              </a:xfrm>
              <a:custGeom>
                <a:avLst/>
                <a:gdLst/>
                <a:ahLst/>
                <a:cxnLst/>
                <a:rect l="l" t="t" r="r" b="b"/>
                <a:pathLst>
                  <a:path w="580" h="2482" extrusionOk="0">
                    <a:moveTo>
                      <a:pt x="567" y="1"/>
                    </a:moveTo>
                    <a:lnTo>
                      <a:pt x="0" y="320"/>
                    </a:lnTo>
                    <a:lnTo>
                      <a:pt x="0" y="2446"/>
                    </a:lnTo>
                    <a:lnTo>
                      <a:pt x="201" y="2482"/>
                    </a:lnTo>
                    <a:lnTo>
                      <a:pt x="201" y="2139"/>
                    </a:lnTo>
                    <a:lnTo>
                      <a:pt x="390" y="2033"/>
                    </a:lnTo>
                    <a:lnTo>
                      <a:pt x="390" y="2363"/>
                    </a:lnTo>
                    <a:lnTo>
                      <a:pt x="579" y="2127"/>
                    </a:lnTo>
                    <a:lnTo>
                      <a:pt x="567"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39"/>
              <p:cNvSpPr/>
              <p:nvPr/>
            </p:nvSpPr>
            <p:spPr>
              <a:xfrm>
                <a:off x="-3828566" y="1135092"/>
                <a:ext cx="10906" cy="156881"/>
              </a:xfrm>
              <a:custGeom>
                <a:avLst/>
                <a:gdLst/>
                <a:ahLst/>
                <a:cxnLst/>
                <a:rect l="l" t="t" r="r" b="b"/>
                <a:pathLst>
                  <a:path w="143" h="2057" extrusionOk="0">
                    <a:moveTo>
                      <a:pt x="1" y="1"/>
                    </a:moveTo>
                    <a:lnTo>
                      <a:pt x="13" y="1985"/>
                    </a:lnTo>
                    <a:lnTo>
                      <a:pt x="143" y="2056"/>
                    </a:lnTo>
                    <a:lnTo>
                      <a:pt x="131" y="71"/>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39"/>
              <p:cNvSpPr/>
              <p:nvPr/>
            </p:nvSpPr>
            <p:spPr>
              <a:xfrm>
                <a:off x="-3814151" y="1102679"/>
                <a:ext cx="9152" cy="30659"/>
              </a:xfrm>
              <a:custGeom>
                <a:avLst/>
                <a:gdLst/>
                <a:ahLst/>
                <a:cxnLst/>
                <a:rect l="l" t="t" r="r" b="b"/>
                <a:pathLst>
                  <a:path w="120" h="402" extrusionOk="0">
                    <a:moveTo>
                      <a:pt x="1" y="0"/>
                    </a:moveTo>
                    <a:lnTo>
                      <a:pt x="1" y="319"/>
                    </a:lnTo>
                    <a:lnTo>
                      <a:pt x="119" y="402"/>
                    </a:lnTo>
                    <a:lnTo>
                      <a:pt x="119" y="71"/>
                    </a:lnTo>
                    <a:lnTo>
                      <a:pt x="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39"/>
              <p:cNvSpPr/>
              <p:nvPr/>
            </p:nvSpPr>
            <p:spPr>
              <a:xfrm>
                <a:off x="-3828566" y="1110763"/>
                <a:ext cx="9991" cy="29820"/>
              </a:xfrm>
              <a:custGeom>
                <a:avLst/>
                <a:gdLst/>
                <a:ahLst/>
                <a:cxnLst/>
                <a:rect l="l" t="t" r="r" b="b"/>
                <a:pathLst>
                  <a:path w="131" h="391" extrusionOk="0">
                    <a:moveTo>
                      <a:pt x="1" y="1"/>
                    </a:moveTo>
                    <a:lnTo>
                      <a:pt x="1" y="320"/>
                    </a:lnTo>
                    <a:lnTo>
                      <a:pt x="131" y="390"/>
                    </a:lnTo>
                    <a:lnTo>
                      <a:pt x="131" y="72"/>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39"/>
              <p:cNvSpPr/>
              <p:nvPr/>
            </p:nvSpPr>
            <p:spPr>
              <a:xfrm>
                <a:off x="-3818651" y="1108094"/>
                <a:ext cx="14491" cy="183880"/>
              </a:xfrm>
              <a:custGeom>
                <a:avLst/>
                <a:gdLst/>
                <a:ahLst/>
                <a:cxnLst/>
                <a:rect l="l" t="t" r="r" b="b"/>
                <a:pathLst>
                  <a:path w="190" h="2411" extrusionOk="0">
                    <a:moveTo>
                      <a:pt x="178" y="0"/>
                    </a:moveTo>
                    <a:lnTo>
                      <a:pt x="1" y="107"/>
                    </a:lnTo>
                    <a:lnTo>
                      <a:pt x="1" y="425"/>
                    </a:lnTo>
                    <a:lnTo>
                      <a:pt x="13" y="2410"/>
                    </a:lnTo>
                    <a:lnTo>
                      <a:pt x="190" y="2292"/>
                    </a:lnTo>
                    <a:lnTo>
                      <a:pt x="178" y="331"/>
                    </a:lnTo>
                    <a:lnTo>
                      <a:pt x="178"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39"/>
              <p:cNvSpPr/>
              <p:nvPr/>
            </p:nvSpPr>
            <p:spPr>
              <a:xfrm>
                <a:off x="-3828566" y="1102679"/>
                <a:ext cx="23566" cy="13576"/>
              </a:xfrm>
              <a:custGeom>
                <a:avLst/>
                <a:gdLst/>
                <a:ahLst/>
                <a:cxnLst/>
                <a:rect l="l" t="t" r="r" b="b"/>
                <a:pathLst>
                  <a:path w="309" h="178" extrusionOk="0">
                    <a:moveTo>
                      <a:pt x="190" y="0"/>
                    </a:moveTo>
                    <a:lnTo>
                      <a:pt x="1" y="107"/>
                    </a:lnTo>
                    <a:lnTo>
                      <a:pt x="131" y="178"/>
                    </a:lnTo>
                    <a:lnTo>
                      <a:pt x="308" y="71"/>
                    </a:lnTo>
                    <a:lnTo>
                      <a:pt x="190"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39"/>
              <p:cNvSpPr/>
              <p:nvPr/>
            </p:nvSpPr>
            <p:spPr>
              <a:xfrm>
                <a:off x="-3842980" y="946789"/>
                <a:ext cx="52395" cy="30736"/>
              </a:xfrm>
              <a:custGeom>
                <a:avLst/>
                <a:gdLst/>
                <a:ahLst/>
                <a:cxnLst/>
                <a:rect l="l" t="t" r="r" b="b"/>
                <a:pathLst>
                  <a:path w="687" h="403" extrusionOk="0">
                    <a:moveTo>
                      <a:pt x="556" y="1"/>
                    </a:moveTo>
                    <a:lnTo>
                      <a:pt x="1" y="331"/>
                    </a:lnTo>
                    <a:lnTo>
                      <a:pt x="131" y="402"/>
                    </a:lnTo>
                    <a:lnTo>
                      <a:pt x="686" y="83"/>
                    </a:lnTo>
                    <a:lnTo>
                      <a:pt x="556"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39"/>
              <p:cNvSpPr/>
              <p:nvPr/>
            </p:nvSpPr>
            <p:spPr>
              <a:xfrm>
                <a:off x="-3842980" y="972033"/>
                <a:ext cx="9991" cy="167635"/>
              </a:xfrm>
              <a:custGeom>
                <a:avLst/>
                <a:gdLst/>
                <a:ahLst/>
                <a:cxnLst/>
                <a:rect l="l" t="t" r="r" b="b"/>
                <a:pathLst>
                  <a:path w="131" h="2198" extrusionOk="0">
                    <a:moveTo>
                      <a:pt x="1" y="0"/>
                    </a:moveTo>
                    <a:lnTo>
                      <a:pt x="1" y="2127"/>
                    </a:lnTo>
                    <a:lnTo>
                      <a:pt x="131" y="2198"/>
                    </a:lnTo>
                    <a:lnTo>
                      <a:pt x="131" y="71"/>
                    </a:lnTo>
                    <a:lnTo>
                      <a:pt x="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39"/>
              <p:cNvSpPr/>
              <p:nvPr/>
            </p:nvSpPr>
            <p:spPr>
              <a:xfrm>
                <a:off x="-3833066" y="953119"/>
                <a:ext cx="42481" cy="187464"/>
              </a:xfrm>
              <a:custGeom>
                <a:avLst/>
                <a:gdLst/>
                <a:ahLst/>
                <a:cxnLst/>
                <a:rect l="l" t="t" r="r" b="b"/>
                <a:pathLst>
                  <a:path w="557" h="2458" extrusionOk="0">
                    <a:moveTo>
                      <a:pt x="556" y="0"/>
                    </a:moveTo>
                    <a:lnTo>
                      <a:pt x="1" y="319"/>
                    </a:lnTo>
                    <a:lnTo>
                      <a:pt x="1" y="2446"/>
                    </a:lnTo>
                    <a:lnTo>
                      <a:pt x="190" y="2457"/>
                    </a:lnTo>
                    <a:lnTo>
                      <a:pt x="190" y="2139"/>
                    </a:lnTo>
                    <a:lnTo>
                      <a:pt x="367" y="2032"/>
                    </a:lnTo>
                    <a:lnTo>
                      <a:pt x="367" y="2363"/>
                    </a:lnTo>
                    <a:lnTo>
                      <a:pt x="556" y="2127"/>
                    </a:lnTo>
                    <a:lnTo>
                      <a:pt x="556"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39"/>
              <p:cNvSpPr/>
              <p:nvPr/>
            </p:nvSpPr>
            <p:spPr>
              <a:xfrm>
                <a:off x="-4142100" y="829642"/>
                <a:ext cx="85724" cy="368598"/>
              </a:xfrm>
              <a:custGeom>
                <a:avLst/>
                <a:gdLst/>
                <a:ahLst/>
                <a:cxnLst/>
                <a:rect l="l" t="t" r="r" b="b"/>
                <a:pathLst>
                  <a:path w="1124" h="4833" extrusionOk="0">
                    <a:moveTo>
                      <a:pt x="1" y="1"/>
                    </a:moveTo>
                    <a:lnTo>
                      <a:pt x="25" y="4183"/>
                    </a:lnTo>
                    <a:lnTo>
                      <a:pt x="1123" y="4833"/>
                    </a:lnTo>
                    <a:lnTo>
                      <a:pt x="1111" y="639"/>
                    </a:lnTo>
                    <a:lnTo>
                      <a:pt x="1"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39"/>
              <p:cNvSpPr/>
              <p:nvPr/>
            </p:nvSpPr>
            <p:spPr>
              <a:xfrm>
                <a:off x="-4110525" y="847718"/>
                <a:ext cx="16321" cy="328024"/>
              </a:xfrm>
              <a:custGeom>
                <a:avLst/>
                <a:gdLst/>
                <a:ahLst/>
                <a:cxnLst/>
                <a:rect l="l" t="t" r="r" b="b"/>
                <a:pathLst>
                  <a:path w="214" h="4301" extrusionOk="0">
                    <a:moveTo>
                      <a:pt x="0" y="0"/>
                    </a:moveTo>
                    <a:lnTo>
                      <a:pt x="0" y="4182"/>
                    </a:lnTo>
                    <a:lnTo>
                      <a:pt x="213" y="4300"/>
                    </a:lnTo>
                    <a:lnTo>
                      <a:pt x="213" y="118"/>
                    </a:lnTo>
                    <a:lnTo>
                      <a:pt x="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39"/>
              <p:cNvSpPr/>
              <p:nvPr/>
            </p:nvSpPr>
            <p:spPr>
              <a:xfrm>
                <a:off x="-4142100" y="669329"/>
                <a:ext cx="363183" cy="209048"/>
              </a:xfrm>
              <a:custGeom>
                <a:avLst/>
                <a:gdLst/>
                <a:ahLst/>
                <a:cxnLst/>
                <a:rect l="l" t="t" r="r" b="b"/>
                <a:pathLst>
                  <a:path w="4762" h="2741" extrusionOk="0">
                    <a:moveTo>
                      <a:pt x="3651" y="0"/>
                    </a:moveTo>
                    <a:lnTo>
                      <a:pt x="1" y="2103"/>
                    </a:lnTo>
                    <a:lnTo>
                      <a:pt x="1111" y="2741"/>
                    </a:lnTo>
                    <a:lnTo>
                      <a:pt x="4762" y="650"/>
                    </a:lnTo>
                    <a:lnTo>
                      <a:pt x="3651"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39"/>
              <p:cNvSpPr/>
              <p:nvPr/>
            </p:nvSpPr>
            <p:spPr>
              <a:xfrm>
                <a:off x="-4110525" y="688243"/>
                <a:ext cx="294696" cy="168550"/>
              </a:xfrm>
              <a:custGeom>
                <a:avLst/>
                <a:gdLst/>
                <a:ahLst/>
                <a:cxnLst/>
                <a:rect l="l" t="t" r="r" b="b"/>
                <a:pathLst>
                  <a:path w="3864" h="2210" extrusionOk="0">
                    <a:moveTo>
                      <a:pt x="3651" y="0"/>
                    </a:moveTo>
                    <a:lnTo>
                      <a:pt x="0" y="2091"/>
                    </a:lnTo>
                    <a:lnTo>
                      <a:pt x="213" y="2209"/>
                    </a:lnTo>
                    <a:lnTo>
                      <a:pt x="3863" y="107"/>
                    </a:lnTo>
                    <a:lnTo>
                      <a:pt x="3651"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39"/>
              <p:cNvSpPr/>
              <p:nvPr/>
            </p:nvSpPr>
            <p:spPr>
              <a:xfrm>
                <a:off x="-4057367" y="718826"/>
                <a:ext cx="279366" cy="479414"/>
              </a:xfrm>
              <a:custGeom>
                <a:avLst/>
                <a:gdLst/>
                <a:ahLst/>
                <a:cxnLst/>
                <a:rect l="l" t="t" r="r" b="b"/>
                <a:pathLst>
                  <a:path w="3663" h="6286" extrusionOk="0">
                    <a:moveTo>
                      <a:pt x="3651" y="1"/>
                    </a:moveTo>
                    <a:lnTo>
                      <a:pt x="0" y="2092"/>
                    </a:lnTo>
                    <a:lnTo>
                      <a:pt x="12" y="6286"/>
                    </a:lnTo>
                    <a:lnTo>
                      <a:pt x="3663" y="4171"/>
                    </a:lnTo>
                    <a:lnTo>
                      <a:pt x="3651"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39"/>
              <p:cNvSpPr/>
              <p:nvPr/>
            </p:nvSpPr>
            <p:spPr>
              <a:xfrm>
                <a:off x="-4049283" y="716157"/>
                <a:ext cx="59565" cy="18990"/>
              </a:xfrm>
              <a:custGeom>
                <a:avLst/>
                <a:gdLst/>
                <a:ahLst/>
                <a:cxnLst/>
                <a:rect l="l" t="t" r="r" b="b"/>
                <a:pathLst>
                  <a:path w="781" h="249" extrusionOk="0">
                    <a:moveTo>
                      <a:pt x="615" y="0"/>
                    </a:moveTo>
                    <a:cubicBezTo>
                      <a:pt x="450" y="95"/>
                      <a:pt x="290" y="142"/>
                      <a:pt x="163" y="142"/>
                    </a:cubicBezTo>
                    <a:cubicBezTo>
                      <a:pt x="99" y="142"/>
                      <a:pt x="44" y="130"/>
                      <a:pt x="1" y="107"/>
                    </a:cubicBezTo>
                    <a:lnTo>
                      <a:pt x="1" y="107"/>
                    </a:lnTo>
                    <a:lnTo>
                      <a:pt x="166" y="213"/>
                    </a:lnTo>
                    <a:cubicBezTo>
                      <a:pt x="209" y="237"/>
                      <a:pt x="263" y="249"/>
                      <a:pt x="325" y="249"/>
                    </a:cubicBezTo>
                    <a:cubicBezTo>
                      <a:pt x="450" y="249"/>
                      <a:pt x="607" y="201"/>
                      <a:pt x="780" y="107"/>
                    </a:cubicBezTo>
                    <a:lnTo>
                      <a:pt x="615" y="0"/>
                    </a:lnTo>
                    <a:close/>
                  </a:path>
                </a:pathLst>
              </a:custGeom>
              <a:solidFill>
                <a:srgbClr val="CDCDCD"/>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39"/>
              <p:cNvSpPr/>
              <p:nvPr/>
            </p:nvSpPr>
            <p:spPr>
              <a:xfrm>
                <a:off x="-4049283" y="623340"/>
                <a:ext cx="116308" cy="110664"/>
              </a:xfrm>
              <a:custGeom>
                <a:avLst/>
                <a:gdLst/>
                <a:ahLst/>
                <a:cxnLst/>
                <a:rect l="l" t="t" r="r" b="b"/>
                <a:pathLst>
                  <a:path w="1525" h="1451" extrusionOk="0">
                    <a:moveTo>
                      <a:pt x="1241" y="1"/>
                    </a:moveTo>
                    <a:lnTo>
                      <a:pt x="1241" y="1"/>
                    </a:lnTo>
                    <a:cubicBezTo>
                      <a:pt x="1312" y="48"/>
                      <a:pt x="1359" y="119"/>
                      <a:pt x="1359" y="225"/>
                    </a:cubicBezTo>
                    <a:cubicBezTo>
                      <a:pt x="1359" y="520"/>
                      <a:pt x="1028" y="969"/>
                      <a:pt x="615" y="1206"/>
                    </a:cubicBezTo>
                    <a:cubicBezTo>
                      <a:pt x="442" y="1300"/>
                      <a:pt x="284" y="1347"/>
                      <a:pt x="160" y="1347"/>
                    </a:cubicBezTo>
                    <a:cubicBezTo>
                      <a:pt x="98" y="1347"/>
                      <a:pt x="44" y="1336"/>
                      <a:pt x="1" y="1312"/>
                    </a:cubicBezTo>
                    <a:lnTo>
                      <a:pt x="1" y="1312"/>
                    </a:lnTo>
                    <a:lnTo>
                      <a:pt x="166" y="1406"/>
                    </a:lnTo>
                    <a:cubicBezTo>
                      <a:pt x="212" y="1436"/>
                      <a:pt x="272" y="1450"/>
                      <a:pt x="341" y="1450"/>
                    </a:cubicBezTo>
                    <a:cubicBezTo>
                      <a:pt x="466" y="1450"/>
                      <a:pt x="621" y="1403"/>
                      <a:pt x="780" y="1312"/>
                    </a:cubicBezTo>
                    <a:cubicBezTo>
                      <a:pt x="1194" y="1064"/>
                      <a:pt x="1525" y="639"/>
                      <a:pt x="1525" y="331"/>
                    </a:cubicBezTo>
                    <a:cubicBezTo>
                      <a:pt x="1525" y="225"/>
                      <a:pt x="1477" y="154"/>
                      <a:pt x="1407" y="107"/>
                    </a:cubicBezTo>
                    <a:lnTo>
                      <a:pt x="124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39"/>
              <p:cNvSpPr/>
              <p:nvPr/>
            </p:nvSpPr>
            <p:spPr>
              <a:xfrm>
                <a:off x="-4142100" y="577427"/>
                <a:ext cx="152381" cy="169465"/>
              </a:xfrm>
              <a:custGeom>
                <a:avLst/>
                <a:gdLst/>
                <a:ahLst/>
                <a:cxnLst/>
                <a:rect l="l" t="t" r="r" b="b"/>
                <a:pathLst>
                  <a:path w="1998" h="2222" extrusionOk="0">
                    <a:moveTo>
                      <a:pt x="1832" y="0"/>
                    </a:moveTo>
                    <a:lnTo>
                      <a:pt x="1" y="2127"/>
                    </a:lnTo>
                    <a:lnTo>
                      <a:pt x="178" y="2221"/>
                    </a:lnTo>
                    <a:lnTo>
                      <a:pt x="1997" y="95"/>
                    </a:lnTo>
                    <a:lnTo>
                      <a:pt x="1832"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39"/>
              <p:cNvSpPr/>
              <p:nvPr/>
            </p:nvSpPr>
            <p:spPr>
              <a:xfrm>
                <a:off x="-4142100" y="739571"/>
                <a:ext cx="13652" cy="98308"/>
              </a:xfrm>
              <a:custGeom>
                <a:avLst/>
                <a:gdLst/>
                <a:ahLst/>
                <a:cxnLst/>
                <a:rect l="l" t="t" r="r" b="b"/>
                <a:pathLst>
                  <a:path w="179" h="1289" extrusionOk="0">
                    <a:moveTo>
                      <a:pt x="1" y="1"/>
                    </a:moveTo>
                    <a:lnTo>
                      <a:pt x="25" y="1182"/>
                    </a:lnTo>
                    <a:lnTo>
                      <a:pt x="178" y="1288"/>
                    </a:lnTo>
                    <a:lnTo>
                      <a:pt x="178" y="95"/>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39"/>
              <p:cNvSpPr/>
              <p:nvPr/>
            </p:nvSpPr>
            <p:spPr>
              <a:xfrm>
                <a:off x="-4128524" y="584596"/>
                <a:ext cx="278451" cy="252367"/>
              </a:xfrm>
              <a:custGeom>
                <a:avLst/>
                <a:gdLst/>
                <a:ahLst/>
                <a:cxnLst/>
                <a:rect l="l" t="t" r="r" b="b"/>
                <a:pathLst>
                  <a:path w="3651" h="3309" extrusionOk="0">
                    <a:moveTo>
                      <a:pt x="2276" y="576"/>
                    </a:moveTo>
                    <a:cubicBezTo>
                      <a:pt x="2451" y="576"/>
                      <a:pt x="2564" y="667"/>
                      <a:pt x="2564" y="839"/>
                    </a:cubicBezTo>
                    <a:cubicBezTo>
                      <a:pt x="2564" y="1147"/>
                      <a:pt x="2233" y="1572"/>
                      <a:pt x="1819" y="1820"/>
                    </a:cubicBezTo>
                    <a:cubicBezTo>
                      <a:pt x="1649" y="1920"/>
                      <a:pt x="1491" y="1969"/>
                      <a:pt x="1366" y="1969"/>
                    </a:cubicBezTo>
                    <a:cubicBezTo>
                      <a:pt x="1197" y="1969"/>
                      <a:pt x="1087" y="1879"/>
                      <a:pt x="1087" y="1702"/>
                    </a:cubicBezTo>
                    <a:cubicBezTo>
                      <a:pt x="1087" y="1383"/>
                      <a:pt x="1406" y="958"/>
                      <a:pt x="1819" y="721"/>
                    </a:cubicBezTo>
                    <a:cubicBezTo>
                      <a:pt x="1992" y="623"/>
                      <a:pt x="2150" y="576"/>
                      <a:pt x="2276" y="576"/>
                    </a:cubicBezTo>
                    <a:close/>
                    <a:moveTo>
                      <a:pt x="1819" y="1"/>
                    </a:moveTo>
                    <a:lnTo>
                      <a:pt x="0" y="2115"/>
                    </a:lnTo>
                    <a:lnTo>
                      <a:pt x="0" y="3308"/>
                    </a:lnTo>
                    <a:lnTo>
                      <a:pt x="3650" y="1206"/>
                    </a:lnTo>
                    <a:lnTo>
                      <a:pt x="3650" y="13"/>
                    </a:lnTo>
                    <a:lnTo>
                      <a:pt x="1819"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39"/>
              <p:cNvSpPr/>
              <p:nvPr/>
            </p:nvSpPr>
            <p:spPr>
              <a:xfrm>
                <a:off x="-4022208" y="778315"/>
                <a:ext cx="209048" cy="149636"/>
              </a:xfrm>
              <a:custGeom>
                <a:avLst/>
                <a:gdLst/>
                <a:ahLst/>
                <a:cxnLst/>
                <a:rect l="l" t="t" r="r" b="b"/>
                <a:pathLst>
                  <a:path w="2741" h="1962" extrusionOk="0">
                    <a:moveTo>
                      <a:pt x="2729" y="1"/>
                    </a:moveTo>
                    <a:lnTo>
                      <a:pt x="0" y="1584"/>
                    </a:lnTo>
                    <a:lnTo>
                      <a:pt x="12" y="1962"/>
                    </a:lnTo>
                    <a:lnTo>
                      <a:pt x="2741" y="379"/>
                    </a:lnTo>
                    <a:lnTo>
                      <a:pt x="2729"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39"/>
              <p:cNvSpPr/>
              <p:nvPr/>
            </p:nvSpPr>
            <p:spPr>
              <a:xfrm>
                <a:off x="-4022208" y="829642"/>
                <a:ext cx="209048" cy="150551"/>
              </a:xfrm>
              <a:custGeom>
                <a:avLst/>
                <a:gdLst/>
                <a:ahLst/>
                <a:cxnLst/>
                <a:rect l="l" t="t" r="r" b="b"/>
                <a:pathLst>
                  <a:path w="2741" h="1974" extrusionOk="0">
                    <a:moveTo>
                      <a:pt x="2729" y="1"/>
                    </a:moveTo>
                    <a:lnTo>
                      <a:pt x="0" y="1584"/>
                    </a:lnTo>
                    <a:lnTo>
                      <a:pt x="12" y="1974"/>
                    </a:lnTo>
                    <a:lnTo>
                      <a:pt x="2741" y="391"/>
                    </a:lnTo>
                    <a:lnTo>
                      <a:pt x="2729"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39"/>
              <p:cNvSpPr/>
              <p:nvPr/>
            </p:nvSpPr>
            <p:spPr>
              <a:xfrm>
                <a:off x="-4022208" y="882801"/>
                <a:ext cx="209048" cy="149636"/>
              </a:xfrm>
              <a:custGeom>
                <a:avLst/>
                <a:gdLst/>
                <a:ahLst/>
                <a:cxnLst/>
                <a:rect l="l" t="t" r="r" b="b"/>
                <a:pathLst>
                  <a:path w="2741" h="1962" extrusionOk="0">
                    <a:moveTo>
                      <a:pt x="2729" y="1"/>
                    </a:moveTo>
                    <a:lnTo>
                      <a:pt x="0" y="1584"/>
                    </a:lnTo>
                    <a:lnTo>
                      <a:pt x="12" y="1962"/>
                    </a:lnTo>
                    <a:lnTo>
                      <a:pt x="2741" y="391"/>
                    </a:lnTo>
                    <a:lnTo>
                      <a:pt x="2729"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39"/>
              <p:cNvSpPr/>
              <p:nvPr/>
            </p:nvSpPr>
            <p:spPr>
              <a:xfrm>
                <a:off x="-4015954" y="1244078"/>
                <a:ext cx="10906" cy="155967"/>
              </a:xfrm>
              <a:custGeom>
                <a:avLst/>
                <a:gdLst/>
                <a:ahLst/>
                <a:cxnLst/>
                <a:rect l="l" t="t" r="r" b="b"/>
                <a:pathLst>
                  <a:path w="143" h="2045" extrusionOk="0">
                    <a:moveTo>
                      <a:pt x="1" y="1"/>
                    </a:moveTo>
                    <a:lnTo>
                      <a:pt x="24" y="1974"/>
                    </a:lnTo>
                    <a:lnTo>
                      <a:pt x="143" y="2045"/>
                    </a:lnTo>
                    <a:lnTo>
                      <a:pt x="143" y="84"/>
                    </a:lnTo>
                    <a:lnTo>
                      <a:pt x="1" y="1"/>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39"/>
              <p:cNvSpPr/>
              <p:nvPr/>
            </p:nvSpPr>
            <p:spPr>
              <a:xfrm>
                <a:off x="-4030369" y="1080104"/>
                <a:ext cx="9991" cy="168627"/>
              </a:xfrm>
              <a:custGeom>
                <a:avLst/>
                <a:gdLst/>
                <a:ahLst/>
                <a:cxnLst/>
                <a:rect l="l" t="t" r="r" b="b"/>
                <a:pathLst>
                  <a:path w="131" h="2211" extrusionOk="0">
                    <a:moveTo>
                      <a:pt x="1" y="1"/>
                    </a:moveTo>
                    <a:lnTo>
                      <a:pt x="1" y="2139"/>
                    </a:lnTo>
                    <a:lnTo>
                      <a:pt x="131" y="2210"/>
                    </a:lnTo>
                    <a:lnTo>
                      <a:pt x="119" y="72"/>
                    </a:lnTo>
                    <a:lnTo>
                      <a:pt x="1" y="1"/>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39"/>
              <p:cNvSpPr/>
              <p:nvPr/>
            </p:nvSpPr>
            <p:spPr>
              <a:xfrm>
                <a:off x="-3915053" y="1187335"/>
                <a:ext cx="9991" cy="155052"/>
              </a:xfrm>
              <a:custGeom>
                <a:avLst/>
                <a:gdLst/>
                <a:ahLst/>
                <a:cxnLst/>
                <a:rect l="l" t="t" r="r" b="b"/>
                <a:pathLst>
                  <a:path w="131" h="2033" extrusionOk="0">
                    <a:moveTo>
                      <a:pt x="1" y="1"/>
                    </a:moveTo>
                    <a:lnTo>
                      <a:pt x="1" y="1962"/>
                    </a:lnTo>
                    <a:lnTo>
                      <a:pt x="131" y="2033"/>
                    </a:lnTo>
                    <a:lnTo>
                      <a:pt x="119" y="72"/>
                    </a:lnTo>
                    <a:lnTo>
                      <a:pt x="1" y="1"/>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39"/>
              <p:cNvSpPr/>
              <p:nvPr/>
            </p:nvSpPr>
            <p:spPr>
              <a:xfrm>
                <a:off x="-3931221" y="1022446"/>
                <a:ext cx="9991" cy="167712"/>
              </a:xfrm>
              <a:custGeom>
                <a:avLst/>
                <a:gdLst/>
                <a:ahLst/>
                <a:cxnLst/>
                <a:rect l="l" t="t" r="r" b="b"/>
                <a:pathLst>
                  <a:path w="131" h="2199" extrusionOk="0">
                    <a:moveTo>
                      <a:pt x="0" y="1"/>
                    </a:moveTo>
                    <a:lnTo>
                      <a:pt x="12" y="2127"/>
                    </a:lnTo>
                    <a:lnTo>
                      <a:pt x="130" y="2198"/>
                    </a:lnTo>
                    <a:lnTo>
                      <a:pt x="130" y="72"/>
                    </a:lnTo>
                    <a:lnTo>
                      <a:pt x="0" y="1"/>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39"/>
              <p:cNvSpPr/>
              <p:nvPr/>
            </p:nvSpPr>
            <p:spPr>
              <a:xfrm>
                <a:off x="-3828566" y="1135092"/>
                <a:ext cx="10906" cy="156882"/>
              </a:xfrm>
              <a:custGeom>
                <a:avLst/>
                <a:gdLst/>
                <a:ahLst/>
                <a:cxnLst/>
                <a:rect l="l" t="t" r="r" b="b"/>
                <a:pathLst>
                  <a:path w="143" h="2057" extrusionOk="0">
                    <a:moveTo>
                      <a:pt x="1" y="1"/>
                    </a:moveTo>
                    <a:lnTo>
                      <a:pt x="13" y="1985"/>
                    </a:lnTo>
                    <a:lnTo>
                      <a:pt x="143" y="2056"/>
                    </a:lnTo>
                    <a:lnTo>
                      <a:pt x="131" y="71"/>
                    </a:lnTo>
                    <a:lnTo>
                      <a:pt x="1"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39"/>
              <p:cNvSpPr/>
              <p:nvPr/>
            </p:nvSpPr>
            <p:spPr>
              <a:xfrm>
                <a:off x="-3842980" y="972033"/>
                <a:ext cx="9991" cy="167636"/>
              </a:xfrm>
              <a:custGeom>
                <a:avLst/>
                <a:gdLst/>
                <a:ahLst/>
                <a:cxnLst/>
                <a:rect l="l" t="t" r="r" b="b"/>
                <a:pathLst>
                  <a:path w="131" h="2198" extrusionOk="0">
                    <a:moveTo>
                      <a:pt x="1" y="0"/>
                    </a:moveTo>
                    <a:lnTo>
                      <a:pt x="1" y="2127"/>
                    </a:lnTo>
                    <a:lnTo>
                      <a:pt x="131" y="2198"/>
                    </a:lnTo>
                    <a:lnTo>
                      <a:pt x="131" y="71"/>
                    </a:lnTo>
                    <a:lnTo>
                      <a:pt x="1" y="0"/>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39"/>
              <p:cNvSpPr/>
              <p:nvPr/>
            </p:nvSpPr>
            <p:spPr>
              <a:xfrm>
                <a:off x="-4049283" y="623340"/>
                <a:ext cx="116308" cy="110664"/>
              </a:xfrm>
              <a:custGeom>
                <a:avLst/>
                <a:gdLst/>
                <a:ahLst/>
                <a:cxnLst/>
                <a:rect l="l" t="t" r="r" b="b"/>
                <a:pathLst>
                  <a:path w="1525" h="1451" extrusionOk="0">
                    <a:moveTo>
                      <a:pt x="1241" y="1"/>
                    </a:moveTo>
                    <a:lnTo>
                      <a:pt x="1241" y="1"/>
                    </a:lnTo>
                    <a:cubicBezTo>
                      <a:pt x="1312" y="48"/>
                      <a:pt x="1359" y="119"/>
                      <a:pt x="1359" y="225"/>
                    </a:cubicBezTo>
                    <a:cubicBezTo>
                      <a:pt x="1359" y="520"/>
                      <a:pt x="1028" y="969"/>
                      <a:pt x="615" y="1206"/>
                    </a:cubicBezTo>
                    <a:cubicBezTo>
                      <a:pt x="442" y="1300"/>
                      <a:pt x="284" y="1347"/>
                      <a:pt x="160" y="1347"/>
                    </a:cubicBezTo>
                    <a:cubicBezTo>
                      <a:pt x="98" y="1347"/>
                      <a:pt x="44" y="1336"/>
                      <a:pt x="1" y="1312"/>
                    </a:cubicBezTo>
                    <a:lnTo>
                      <a:pt x="1" y="1312"/>
                    </a:lnTo>
                    <a:lnTo>
                      <a:pt x="166" y="1406"/>
                    </a:lnTo>
                    <a:cubicBezTo>
                      <a:pt x="212" y="1436"/>
                      <a:pt x="272" y="1450"/>
                      <a:pt x="341" y="1450"/>
                    </a:cubicBezTo>
                    <a:cubicBezTo>
                      <a:pt x="466" y="1450"/>
                      <a:pt x="621" y="1403"/>
                      <a:pt x="780" y="1312"/>
                    </a:cubicBezTo>
                    <a:cubicBezTo>
                      <a:pt x="1194" y="1064"/>
                      <a:pt x="1525" y="639"/>
                      <a:pt x="1525" y="331"/>
                    </a:cubicBezTo>
                    <a:cubicBezTo>
                      <a:pt x="1525" y="225"/>
                      <a:pt x="1477" y="154"/>
                      <a:pt x="1407" y="107"/>
                    </a:cubicBezTo>
                    <a:lnTo>
                      <a:pt x="1241" y="1"/>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39"/>
              <p:cNvSpPr/>
              <p:nvPr/>
            </p:nvSpPr>
            <p:spPr>
              <a:xfrm>
                <a:off x="-4142100" y="577427"/>
                <a:ext cx="152382" cy="169466"/>
              </a:xfrm>
              <a:custGeom>
                <a:avLst/>
                <a:gdLst/>
                <a:ahLst/>
                <a:cxnLst/>
                <a:rect l="l" t="t" r="r" b="b"/>
                <a:pathLst>
                  <a:path w="1998" h="2222" extrusionOk="0">
                    <a:moveTo>
                      <a:pt x="1832" y="0"/>
                    </a:moveTo>
                    <a:lnTo>
                      <a:pt x="1" y="2127"/>
                    </a:lnTo>
                    <a:lnTo>
                      <a:pt x="178" y="2221"/>
                    </a:lnTo>
                    <a:lnTo>
                      <a:pt x="1997" y="95"/>
                    </a:lnTo>
                    <a:lnTo>
                      <a:pt x="1832" y="0"/>
                    </a:lnTo>
                    <a:close/>
                  </a:path>
                </a:pathLst>
              </a:custGeom>
              <a:solidFill>
                <a:srgbClr val="282A2E">
                  <a:alpha val="364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9" name="Google Shape;3419;p39"/>
            <p:cNvGrpSpPr/>
            <p:nvPr/>
          </p:nvGrpSpPr>
          <p:grpSpPr>
            <a:xfrm>
              <a:off x="1124485" y="1990330"/>
              <a:ext cx="1791330" cy="1162830"/>
              <a:chOff x="-4004340" y="2465518"/>
              <a:chExt cx="1791330" cy="1162830"/>
            </a:xfrm>
          </p:grpSpPr>
          <p:sp>
            <p:nvSpPr>
              <p:cNvPr id="3420" name="Google Shape;3420;p39"/>
              <p:cNvSpPr/>
              <p:nvPr/>
            </p:nvSpPr>
            <p:spPr>
              <a:xfrm>
                <a:off x="-3238869" y="3540443"/>
                <a:ext cx="296385" cy="76121"/>
              </a:xfrm>
              <a:custGeom>
                <a:avLst/>
                <a:gdLst/>
                <a:ahLst/>
                <a:cxnLst/>
                <a:rect l="l" t="t" r="r" b="b"/>
                <a:pathLst>
                  <a:path w="2671" h="686" extrusionOk="0">
                    <a:moveTo>
                      <a:pt x="1" y="0"/>
                    </a:moveTo>
                    <a:lnTo>
                      <a:pt x="1" y="685"/>
                    </a:lnTo>
                    <a:lnTo>
                      <a:pt x="2671" y="685"/>
                    </a:lnTo>
                    <a:lnTo>
                      <a:pt x="2671"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39"/>
              <p:cNvSpPr/>
              <p:nvPr/>
            </p:nvSpPr>
            <p:spPr>
              <a:xfrm>
                <a:off x="-2741963" y="2725067"/>
                <a:ext cx="14536" cy="14536"/>
              </a:xfrm>
              <a:custGeom>
                <a:avLst/>
                <a:gdLst/>
                <a:ahLst/>
                <a:cxnLst/>
                <a:rect l="l" t="t" r="r" b="b"/>
                <a:pathLst>
                  <a:path w="131" h="131" extrusionOk="0">
                    <a:moveTo>
                      <a:pt x="0" y="0"/>
                    </a:moveTo>
                    <a:lnTo>
                      <a:pt x="0" y="60"/>
                    </a:lnTo>
                    <a:lnTo>
                      <a:pt x="130" y="130"/>
                    </a:lnTo>
                    <a:lnTo>
                      <a:pt x="130" y="83"/>
                    </a:lnTo>
                    <a:lnTo>
                      <a:pt x="0"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39"/>
              <p:cNvSpPr/>
              <p:nvPr/>
            </p:nvSpPr>
            <p:spPr>
              <a:xfrm>
                <a:off x="-3461689" y="2727730"/>
                <a:ext cx="14536" cy="15757"/>
              </a:xfrm>
              <a:custGeom>
                <a:avLst/>
                <a:gdLst/>
                <a:ahLst/>
                <a:cxnLst/>
                <a:rect l="l" t="t" r="r" b="b"/>
                <a:pathLst>
                  <a:path w="131" h="142" extrusionOk="0">
                    <a:moveTo>
                      <a:pt x="131" y="0"/>
                    </a:moveTo>
                    <a:lnTo>
                      <a:pt x="1" y="83"/>
                    </a:lnTo>
                    <a:lnTo>
                      <a:pt x="1" y="142"/>
                    </a:lnTo>
                    <a:lnTo>
                      <a:pt x="131" y="47"/>
                    </a:lnTo>
                    <a:lnTo>
                      <a:pt x="131"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39"/>
              <p:cNvSpPr/>
              <p:nvPr/>
            </p:nvSpPr>
            <p:spPr>
              <a:xfrm>
                <a:off x="-2942590" y="3124876"/>
                <a:ext cx="714504" cy="491686"/>
              </a:xfrm>
              <a:custGeom>
                <a:avLst/>
                <a:gdLst/>
                <a:ahLst/>
                <a:cxnLst/>
                <a:rect l="l" t="t" r="r" b="b"/>
                <a:pathLst>
                  <a:path w="6439" h="4431" extrusionOk="0">
                    <a:moveTo>
                      <a:pt x="6439" y="0"/>
                    </a:moveTo>
                    <a:lnTo>
                      <a:pt x="1" y="3745"/>
                    </a:lnTo>
                    <a:lnTo>
                      <a:pt x="1" y="4430"/>
                    </a:lnTo>
                    <a:lnTo>
                      <a:pt x="6439" y="697"/>
                    </a:lnTo>
                    <a:lnTo>
                      <a:pt x="6439"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39"/>
              <p:cNvSpPr/>
              <p:nvPr/>
            </p:nvSpPr>
            <p:spPr>
              <a:xfrm>
                <a:off x="-3958484" y="3126208"/>
                <a:ext cx="719719" cy="490354"/>
              </a:xfrm>
              <a:custGeom>
                <a:avLst/>
                <a:gdLst/>
                <a:ahLst/>
                <a:cxnLst/>
                <a:rect l="l" t="t" r="r" b="b"/>
                <a:pathLst>
                  <a:path w="6486" h="4419" extrusionOk="0">
                    <a:moveTo>
                      <a:pt x="1" y="0"/>
                    </a:moveTo>
                    <a:lnTo>
                      <a:pt x="1" y="685"/>
                    </a:lnTo>
                    <a:lnTo>
                      <a:pt x="6486" y="4418"/>
                    </a:lnTo>
                    <a:lnTo>
                      <a:pt x="6486" y="3733"/>
                    </a:lnTo>
                    <a:lnTo>
                      <a:pt x="1"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39"/>
              <p:cNvSpPr/>
              <p:nvPr/>
            </p:nvSpPr>
            <p:spPr>
              <a:xfrm>
                <a:off x="-3958484" y="2537645"/>
                <a:ext cx="1730388" cy="1002902"/>
              </a:xfrm>
              <a:custGeom>
                <a:avLst/>
                <a:gdLst/>
                <a:ahLst/>
                <a:cxnLst/>
                <a:rect l="l" t="t" r="r" b="b"/>
                <a:pathLst>
                  <a:path w="15594" h="9038" extrusionOk="0">
                    <a:moveTo>
                      <a:pt x="6427" y="0"/>
                    </a:moveTo>
                    <a:lnTo>
                      <a:pt x="1" y="3745"/>
                    </a:lnTo>
                    <a:lnTo>
                      <a:pt x="1" y="5304"/>
                    </a:lnTo>
                    <a:lnTo>
                      <a:pt x="6486" y="9037"/>
                    </a:lnTo>
                    <a:lnTo>
                      <a:pt x="9156" y="9037"/>
                    </a:lnTo>
                    <a:lnTo>
                      <a:pt x="15594" y="5292"/>
                    </a:lnTo>
                    <a:lnTo>
                      <a:pt x="15594" y="3745"/>
                    </a:lnTo>
                    <a:lnTo>
                      <a:pt x="9108"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39"/>
              <p:cNvSpPr/>
              <p:nvPr/>
            </p:nvSpPr>
            <p:spPr>
              <a:xfrm>
                <a:off x="-2709228" y="2744708"/>
                <a:ext cx="15868" cy="14536"/>
              </a:xfrm>
              <a:custGeom>
                <a:avLst/>
                <a:gdLst/>
                <a:ahLst/>
                <a:cxnLst/>
                <a:rect l="l" t="t" r="r" b="b"/>
                <a:pathLst>
                  <a:path w="143" h="131" extrusionOk="0">
                    <a:moveTo>
                      <a:pt x="1" y="1"/>
                    </a:moveTo>
                    <a:lnTo>
                      <a:pt x="12" y="60"/>
                    </a:lnTo>
                    <a:lnTo>
                      <a:pt x="142" y="131"/>
                    </a:lnTo>
                    <a:lnTo>
                      <a:pt x="142" y="83"/>
                    </a:lnTo>
                    <a:lnTo>
                      <a:pt x="1"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39"/>
              <p:cNvSpPr/>
              <p:nvPr/>
            </p:nvSpPr>
            <p:spPr>
              <a:xfrm>
                <a:off x="-2709228" y="2725067"/>
                <a:ext cx="48603" cy="28962"/>
              </a:xfrm>
              <a:custGeom>
                <a:avLst/>
                <a:gdLst/>
                <a:ahLst/>
                <a:cxnLst/>
                <a:rect l="l" t="t" r="r" b="b"/>
                <a:pathLst>
                  <a:path w="438" h="261" extrusionOk="0">
                    <a:moveTo>
                      <a:pt x="308" y="0"/>
                    </a:moveTo>
                    <a:lnTo>
                      <a:pt x="1" y="178"/>
                    </a:lnTo>
                    <a:lnTo>
                      <a:pt x="142" y="260"/>
                    </a:lnTo>
                    <a:lnTo>
                      <a:pt x="438" y="83"/>
                    </a:lnTo>
                    <a:lnTo>
                      <a:pt x="308"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39"/>
              <p:cNvSpPr/>
              <p:nvPr/>
            </p:nvSpPr>
            <p:spPr>
              <a:xfrm>
                <a:off x="-3495755" y="2747371"/>
                <a:ext cx="15868" cy="15868"/>
              </a:xfrm>
              <a:custGeom>
                <a:avLst/>
                <a:gdLst/>
                <a:ahLst/>
                <a:cxnLst/>
                <a:rect l="l" t="t" r="r" b="b"/>
                <a:pathLst>
                  <a:path w="143" h="143" extrusionOk="0">
                    <a:moveTo>
                      <a:pt x="142" y="0"/>
                    </a:moveTo>
                    <a:lnTo>
                      <a:pt x="1" y="83"/>
                    </a:lnTo>
                    <a:lnTo>
                      <a:pt x="1" y="142"/>
                    </a:lnTo>
                    <a:lnTo>
                      <a:pt x="142" y="48"/>
                    </a:lnTo>
                    <a:lnTo>
                      <a:pt x="142"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39"/>
              <p:cNvSpPr/>
              <p:nvPr/>
            </p:nvSpPr>
            <p:spPr>
              <a:xfrm>
                <a:off x="-3528490" y="2727730"/>
                <a:ext cx="48603" cy="28851"/>
              </a:xfrm>
              <a:custGeom>
                <a:avLst/>
                <a:gdLst/>
                <a:ahLst/>
                <a:cxnLst/>
                <a:rect l="l" t="t" r="r" b="b"/>
                <a:pathLst>
                  <a:path w="438" h="260" extrusionOk="0">
                    <a:moveTo>
                      <a:pt x="130" y="0"/>
                    </a:moveTo>
                    <a:lnTo>
                      <a:pt x="0" y="83"/>
                    </a:lnTo>
                    <a:lnTo>
                      <a:pt x="296" y="260"/>
                    </a:lnTo>
                    <a:lnTo>
                      <a:pt x="437" y="177"/>
                    </a:lnTo>
                    <a:lnTo>
                      <a:pt x="130"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39"/>
              <p:cNvSpPr/>
              <p:nvPr/>
            </p:nvSpPr>
            <p:spPr>
              <a:xfrm>
                <a:off x="-2942590" y="3054080"/>
                <a:ext cx="714504" cy="462835"/>
              </a:xfrm>
              <a:custGeom>
                <a:avLst/>
                <a:gdLst/>
                <a:ahLst/>
                <a:cxnLst/>
                <a:rect l="l" t="t" r="r" b="b"/>
                <a:pathLst>
                  <a:path w="6439" h="4171" extrusionOk="0">
                    <a:moveTo>
                      <a:pt x="6439" y="1"/>
                    </a:moveTo>
                    <a:lnTo>
                      <a:pt x="1" y="3734"/>
                    </a:lnTo>
                    <a:lnTo>
                      <a:pt x="1" y="4171"/>
                    </a:lnTo>
                    <a:lnTo>
                      <a:pt x="6439" y="414"/>
                    </a:lnTo>
                    <a:lnTo>
                      <a:pt x="6439" y="1"/>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39"/>
              <p:cNvSpPr/>
              <p:nvPr/>
            </p:nvSpPr>
            <p:spPr>
              <a:xfrm>
                <a:off x="-3958484" y="3054080"/>
                <a:ext cx="719719" cy="462835"/>
              </a:xfrm>
              <a:custGeom>
                <a:avLst/>
                <a:gdLst/>
                <a:ahLst/>
                <a:cxnLst/>
                <a:rect l="l" t="t" r="r" b="b"/>
                <a:pathLst>
                  <a:path w="6486" h="4171" extrusionOk="0">
                    <a:moveTo>
                      <a:pt x="1" y="1"/>
                    </a:moveTo>
                    <a:lnTo>
                      <a:pt x="1" y="414"/>
                    </a:lnTo>
                    <a:lnTo>
                      <a:pt x="6486" y="4171"/>
                    </a:lnTo>
                    <a:lnTo>
                      <a:pt x="6486" y="373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39"/>
              <p:cNvSpPr/>
              <p:nvPr/>
            </p:nvSpPr>
            <p:spPr>
              <a:xfrm>
                <a:off x="-3238869" y="3468316"/>
                <a:ext cx="296388" cy="48603"/>
              </a:xfrm>
              <a:custGeom>
                <a:avLst/>
                <a:gdLst/>
                <a:ahLst/>
                <a:cxnLst/>
                <a:rect l="l" t="t" r="r" b="b"/>
                <a:pathLst>
                  <a:path w="2671" h="438" extrusionOk="0">
                    <a:moveTo>
                      <a:pt x="1" y="1"/>
                    </a:moveTo>
                    <a:lnTo>
                      <a:pt x="1" y="438"/>
                    </a:lnTo>
                    <a:lnTo>
                      <a:pt x="2671" y="438"/>
                    </a:lnTo>
                    <a:lnTo>
                      <a:pt x="2671" y="1"/>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39"/>
              <p:cNvSpPr/>
              <p:nvPr/>
            </p:nvSpPr>
            <p:spPr>
              <a:xfrm>
                <a:off x="-3958484" y="2465518"/>
                <a:ext cx="1730388" cy="1002902"/>
              </a:xfrm>
              <a:custGeom>
                <a:avLst/>
                <a:gdLst/>
                <a:ahLst/>
                <a:cxnLst/>
                <a:rect l="l" t="t" r="r" b="b"/>
                <a:pathLst>
                  <a:path w="15594" h="9038" extrusionOk="0">
                    <a:moveTo>
                      <a:pt x="6427" y="0"/>
                    </a:moveTo>
                    <a:lnTo>
                      <a:pt x="1" y="3745"/>
                    </a:lnTo>
                    <a:lnTo>
                      <a:pt x="1" y="5305"/>
                    </a:lnTo>
                    <a:lnTo>
                      <a:pt x="6486" y="9038"/>
                    </a:lnTo>
                    <a:lnTo>
                      <a:pt x="9156" y="9038"/>
                    </a:lnTo>
                    <a:lnTo>
                      <a:pt x="15594" y="5305"/>
                    </a:lnTo>
                    <a:lnTo>
                      <a:pt x="15594" y="3745"/>
                    </a:lnTo>
                    <a:lnTo>
                      <a:pt x="9108" y="0"/>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39"/>
              <p:cNvSpPr/>
              <p:nvPr/>
            </p:nvSpPr>
            <p:spPr>
              <a:xfrm>
                <a:off x="-3904776" y="2516673"/>
                <a:ext cx="1625637" cy="899371"/>
              </a:xfrm>
              <a:custGeom>
                <a:avLst/>
                <a:gdLst/>
                <a:ahLst/>
                <a:cxnLst/>
                <a:rect l="l" t="t" r="r" b="b"/>
                <a:pathLst>
                  <a:path w="14650" h="8105" extrusionOk="0">
                    <a:moveTo>
                      <a:pt x="8412" y="402"/>
                    </a:moveTo>
                    <a:lnTo>
                      <a:pt x="14271" y="3769"/>
                    </a:lnTo>
                    <a:lnTo>
                      <a:pt x="14271" y="4347"/>
                    </a:lnTo>
                    <a:lnTo>
                      <a:pt x="8447" y="7726"/>
                    </a:lnTo>
                    <a:lnTo>
                      <a:pt x="6226" y="7726"/>
                    </a:lnTo>
                    <a:lnTo>
                      <a:pt x="355" y="4347"/>
                    </a:lnTo>
                    <a:lnTo>
                      <a:pt x="355" y="3780"/>
                    </a:lnTo>
                    <a:lnTo>
                      <a:pt x="6179" y="402"/>
                    </a:lnTo>
                    <a:close/>
                    <a:moveTo>
                      <a:pt x="6085" y="0"/>
                    </a:moveTo>
                    <a:lnTo>
                      <a:pt x="1" y="3544"/>
                    </a:lnTo>
                    <a:lnTo>
                      <a:pt x="1" y="4560"/>
                    </a:lnTo>
                    <a:lnTo>
                      <a:pt x="6132" y="8104"/>
                    </a:lnTo>
                    <a:lnTo>
                      <a:pt x="8565" y="8104"/>
                    </a:lnTo>
                    <a:lnTo>
                      <a:pt x="14649" y="4560"/>
                    </a:lnTo>
                    <a:lnTo>
                      <a:pt x="14649" y="3544"/>
                    </a:lnTo>
                    <a:lnTo>
                      <a:pt x="8518"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39"/>
              <p:cNvSpPr/>
              <p:nvPr/>
            </p:nvSpPr>
            <p:spPr>
              <a:xfrm>
                <a:off x="-3722570" y="2675243"/>
                <a:ext cx="668675" cy="385492"/>
              </a:xfrm>
              <a:custGeom>
                <a:avLst/>
                <a:gdLst/>
                <a:ahLst/>
                <a:cxnLst/>
                <a:rect l="l" t="t" r="r" b="b"/>
                <a:pathLst>
                  <a:path w="6026" h="3474" extrusionOk="0">
                    <a:moveTo>
                      <a:pt x="4502" y="1"/>
                    </a:moveTo>
                    <a:lnTo>
                      <a:pt x="1" y="2599"/>
                    </a:lnTo>
                    <a:lnTo>
                      <a:pt x="1525" y="3474"/>
                    </a:lnTo>
                    <a:lnTo>
                      <a:pt x="6026" y="875"/>
                    </a:lnTo>
                    <a:lnTo>
                      <a:pt x="4502"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39"/>
              <p:cNvSpPr/>
              <p:nvPr/>
            </p:nvSpPr>
            <p:spPr>
              <a:xfrm>
                <a:off x="-3537701" y="2688337"/>
                <a:ext cx="778752" cy="449741"/>
              </a:xfrm>
              <a:custGeom>
                <a:avLst/>
                <a:gdLst/>
                <a:ahLst/>
                <a:cxnLst/>
                <a:rect l="l" t="t" r="r" b="b"/>
                <a:pathLst>
                  <a:path w="7018" h="4053" extrusionOk="0">
                    <a:moveTo>
                      <a:pt x="5966" y="1"/>
                    </a:moveTo>
                    <a:lnTo>
                      <a:pt x="1" y="3450"/>
                    </a:lnTo>
                    <a:lnTo>
                      <a:pt x="1052" y="4053"/>
                    </a:lnTo>
                    <a:lnTo>
                      <a:pt x="7018" y="615"/>
                    </a:lnTo>
                    <a:lnTo>
                      <a:pt x="5966"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39"/>
              <p:cNvSpPr/>
              <p:nvPr/>
            </p:nvSpPr>
            <p:spPr>
              <a:xfrm>
                <a:off x="-3402655" y="2832593"/>
                <a:ext cx="624067" cy="360525"/>
              </a:xfrm>
              <a:custGeom>
                <a:avLst/>
                <a:gdLst/>
                <a:ahLst/>
                <a:cxnLst/>
                <a:rect l="l" t="t" r="r" b="b"/>
                <a:pathLst>
                  <a:path w="5624" h="3249" extrusionOk="0">
                    <a:moveTo>
                      <a:pt x="4915" y="0"/>
                    </a:moveTo>
                    <a:lnTo>
                      <a:pt x="0" y="2859"/>
                    </a:lnTo>
                    <a:lnTo>
                      <a:pt x="709" y="3249"/>
                    </a:lnTo>
                    <a:lnTo>
                      <a:pt x="5623" y="414"/>
                    </a:lnTo>
                    <a:lnTo>
                      <a:pt x="4915"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39"/>
              <p:cNvSpPr/>
              <p:nvPr/>
            </p:nvSpPr>
            <p:spPr>
              <a:xfrm>
                <a:off x="-3210018" y="2946554"/>
                <a:ext cx="626730" cy="360636"/>
              </a:xfrm>
              <a:custGeom>
                <a:avLst/>
                <a:gdLst/>
                <a:ahLst/>
                <a:cxnLst/>
                <a:rect l="l" t="t" r="r" b="b"/>
                <a:pathLst>
                  <a:path w="5648" h="3250" extrusionOk="0">
                    <a:moveTo>
                      <a:pt x="4939" y="1"/>
                    </a:moveTo>
                    <a:lnTo>
                      <a:pt x="1" y="2836"/>
                    </a:lnTo>
                    <a:lnTo>
                      <a:pt x="733" y="3250"/>
                    </a:lnTo>
                    <a:lnTo>
                      <a:pt x="5648" y="391"/>
                    </a:lnTo>
                    <a:lnTo>
                      <a:pt x="4939"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39"/>
              <p:cNvSpPr/>
              <p:nvPr/>
            </p:nvSpPr>
            <p:spPr>
              <a:xfrm>
                <a:off x="-3305671" y="3060627"/>
                <a:ext cx="329122" cy="188862"/>
              </a:xfrm>
              <a:custGeom>
                <a:avLst/>
                <a:gdLst/>
                <a:ahLst/>
                <a:cxnLst/>
                <a:rect l="l" t="t" r="r" b="b"/>
                <a:pathLst>
                  <a:path w="2966" h="1702" extrusionOk="0">
                    <a:moveTo>
                      <a:pt x="2257" y="1"/>
                    </a:moveTo>
                    <a:lnTo>
                      <a:pt x="0" y="1300"/>
                    </a:lnTo>
                    <a:lnTo>
                      <a:pt x="709" y="1702"/>
                    </a:lnTo>
                    <a:lnTo>
                      <a:pt x="2966" y="402"/>
                    </a:lnTo>
                    <a:lnTo>
                      <a:pt x="2257"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39"/>
              <p:cNvSpPr/>
              <p:nvPr/>
            </p:nvSpPr>
            <p:spPr>
              <a:xfrm>
                <a:off x="-3009391" y="2888963"/>
                <a:ext cx="327791" cy="190194"/>
              </a:xfrm>
              <a:custGeom>
                <a:avLst/>
                <a:gdLst/>
                <a:ahLst/>
                <a:cxnLst/>
                <a:rect l="l" t="t" r="r" b="b"/>
                <a:pathLst>
                  <a:path w="2954" h="1714" extrusionOk="0">
                    <a:moveTo>
                      <a:pt x="2245" y="0"/>
                    </a:moveTo>
                    <a:lnTo>
                      <a:pt x="0" y="1300"/>
                    </a:lnTo>
                    <a:lnTo>
                      <a:pt x="709" y="1713"/>
                    </a:lnTo>
                    <a:lnTo>
                      <a:pt x="2954" y="414"/>
                    </a:lnTo>
                    <a:lnTo>
                      <a:pt x="2245"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41" name="Google Shape;3441;p39"/>
              <p:cNvGrpSpPr/>
              <p:nvPr/>
            </p:nvGrpSpPr>
            <p:grpSpPr>
              <a:xfrm>
                <a:off x="-4004340" y="3104789"/>
                <a:ext cx="1791330" cy="523558"/>
                <a:chOff x="-4004340" y="3104789"/>
                <a:chExt cx="1791330" cy="523558"/>
              </a:xfrm>
            </p:grpSpPr>
            <p:grpSp>
              <p:nvGrpSpPr>
                <p:cNvPr id="3442" name="Google Shape;3442;p39"/>
                <p:cNvGrpSpPr/>
                <p:nvPr/>
              </p:nvGrpSpPr>
              <p:grpSpPr>
                <a:xfrm>
                  <a:off x="-2940565" y="3136014"/>
                  <a:ext cx="727555" cy="492333"/>
                  <a:chOff x="-2940565" y="3136014"/>
                  <a:chExt cx="727555" cy="492333"/>
                </a:xfrm>
              </p:grpSpPr>
              <p:grpSp>
                <p:nvGrpSpPr>
                  <p:cNvPr id="3443" name="Google Shape;3443;p39"/>
                  <p:cNvGrpSpPr/>
                  <p:nvPr/>
                </p:nvGrpSpPr>
                <p:grpSpPr>
                  <a:xfrm>
                    <a:off x="-2940565" y="3490627"/>
                    <a:ext cx="107580" cy="137721"/>
                    <a:chOff x="-1475840" y="2934777"/>
                    <a:chExt cx="107580" cy="137721"/>
                  </a:xfrm>
                </p:grpSpPr>
                <p:sp>
                  <p:nvSpPr>
                    <p:cNvPr id="3444" name="Google Shape;344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3" name="Google Shape;3453;p39"/>
                  <p:cNvGrpSpPr/>
                  <p:nvPr/>
                </p:nvGrpSpPr>
                <p:grpSpPr>
                  <a:xfrm>
                    <a:off x="-2901816" y="3468463"/>
                    <a:ext cx="107580" cy="137721"/>
                    <a:chOff x="-1475840" y="2934777"/>
                    <a:chExt cx="107580" cy="137721"/>
                  </a:xfrm>
                </p:grpSpPr>
                <p:sp>
                  <p:nvSpPr>
                    <p:cNvPr id="3454" name="Google Shape;345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3" name="Google Shape;3463;p39"/>
                  <p:cNvGrpSpPr/>
                  <p:nvPr/>
                </p:nvGrpSpPr>
                <p:grpSpPr>
                  <a:xfrm>
                    <a:off x="-2863068" y="3446300"/>
                    <a:ext cx="107580" cy="137721"/>
                    <a:chOff x="-1475840" y="2934777"/>
                    <a:chExt cx="107580" cy="137721"/>
                  </a:xfrm>
                </p:grpSpPr>
                <p:sp>
                  <p:nvSpPr>
                    <p:cNvPr id="3464" name="Google Shape;346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3" name="Google Shape;3473;p39"/>
                  <p:cNvGrpSpPr/>
                  <p:nvPr/>
                </p:nvGrpSpPr>
                <p:grpSpPr>
                  <a:xfrm>
                    <a:off x="-2824319" y="3424137"/>
                    <a:ext cx="107580" cy="137721"/>
                    <a:chOff x="-1475840" y="2934777"/>
                    <a:chExt cx="107580" cy="137721"/>
                  </a:xfrm>
                </p:grpSpPr>
                <p:sp>
                  <p:nvSpPr>
                    <p:cNvPr id="3474" name="Google Shape;347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39"/>
                  <p:cNvGrpSpPr/>
                  <p:nvPr/>
                </p:nvGrpSpPr>
                <p:grpSpPr>
                  <a:xfrm>
                    <a:off x="-2785571" y="3401973"/>
                    <a:ext cx="107580" cy="137721"/>
                    <a:chOff x="-1475840" y="2934777"/>
                    <a:chExt cx="107580" cy="137721"/>
                  </a:xfrm>
                </p:grpSpPr>
                <p:sp>
                  <p:nvSpPr>
                    <p:cNvPr id="3484" name="Google Shape;348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93" name="Google Shape;3493;p39"/>
                  <p:cNvGrpSpPr/>
                  <p:nvPr/>
                </p:nvGrpSpPr>
                <p:grpSpPr>
                  <a:xfrm>
                    <a:off x="-2746822" y="3379810"/>
                    <a:ext cx="107580" cy="137721"/>
                    <a:chOff x="-1475840" y="2934777"/>
                    <a:chExt cx="107580" cy="137721"/>
                  </a:xfrm>
                </p:grpSpPr>
                <p:sp>
                  <p:nvSpPr>
                    <p:cNvPr id="3494" name="Google Shape;349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3" name="Google Shape;3503;p39"/>
                  <p:cNvGrpSpPr/>
                  <p:nvPr/>
                </p:nvGrpSpPr>
                <p:grpSpPr>
                  <a:xfrm>
                    <a:off x="-2708074" y="3357647"/>
                    <a:ext cx="107580" cy="137721"/>
                    <a:chOff x="-1475840" y="2934777"/>
                    <a:chExt cx="107580" cy="137721"/>
                  </a:xfrm>
                </p:grpSpPr>
                <p:sp>
                  <p:nvSpPr>
                    <p:cNvPr id="3504" name="Google Shape;350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3" name="Google Shape;3513;p39"/>
                  <p:cNvGrpSpPr/>
                  <p:nvPr/>
                </p:nvGrpSpPr>
                <p:grpSpPr>
                  <a:xfrm>
                    <a:off x="-2669325" y="3335484"/>
                    <a:ext cx="107580" cy="137721"/>
                    <a:chOff x="-1475840" y="2934777"/>
                    <a:chExt cx="107580" cy="137721"/>
                  </a:xfrm>
                </p:grpSpPr>
                <p:sp>
                  <p:nvSpPr>
                    <p:cNvPr id="3514" name="Google Shape;351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3" name="Google Shape;3523;p39"/>
                  <p:cNvGrpSpPr/>
                  <p:nvPr/>
                </p:nvGrpSpPr>
                <p:grpSpPr>
                  <a:xfrm>
                    <a:off x="-2630577" y="3313320"/>
                    <a:ext cx="107580" cy="137721"/>
                    <a:chOff x="-1475840" y="2934777"/>
                    <a:chExt cx="107580" cy="137721"/>
                  </a:xfrm>
                </p:grpSpPr>
                <p:sp>
                  <p:nvSpPr>
                    <p:cNvPr id="3524" name="Google Shape;352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3" name="Google Shape;3533;p39"/>
                  <p:cNvGrpSpPr/>
                  <p:nvPr/>
                </p:nvGrpSpPr>
                <p:grpSpPr>
                  <a:xfrm>
                    <a:off x="-2591829" y="3291157"/>
                    <a:ext cx="107580" cy="137721"/>
                    <a:chOff x="-1475840" y="2934777"/>
                    <a:chExt cx="107580" cy="137721"/>
                  </a:xfrm>
                </p:grpSpPr>
                <p:sp>
                  <p:nvSpPr>
                    <p:cNvPr id="3534" name="Google Shape;353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3" name="Google Shape;3543;p39"/>
                  <p:cNvGrpSpPr/>
                  <p:nvPr/>
                </p:nvGrpSpPr>
                <p:grpSpPr>
                  <a:xfrm>
                    <a:off x="-2553080" y="3268994"/>
                    <a:ext cx="107580" cy="137721"/>
                    <a:chOff x="-1475840" y="2934777"/>
                    <a:chExt cx="107580" cy="137721"/>
                  </a:xfrm>
                </p:grpSpPr>
                <p:sp>
                  <p:nvSpPr>
                    <p:cNvPr id="3544" name="Google Shape;354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3" name="Google Shape;3553;p39"/>
                  <p:cNvGrpSpPr/>
                  <p:nvPr/>
                </p:nvGrpSpPr>
                <p:grpSpPr>
                  <a:xfrm>
                    <a:off x="-2514332" y="3246830"/>
                    <a:ext cx="107580" cy="137721"/>
                    <a:chOff x="-1475840" y="2934777"/>
                    <a:chExt cx="107580" cy="137721"/>
                  </a:xfrm>
                </p:grpSpPr>
                <p:sp>
                  <p:nvSpPr>
                    <p:cNvPr id="3554" name="Google Shape;355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3" name="Google Shape;3563;p39"/>
                  <p:cNvGrpSpPr/>
                  <p:nvPr/>
                </p:nvGrpSpPr>
                <p:grpSpPr>
                  <a:xfrm>
                    <a:off x="-2475583" y="3224667"/>
                    <a:ext cx="107580" cy="137721"/>
                    <a:chOff x="-1475840" y="2934777"/>
                    <a:chExt cx="107580" cy="137721"/>
                  </a:xfrm>
                </p:grpSpPr>
                <p:sp>
                  <p:nvSpPr>
                    <p:cNvPr id="3564" name="Google Shape;356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3" name="Google Shape;3573;p39"/>
                  <p:cNvGrpSpPr/>
                  <p:nvPr/>
                </p:nvGrpSpPr>
                <p:grpSpPr>
                  <a:xfrm>
                    <a:off x="-2436835" y="3202504"/>
                    <a:ext cx="107580" cy="137721"/>
                    <a:chOff x="-1475840" y="2934777"/>
                    <a:chExt cx="107580" cy="137721"/>
                  </a:xfrm>
                </p:grpSpPr>
                <p:sp>
                  <p:nvSpPr>
                    <p:cNvPr id="3574" name="Google Shape;357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3" name="Google Shape;3583;p39"/>
                  <p:cNvGrpSpPr/>
                  <p:nvPr/>
                </p:nvGrpSpPr>
                <p:grpSpPr>
                  <a:xfrm>
                    <a:off x="-2398086" y="3180341"/>
                    <a:ext cx="107580" cy="137721"/>
                    <a:chOff x="-1475840" y="2934777"/>
                    <a:chExt cx="107580" cy="137721"/>
                  </a:xfrm>
                </p:grpSpPr>
                <p:sp>
                  <p:nvSpPr>
                    <p:cNvPr id="3584" name="Google Shape;358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3" name="Google Shape;3593;p39"/>
                  <p:cNvGrpSpPr/>
                  <p:nvPr/>
                </p:nvGrpSpPr>
                <p:grpSpPr>
                  <a:xfrm>
                    <a:off x="-2359338" y="3158177"/>
                    <a:ext cx="107580" cy="137721"/>
                    <a:chOff x="-1475840" y="2934777"/>
                    <a:chExt cx="107580" cy="137721"/>
                  </a:xfrm>
                </p:grpSpPr>
                <p:sp>
                  <p:nvSpPr>
                    <p:cNvPr id="3594" name="Google Shape;359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3" name="Google Shape;3603;p39"/>
                  <p:cNvGrpSpPr/>
                  <p:nvPr/>
                </p:nvGrpSpPr>
                <p:grpSpPr>
                  <a:xfrm>
                    <a:off x="-2320590" y="3136014"/>
                    <a:ext cx="107580" cy="137721"/>
                    <a:chOff x="-1475840" y="2934777"/>
                    <a:chExt cx="107580" cy="137721"/>
                  </a:xfrm>
                </p:grpSpPr>
                <p:sp>
                  <p:nvSpPr>
                    <p:cNvPr id="3604" name="Google Shape;3604;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13" name="Google Shape;3613;p39"/>
                <p:cNvGrpSpPr/>
                <p:nvPr/>
              </p:nvGrpSpPr>
              <p:grpSpPr>
                <a:xfrm flipH="1">
                  <a:off x="-4004340" y="3104789"/>
                  <a:ext cx="727555" cy="492333"/>
                  <a:chOff x="-2940565" y="3136014"/>
                  <a:chExt cx="727555" cy="492333"/>
                </a:xfrm>
              </p:grpSpPr>
              <p:grpSp>
                <p:nvGrpSpPr>
                  <p:cNvPr id="3614" name="Google Shape;3614;p39"/>
                  <p:cNvGrpSpPr/>
                  <p:nvPr/>
                </p:nvGrpSpPr>
                <p:grpSpPr>
                  <a:xfrm>
                    <a:off x="-2940565" y="3490627"/>
                    <a:ext cx="107580" cy="137721"/>
                    <a:chOff x="-1475840" y="2934777"/>
                    <a:chExt cx="107580" cy="137721"/>
                  </a:xfrm>
                </p:grpSpPr>
                <p:sp>
                  <p:nvSpPr>
                    <p:cNvPr id="3615" name="Google Shape;361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4" name="Google Shape;3624;p39"/>
                  <p:cNvGrpSpPr/>
                  <p:nvPr/>
                </p:nvGrpSpPr>
                <p:grpSpPr>
                  <a:xfrm>
                    <a:off x="-2901816" y="3468463"/>
                    <a:ext cx="107580" cy="137721"/>
                    <a:chOff x="-1475840" y="2934777"/>
                    <a:chExt cx="107580" cy="137721"/>
                  </a:xfrm>
                </p:grpSpPr>
                <p:sp>
                  <p:nvSpPr>
                    <p:cNvPr id="3625" name="Google Shape;362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4" name="Google Shape;3634;p39"/>
                  <p:cNvGrpSpPr/>
                  <p:nvPr/>
                </p:nvGrpSpPr>
                <p:grpSpPr>
                  <a:xfrm>
                    <a:off x="-2863068" y="3446300"/>
                    <a:ext cx="107580" cy="137721"/>
                    <a:chOff x="-1475840" y="2934777"/>
                    <a:chExt cx="107580" cy="137721"/>
                  </a:xfrm>
                </p:grpSpPr>
                <p:sp>
                  <p:nvSpPr>
                    <p:cNvPr id="3635" name="Google Shape;363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4" name="Google Shape;3644;p39"/>
                  <p:cNvGrpSpPr/>
                  <p:nvPr/>
                </p:nvGrpSpPr>
                <p:grpSpPr>
                  <a:xfrm>
                    <a:off x="-2824319" y="3424137"/>
                    <a:ext cx="107580" cy="137721"/>
                    <a:chOff x="-1475840" y="2934777"/>
                    <a:chExt cx="107580" cy="137721"/>
                  </a:xfrm>
                </p:grpSpPr>
                <p:sp>
                  <p:nvSpPr>
                    <p:cNvPr id="3645" name="Google Shape;364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4" name="Google Shape;3654;p39"/>
                  <p:cNvGrpSpPr/>
                  <p:nvPr/>
                </p:nvGrpSpPr>
                <p:grpSpPr>
                  <a:xfrm>
                    <a:off x="-2785571" y="3401973"/>
                    <a:ext cx="107580" cy="137721"/>
                    <a:chOff x="-1475840" y="2934777"/>
                    <a:chExt cx="107580" cy="137721"/>
                  </a:xfrm>
                </p:grpSpPr>
                <p:sp>
                  <p:nvSpPr>
                    <p:cNvPr id="3655" name="Google Shape;365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4" name="Google Shape;3664;p39"/>
                  <p:cNvGrpSpPr/>
                  <p:nvPr/>
                </p:nvGrpSpPr>
                <p:grpSpPr>
                  <a:xfrm>
                    <a:off x="-2746822" y="3379810"/>
                    <a:ext cx="107580" cy="137721"/>
                    <a:chOff x="-1475840" y="2934777"/>
                    <a:chExt cx="107580" cy="137721"/>
                  </a:xfrm>
                </p:grpSpPr>
                <p:sp>
                  <p:nvSpPr>
                    <p:cNvPr id="3665" name="Google Shape;366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4" name="Google Shape;3674;p39"/>
                  <p:cNvGrpSpPr/>
                  <p:nvPr/>
                </p:nvGrpSpPr>
                <p:grpSpPr>
                  <a:xfrm>
                    <a:off x="-2708074" y="3357647"/>
                    <a:ext cx="107580" cy="137721"/>
                    <a:chOff x="-1475840" y="2934777"/>
                    <a:chExt cx="107580" cy="137721"/>
                  </a:xfrm>
                </p:grpSpPr>
                <p:sp>
                  <p:nvSpPr>
                    <p:cNvPr id="3675" name="Google Shape;367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4" name="Google Shape;3684;p39"/>
                  <p:cNvGrpSpPr/>
                  <p:nvPr/>
                </p:nvGrpSpPr>
                <p:grpSpPr>
                  <a:xfrm>
                    <a:off x="-2669325" y="3335484"/>
                    <a:ext cx="107580" cy="137721"/>
                    <a:chOff x="-1475840" y="2934777"/>
                    <a:chExt cx="107580" cy="137721"/>
                  </a:xfrm>
                </p:grpSpPr>
                <p:sp>
                  <p:nvSpPr>
                    <p:cNvPr id="3685" name="Google Shape;368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4" name="Google Shape;3694;p39"/>
                  <p:cNvGrpSpPr/>
                  <p:nvPr/>
                </p:nvGrpSpPr>
                <p:grpSpPr>
                  <a:xfrm>
                    <a:off x="-2630577" y="3313320"/>
                    <a:ext cx="107580" cy="137721"/>
                    <a:chOff x="-1475840" y="2934777"/>
                    <a:chExt cx="107580" cy="137721"/>
                  </a:xfrm>
                </p:grpSpPr>
                <p:sp>
                  <p:nvSpPr>
                    <p:cNvPr id="3695" name="Google Shape;369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4" name="Google Shape;3704;p39"/>
                  <p:cNvGrpSpPr/>
                  <p:nvPr/>
                </p:nvGrpSpPr>
                <p:grpSpPr>
                  <a:xfrm>
                    <a:off x="-2591829" y="3291157"/>
                    <a:ext cx="107580" cy="137721"/>
                    <a:chOff x="-1475840" y="2934777"/>
                    <a:chExt cx="107580" cy="137721"/>
                  </a:xfrm>
                </p:grpSpPr>
                <p:sp>
                  <p:nvSpPr>
                    <p:cNvPr id="3705" name="Google Shape;370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4" name="Google Shape;3714;p39"/>
                  <p:cNvGrpSpPr/>
                  <p:nvPr/>
                </p:nvGrpSpPr>
                <p:grpSpPr>
                  <a:xfrm>
                    <a:off x="-2553080" y="3268994"/>
                    <a:ext cx="107580" cy="137721"/>
                    <a:chOff x="-1475840" y="2934777"/>
                    <a:chExt cx="107580" cy="137721"/>
                  </a:xfrm>
                </p:grpSpPr>
                <p:sp>
                  <p:nvSpPr>
                    <p:cNvPr id="3715" name="Google Shape;371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4" name="Google Shape;3724;p39"/>
                  <p:cNvGrpSpPr/>
                  <p:nvPr/>
                </p:nvGrpSpPr>
                <p:grpSpPr>
                  <a:xfrm>
                    <a:off x="-2514332" y="3246830"/>
                    <a:ext cx="107580" cy="137721"/>
                    <a:chOff x="-1475840" y="2934777"/>
                    <a:chExt cx="107580" cy="137721"/>
                  </a:xfrm>
                </p:grpSpPr>
                <p:sp>
                  <p:nvSpPr>
                    <p:cNvPr id="3725" name="Google Shape;372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4" name="Google Shape;3734;p39"/>
                  <p:cNvGrpSpPr/>
                  <p:nvPr/>
                </p:nvGrpSpPr>
                <p:grpSpPr>
                  <a:xfrm>
                    <a:off x="-2475583" y="3224667"/>
                    <a:ext cx="107580" cy="137721"/>
                    <a:chOff x="-1475840" y="2934777"/>
                    <a:chExt cx="107580" cy="137721"/>
                  </a:xfrm>
                </p:grpSpPr>
                <p:sp>
                  <p:nvSpPr>
                    <p:cNvPr id="3735" name="Google Shape;373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4" name="Google Shape;3744;p39"/>
                  <p:cNvGrpSpPr/>
                  <p:nvPr/>
                </p:nvGrpSpPr>
                <p:grpSpPr>
                  <a:xfrm>
                    <a:off x="-2436835" y="3202504"/>
                    <a:ext cx="107580" cy="137721"/>
                    <a:chOff x="-1475840" y="2934777"/>
                    <a:chExt cx="107580" cy="137721"/>
                  </a:xfrm>
                </p:grpSpPr>
                <p:sp>
                  <p:nvSpPr>
                    <p:cNvPr id="3745" name="Google Shape;374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4" name="Google Shape;3754;p39"/>
                  <p:cNvGrpSpPr/>
                  <p:nvPr/>
                </p:nvGrpSpPr>
                <p:grpSpPr>
                  <a:xfrm>
                    <a:off x="-2398086" y="3180341"/>
                    <a:ext cx="107580" cy="137721"/>
                    <a:chOff x="-1475840" y="2934777"/>
                    <a:chExt cx="107580" cy="137721"/>
                  </a:xfrm>
                </p:grpSpPr>
                <p:sp>
                  <p:nvSpPr>
                    <p:cNvPr id="3755" name="Google Shape;375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4" name="Google Shape;3764;p39"/>
                  <p:cNvGrpSpPr/>
                  <p:nvPr/>
                </p:nvGrpSpPr>
                <p:grpSpPr>
                  <a:xfrm>
                    <a:off x="-2359338" y="3158177"/>
                    <a:ext cx="107580" cy="137721"/>
                    <a:chOff x="-1475840" y="2934777"/>
                    <a:chExt cx="107580" cy="137721"/>
                  </a:xfrm>
                </p:grpSpPr>
                <p:sp>
                  <p:nvSpPr>
                    <p:cNvPr id="3765" name="Google Shape;376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4" name="Google Shape;3774;p39"/>
                  <p:cNvGrpSpPr/>
                  <p:nvPr/>
                </p:nvGrpSpPr>
                <p:grpSpPr>
                  <a:xfrm>
                    <a:off x="-2320590" y="3136014"/>
                    <a:ext cx="107580" cy="137721"/>
                    <a:chOff x="-1475840" y="2934777"/>
                    <a:chExt cx="107580" cy="137721"/>
                  </a:xfrm>
                </p:grpSpPr>
                <p:sp>
                  <p:nvSpPr>
                    <p:cNvPr id="3775" name="Google Shape;3775;p39"/>
                    <p:cNvSpPr/>
                    <p:nvPr/>
                  </p:nvSpPr>
                  <p:spPr>
                    <a:xfrm>
                      <a:off x="-1385348" y="3057961"/>
                      <a:ext cx="17089" cy="14536"/>
                    </a:xfrm>
                    <a:custGeom>
                      <a:avLst/>
                      <a:gdLst/>
                      <a:ahLst/>
                      <a:cxnLst/>
                      <a:rect l="l" t="t" r="r" b="b"/>
                      <a:pathLst>
                        <a:path w="154" h="131" extrusionOk="0">
                          <a:moveTo>
                            <a:pt x="154" y="1"/>
                          </a:moveTo>
                          <a:lnTo>
                            <a:pt x="0" y="71"/>
                          </a:lnTo>
                          <a:lnTo>
                            <a:pt x="0" y="131"/>
                          </a:lnTo>
                          <a:lnTo>
                            <a:pt x="154" y="48"/>
                          </a:lnTo>
                          <a:lnTo>
                            <a:pt x="154"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39"/>
                    <p:cNvSpPr/>
                    <p:nvPr/>
                  </p:nvSpPr>
                  <p:spPr>
                    <a:xfrm>
                      <a:off x="-1418194" y="3038320"/>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39"/>
                    <p:cNvSpPr/>
                    <p:nvPr/>
                  </p:nvSpPr>
                  <p:spPr>
                    <a:xfrm>
                      <a:off x="-1474565" y="2934789"/>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39"/>
                    <p:cNvSpPr/>
                    <p:nvPr/>
                  </p:nvSpPr>
                  <p:spPr>
                    <a:xfrm>
                      <a:off x="-1419469" y="3038308"/>
                      <a:ext cx="49934" cy="27630"/>
                    </a:xfrm>
                    <a:custGeom>
                      <a:avLst/>
                      <a:gdLst/>
                      <a:ahLst/>
                      <a:cxnLst/>
                      <a:rect l="l" t="t" r="r" b="b"/>
                      <a:pathLst>
                        <a:path w="450" h="249" extrusionOk="0">
                          <a:moveTo>
                            <a:pt x="131" y="0"/>
                          </a:moveTo>
                          <a:lnTo>
                            <a:pt x="1" y="71"/>
                          </a:lnTo>
                          <a:lnTo>
                            <a:pt x="296" y="248"/>
                          </a:lnTo>
                          <a:lnTo>
                            <a:pt x="450" y="178"/>
                          </a:lnTo>
                          <a:lnTo>
                            <a:pt x="131"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39"/>
                    <p:cNvSpPr/>
                    <p:nvPr/>
                  </p:nvSpPr>
                  <p:spPr>
                    <a:xfrm>
                      <a:off x="-1475840" y="2934777"/>
                      <a:ext cx="49934" cy="27630"/>
                    </a:xfrm>
                    <a:custGeom>
                      <a:avLst/>
                      <a:gdLst/>
                      <a:ahLst/>
                      <a:cxnLst/>
                      <a:rect l="l" t="t" r="r" b="b"/>
                      <a:pathLst>
                        <a:path w="450" h="249" extrusionOk="0">
                          <a:moveTo>
                            <a:pt x="154" y="0"/>
                          </a:moveTo>
                          <a:lnTo>
                            <a:pt x="1" y="95"/>
                          </a:lnTo>
                          <a:lnTo>
                            <a:pt x="296" y="248"/>
                          </a:lnTo>
                          <a:lnTo>
                            <a:pt x="450" y="177"/>
                          </a:lnTo>
                          <a:lnTo>
                            <a:pt x="154" y="0"/>
                          </a:lnTo>
                          <a:close/>
                        </a:path>
                      </a:pathLst>
                    </a:custGeom>
                    <a:solidFill>
                      <a:srgbClr val="EBEAEA">
                        <a:alpha val="339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39"/>
                    <p:cNvSpPr/>
                    <p:nvPr/>
                  </p:nvSpPr>
                  <p:spPr>
                    <a:xfrm>
                      <a:off x="-1474565" y="2945220"/>
                      <a:ext cx="89327" cy="127277"/>
                    </a:xfrm>
                    <a:custGeom>
                      <a:avLst/>
                      <a:gdLst/>
                      <a:ahLst/>
                      <a:cxnLst/>
                      <a:rect l="l" t="t" r="r" b="b"/>
                      <a:pathLst>
                        <a:path w="805" h="1147" extrusionOk="0">
                          <a:moveTo>
                            <a:pt x="1" y="1"/>
                          </a:moveTo>
                          <a:lnTo>
                            <a:pt x="1" y="36"/>
                          </a:lnTo>
                          <a:lnTo>
                            <a:pt x="272" y="201"/>
                          </a:lnTo>
                          <a:lnTo>
                            <a:pt x="462" y="958"/>
                          </a:lnTo>
                          <a:lnTo>
                            <a:pt x="804" y="1147"/>
                          </a:lnTo>
                          <a:lnTo>
                            <a:pt x="804" y="1087"/>
                          </a:lnTo>
                          <a:lnTo>
                            <a:pt x="509" y="910"/>
                          </a:lnTo>
                          <a:lnTo>
                            <a:pt x="296" y="154"/>
                          </a:lnTo>
                          <a:lnTo>
                            <a:pt x="1" y="1"/>
                          </a:lnTo>
                          <a:close/>
                        </a:path>
                      </a:pathLst>
                    </a:custGeom>
                    <a:solidFill>
                      <a:srgbClr val="282A2E">
                        <a:alpha val="1698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39"/>
                    <p:cNvSpPr/>
                    <p:nvPr/>
                  </p:nvSpPr>
                  <p:spPr>
                    <a:xfrm>
                      <a:off x="-1441719" y="2954430"/>
                      <a:ext cx="38061" cy="91879"/>
                    </a:xfrm>
                    <a:custGeom>
                      <a:avLst/>
                      <a:gdLst/>
                      <a:ahLst/>
                      <a:cxnLst/>
                      <a:rect l="l" t="t" r="r" b="b"/>
                      <a:pathLst>
                        <a:path w="343" h="828" extrusionOk="0">
                          <a:moveTo>
                            <a:pt x="154" y="0"/>
                          </a:moveTo>
                          <a:lnTo>
                            <a:pt x="0" y="71"/>
                          </a:lnTo>
                          <a:lnTo>
                            <a:pt x="213" y="827"/>
                          </a:lnTo>
                          <a:lnTo>
                            <a:pt x="343" y="756"/>
                          </a:lnTo>
                          <a:lnTo>
                            <a:pt x="154" y="0"/>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3784" name="Google Shape;3784;p39"/>
            <p:cNvGrpSpPr/>
            <p:nvPr/>
          </p:nvGrpSpPr>
          <p:grpSpPr>
            <a:xfrm>
              <a:off x="2803786" y="3205907"/>
              <a:ext cx="664880" cy="790316"/>
              <a:chOff x="-2482589" y="3634532"/>
              <a:chExt cx="664880" cy="790316"/>
            </a:xfrm>
          </p:grpSpPr>
          <p:sp>
            <p:nvSpPr>
              <p:cNvPr id="3785" name="Google Shape;3785;p39"/>
              <p:cNvSpPr/>
              <p:nvPr/>
            </p:nvSpPr>
            <p:spPr>
              <a:xfrm>
                <a:off x="-2430238" y="3857088"/>
                <a:ext cx="47925" cy="403375"/>
              </a:xfrm>
              <a:custGeom>
                <a:avLst/>
                <a:gdLst/>
                <a:ahLst/>
                <a:cxnLst/>
                <a:rect l="l" t="t" r="r" b="b"/>
                <a:pathLst>
                  <a:path w="379" h="3190" extrusionOk="0">
                    <a:moveTo>
                      <a:pt x="0" y="0"/>
                    </a:moveTo>
                    <a:lnTo>
                      <a:pt x="0" y="3001"/>
                    </a:lnTo>
                    <a:cubicBezTo>
                      <a:pt x="0" y="3107"/>
                      <a:pt x="83" y="3190"/>
                      <a:pt x="189" y="3190"/>
                    </a:cubicBezTo>
                    <a:cubicBezTo>
                      <a:pt x="295" y="3190"/>
                      <a:pt x="378" y="3095"/>
                      <a:pt x="378" y="3001"/>
                    </a:cubicBezTo>
                    <a:lnTo>
                      <a:pt x="378"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39"/>
              <p:cNvSpPr/>
              <p:nvPr/>
            </p:nvSpPr>
            <p:spPr>
              <a:xfrm>
                <a:off x="-2174805" y="3857088"/>
                <a:ext cx="49315" cy="551322"/>
              </a:xfrm>
              <a:custGeom>
                <a:avLst/>
                <a:gdLst/>
                <a:ahLst/>
                <a:cxnLst/>
                <a:rect l="l" t="t" r="r" b="b"/>
                <a:pathLst>
                  <a:path w="390" h="4360" extrusionOk="0">
                    <a:moveTo>
                      <a:pt x="0" y="0"/>
                    </a:moveTo>
                    <a:lnTo>
                      <a:pt x="0" y="4170"/>
                    </a:lnTo>
                    <a:cubicBezTo>
                      <a:pt x="0" y="4265"/>
                      <a:pt x="95" y="4359"/>
                      <a:pt x="189" y="4359"/>
                    </a:cubicBezTo>
                    <a:cubicBezTo>
                      <a:pt x="295" y="4359"/>
                      <a:pt x="390" y="4265"/>
                      <a:pt x="390" y="4170"/>
                    </a:cubicBezTo>
                    <a:lnTo>
                      <a:pt x="390" y="0"/>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39"/>
              <p:cNvSpPr/>
              <p:nvPr/>
            </p:nvSpPr>
            <p:spPr>
              <a:xfrm>
                <a:off x="-1919371" y="3857088"/>
                <a:ext cx="49442" cy="403375"/>
              </a:xfrm>
              <a:custGeom>
                <a:avLst/>
                <a:gdLst/>
                <a:ahLst/>
                <a:cxnLst/>
                <a:rect l="l" t="t" r="r" b="b"/>
                <a:pathLst>
                  <a:path w="391" h="3190" extrusionOk="0">
                    <a:moveTo>
                      <a:pt x="0" y="0"/>
                    </a:moveTo>
                    <a:lnTo>
                      <a:pt x="0" y="3001"/>
                    </a:lnTo>
                    <a:cubicBezTo>
                      <a:pt x="0" y="3107"/>
                      <a:pt x="95" y="3190"/>
                      <a:pt x="201" y="3190"/>
                    </a:cubicBezTo>
                    <a:cubicBezTo>
                      <a:pt x="296" y="3190"/>
                      <a:pt x="390" y="3095"/>
                      <a:pt x="390" y="3001"/>
                    </a:cubicBezTo>
                    <a:lnTo>
                      <a:pt x="39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39"/>
              <p:cNvSpPr/>
              <p:nvPr/>
            </p:nvSpPr>
            <p:spPr>
              <a:xfrm>
                <a:off x="-2174805" y="3873526"/>
                <a:ext cx="49315" cy="551322"/>
              </a:xfrm>
              <a:custGeom>
                <a:avLst/>
                <a:gdLst/>
                <a:ahLst/>
                <a:cxnLst/>
                <a:rect l="l" t="t" r="r" b="b"/>
                <a:pathLst>
                  <a:path w="390" h="4360" extrusionOk="0">
                    <a:moveTo>
                      <a:pt x="0" y="0"/>
                    </a:moveTo>
                    <a:lnTo>
                      <a:pt x="0" y="4170"/>
                    </a:lnTo>
                    <a:cubicBezTo>
                      <a:pt x="0" y="4277"/>
                      <a:pt x="95" y="4359"/>
                      <a:pt x="189" y="4359"/>
                    </a:cubicBezTo>
                    <a:cubicBezTo>
                      <a:pt x="295" y="4359"/>
                      <a:pt x="390" y="4265"/>
                      <a:pt x="390" y="4170"/>
                    </a:cubicBezTo>
                    <a:lnTo>
                      <a:pt x="39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39"/>
              <p:cNvSpPr/>
              <p:nvPr/>
            </p:nvSpPr>
            <p:spPr>
              <a:xfrm>
                <a:off x="-2150905" y="3827118"/>
                <a:ext cx="333196" cy="378085"/>
              </a:xfrm>
              <a:custGeom>
                <a:avLst/>
                <a:gdLst/>
                <a:ahLst/>
                <a:cxnLst/>
                <a:rect l="l" t="t" r="r" b="b"/>
                <a:pathLst>
                  <a:path w="2635" h="2990" extrusionOk="0">
                    <a:moveTo>
                      <a:pt x="2634" y="1"/>
                    </a:moveTo>
                    <a:lnTo>
                      <a:pt x="0" y="1525"/>
                    </a:lnTo>
                    <a:lnTo>
                      <a:pt x="0" y="2990"/>
                    </a:lnTo>
                    <a:lnTo>
                      <a:pt x="2623" y="1466"/>
                    </a:lnTo>
                    <a:lnTo>
                      <a:pt x="2634" y="1"/>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39"/>
              <p:cNvSpPr/>
              <p:nvPr/>
            </p:nvSpPr>
            <p:spPr>
              <a:xfrm>
                <a:off x="-2482589" y="3827118"/>
                <a:ext cx="331805" cy="378085"/>
              </a:xfrm>
              <a:custGeom>
                <a:avLst/>
                <a:gdLst/>
                <a:ahLst/>
                <a:cxnLst/>
                <a:rect l="l" t="t" r="r" b="b"/>
                <a:pathLst>
                  <a:path w="2624" h="2990" extrusionOk="0">
                    <a:moveTo>
                      <a:pt x="1" y="1"/>
                    </a:moveTo>
                    <a:lnTo>
                      <a:pt x="1" y="1466"/>
                    </a:lnTo>
                    <a:lnTo>
                      <a:pt x="2623" y="2990"/>
                    </a:lnTo>
                    <a:lnTo>
                      <a:pt x="2623" y="1525"/>
                    </a:lnTo>
                    <a:lnTo>
                      <a:pt x="1" y="1"/>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39"/>
              <p:cNvSpPr/>
              <p:nvPr/>
            </p:nvSpPr>
            <p:spPr>
              <a:xfrm>
                <a:off x="-2482589" y="3634532"/>
                <a:ext cx="664874" cy="385419"/>
              </a:xfrm>
              <a:custGeom>
                <a:avLst/>
                <a:gdLst/>
                <a:ahLst/>
                <a:cxnLst/>
                <a:rect l="l" t="t" r="r" b="b"/>
                <a:pathLst>
                  <a:path w="5258" h="3048" extrusionOk="0">
                    <a:moveTo>
                      <a:pt x="2611" y="0"/>
                    </a:moveTo>
                    <a:lnTo>
                      <a:pt x="1" y="1524"/>
                    </a:lnTo>
                    <a:lnTo>
                      <a:pt x="2623" y="3048"/>
                    </a:lnTo>
                    <a:lnTo>
                      <a:pt x="5257" y="1524"/>
                    </a:lnTo>
                    <a:lnTo>
                      <a:pt x="2611" y="0"/>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39"/>
              <p:cNvSpPr/>
              <p:nvPr/>
            </p:nvSpPr>
            <p:spPr>
              <a:xfrm>
                <a:off x="-2437825" y="3661340"/>
                <a:ext cx="321309" cy="185376"/>
              </a:xfrm>
              <a:custGeom>
                <a:avLst/>
                <a:gdLst/>
                <a:ahLst/>
                <a:cxnLst/>
                <a:rect l="l" t="t" r="r" b="b"/>
                <a:pathLst>
                  <a:path w="2541" h="1466" extrusionOk="0">
                    <a:moveTo>
                      <a:pt x="2293" y="1"/>
                    </a:moveTo>
                    <a:lnTo>
                      <a:pt x="1" y="1312"/>
                    </a:lnTo>
                    <a:lnTo>
                      <a:pt x="249" y="1466"/>
                    </a:lnTo>
                    <a:lnTo>
                      <a:pt x="2541" y="131"/>
                    </a:lnTo>
                    <a:lnTo>
                      <a:pt x="2293"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39"/>
              <p:cNvSpPr/>
              <p:nvPr/>
            </p:nvSpPr>
            <p:spPr>
              <a:xfrm>
                <a:off x="-2349688" y="3801828"/>
                <a:ext cx="213827" cy="122530"/>
              </a:xfrm>
              <a:custGeom>
                <a:avLst/>
                <a:gdLst/>
                <a:ahLst/>
                <a:cxnLst/>
                <a:rect l="l" t="t" r="r" b="b"/>
                <a:pathLst>
                  <a:path w="1691" h="969" extrusionOk="0">
                    <a:moveTo>
                      <a:pt x="1064" y="0"/>
                    </a:moveTo>
                    <a:lnTo>
                      <a:pt x="1" y="603"/>
                    </a:lnTo>
                    <a:lnTo>
                      <a:pt x="627" y="969"/>
                    </a:lnTo>
                    <a:lnTo>
                      <a:pt x="1690" y="355"/>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39"/>
              <p:cNvSpPr/>
              <p:nvPr/>
            </p:nvSpPr>
            <p:spPr>
              <a:xfrm>
                <a:off x="-2392935" y="3774894"/>
                <a:ext cx="164385" cy="95723"/>
              </a:xfrm>
              <a:custGeom>
                <a:avLst/>
                <a:gdLst/>
                <a:ahLst/>
                <a:cxnLst/>
                <a:rect l="l" t="t" r="r" b="b"/>
                <a:pathLst>
                  <a:path w="1300" h="757" extrusionOk="0">
                    <a:moveTo>
                      <a:pt x="1064" y="1"/>
                    </a:moveTo>
                    <a:lnTo>
                      <a:pt x="0" y="615"/>
                    </a:lnTo>
                    <a:lnTo>
                      <a:pt x="237" y="757"/>
                    </a:lnTo>
                    <a:lnTo>
                      <a:pt x="1300" y="154"/>
                    </a:lnTo>
                    <a:lnTo>
                      <a:pt x="1064"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39"/>
              <p:cNvSpPr/>
              <p:nvPr/>
            </p:nvSpPr>
            <p:spPr>
              <a:xfrm>
                <a:off x="-2240560" y="3685239"/>
                <a:ext cx="167420" cy="97240"/>
              </a:xfrm>
              <a:custGeom>
                <a:avLst/>
                <a:gdLst/>
                <a:ahLst/>
                <a:cxnLst/>
                <a:rect l="l" t="t" r="r" b="b"/>
                <a:pathLst>
                  <a:path w="1324" h="769" extrusionOk="0">
                    <a:moveTo>
                      <a:pt x="1064" y="1"/>
                    </a:moveTo>
                    <a:lnTo>
                      <a:pt x="0" y="627"/>
                    </a:lnTo>
                    <a:lnTo>
                      <a:pt x="260" y="769"/>
                    </a:lnTo>
                    <a:lnTo>
                      <a:pt x="1323" y="154"/>
                    </a:lnTo>
                    <a:lnTo>
                      <a:pt x="1064"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39"/>
              <p:cNvSpPr/>
              <p:nvPr/>
            </p:nvSpPr>
            <p:spPr>
              <a:xfrm>
                <a:off x="-2195796" y="3712174"/>
                <a:ext cx="167420" cy="94205"/>
              </a:xfrm>
              <a:custGeom>
                <a:avLst/>
                <a:gdLst/>
                <a:ahLst/>
                <a:cxnLst/>
                <a:rect l="l" t="t" r="r" b="b"/>
                <a:pathLst>
                  <a:path w="1324" h="745" extrusionOk="0">
                    <a:moveTo>
                      <a:pt x="1064" y="0"/>
                    </a:moveTo>
                    <a:lnTo>
                      <a:pt x="1" y="615"/>
                    </a:lnTo>
                    <a:lnTo>
                      <a:pt x="261" y="745"/>
                    </a:lnTo>
                    <a:lnTo>
                      <a:pt x="1324" y="142"/>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39"/>
              <p:cNvSpPr/>
              <p:nvPr/>
            </p:nvSpPr>
            <p:spPr>
              <a:xfrm>
                <a:off x="-2146479" y="3739108"/>
                <a:ext cx="164511" cy="95723"/>
              </a:xfrm>
              <a:custGeom>
                <a:avLst/>
                <a:gdLst/>
                <a:ahLst/>
                <a:cxnLst/>
                <a:rect l="l" t="t" r="r" b="b"/>
                <a:pathLst>
                  <a:path w="1301" h="757" extrusionOk="0">
                    <a:moveTo>
                      <a:pt x="1064" y="0"/>
                    </a:moveTo>
                    <a:lnTo>
                      <a:pt x="1" y="602"/>
                    </a:lnTo>
                    <a:lnTo>
                      <a:pt x="237" y="756"/>
                    </a:lnTo>
                    <a:lnTo>
                      <a:pt x="1300" y="142"/>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39"/>
              <p:cNvSpPr/>
              <p:nvPr/>
            </p:nvSpPr>
            <p:spPr>
              <a:xfrm>
                <a:off x="-2031408" y="3754029"/>
                <a:ext cx="159959" cy="122530"/>
              </a:xfrm>
              <a:custGeom>
                <a:avLst/>
                <a:gdLst/>
                <a:ahLst/>
                <a:cxnLst/>
                <a:rect l="l" t="t" r="r" b="b"/>
                <a:pathLst>
                  <a:path w="1265" h="969" extrusionOk="0">
                    <a:moveTo>
                      <a:pt x="0" y="0"/>
                    </a:moveTo>
                    <a:lnTo>
                      <a:pt x="0" y="591"/>
                    </a:lnTo>
                    <a:cubicBezTo>
                      <a:pt x="0" y="697"/>
                      <a:pt x="83" y="792"/>
                      <a:pt x="201" y="862"/>
                    </a:cubicBezTo>
                    <a:cubicBezTo>
                      <a:pt x="319" y="933"/>
                      <a:pt x="476" y="969"/>
                      <a:pt x="635" y="969"/>
                    </a:cubicBezTo>
                    <a:cubicBezTo>
                      <a:pt x="795" y="969"/>
                      <a:pt x="957" y="933"/>
                      <a:pt x="1087" y="862"/>
                    </a:cubicBezTo>
                    <a:cubicBezTo>
                      <a:pt x="1205" y="803"/>
                      <a:pt x="1264" y="697"/>
                      <a:pt x="1264" y="614"/>
                    </a:cubicBezTo>
                    <a:lnTo>
                      <a:pt x="1264" y="24"/>
                    </a:lnTo>
                    <a:cubicBezTo>
                      <a:pt x="1264" y="106"/>
                      <a:pt x="1205" y="189"/>
                      <a:pt x="1087" y="272"/>
                    </a:cubicBezTo>
                    <a:cubicBezTo>
                      <a:pt x="969" y="343"/>
                      <a:pt x="809" y="378"/>
                      <a:pt x="648" y="378"/>
                    </a:cubicBezTo>
                    <a:cubicBezTo>
                      <a:pt x="487" y="378"/>
                      <a:pt x="325" y="343"/>
                      <a:pt x="201" y="272"/>
                    </a:cubicBezTo>
                    <a:cubicBezTo>
                      <a:pt x="59" y="201"/>
                      <a:pt x="0" y="95"/>
                      <a:pt x="0" y="0"/>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39"/>
              <p:cNvSpPr/>
              <p:nvPr/>
            </p:nvSpPr>
            <p:spPr>
              <a:xfrm>
                <a:off x="-2013578" y="3755420"/>
                <a:ext cx="142130" cy="120380"/>
              </a:xfrm>
              <a:custGeom>
                <a:avLst/>
                <a:gdLst/>
                <a:ahLst/>
                <a:cxnLst/>
                <a:rect l="l" t="t" r="r" b="b"/>
                <a:pathLst>
                  <a:path w="1124" h="952" extrusionOk="0">
                    <a:moveTo>
                      <a:pt x="1123" y="1"/>
                    </a:moveTo>
                    <a:cubicBezTo>
                      <a:pt x="1123" y="95"/>
                      <a:pt x="1064" y="178"/>
                      <a:pt x="946" y="261"/>
                    </a:cubicBezTo>
                    <a:cubicBezTo>
                      <a:pt x="851" y="296"/>
                      <a:pt x="769" y="332"/>
                      <a:pt x="662" y="344"/>
                    </a:cubicBezTo>
                    <a:cubicBezTo>
                      <a:pt x="609" y="355"/>
                      <a:pt x="556" y="361"/>
                      <a:pt x="502" y="361"/>
                    </a:cubicBezTo>
                    <a:cubicBezTo>
                      <a:pt x="447" y="361"/>
                      <a:pt x="391" y="355"/>
                      <a:pt x="332" y="344"/>
                    </a:cubicBezTo>
                    <a:cubicBezTo>
                      <a:pt x="237" y="332"/>
                      <a:pt x="131" y="308"/>
                      <a:pt x="36" y="261"/>
                    </a:cubicBezTo>
                    <a:cubicBezTo>
                      <a:pt x="25" y="237"/>
                      <a:pt x="13" y="237"/>
                      <a:pt x="1" y="225"/>
                    </a:cubicBezTo>
                    <a:lnTo>
                      <a:pt x="1" y="816"/>
                    </a:lnTo>
                    <a:cubicBezTo>
                      <a:pt x="13" y="828"/>
                      <a:pt x="25" y="828"/>
                      <a:pt x="36" y="851"/>
                    </a:cubicBezTo>
                    <a:cubicBezTo>
                      <a:pt x="131" y="887"/>
                      <a:pt x="214" y="922"/>
                      <a:pt x="332" y="934"/>
                    </a:cubicBezTo>
                    <a:cubicBezTo>
                      <a:pt x="385" y="946"/>
                      <a:pt x="438" y="952"/>
                      <a:pt x="493" y="952"/>
                    </a:cubicBezTo>
                    <a:cubicBezTo>
                      <a:pt x="547" y="952"/>
                      <a:pt x="603" y="946"/>
                      <a:pt x="662" y="934"/>
                    </a:cubicBezTo>
                    <a:cubicBezTo>
                      <a:pt x="769" y="922"/>
                      <a:pt x="863" y="899"/>
                      <a:pt x="946" y="851"/>
                    </a:cubicBezTo>
                    <a:cubicBezTo>
                      <a:pt x="1064" y="769"/>
                      <a:pt x="1123" y="686"/>
                      <a:pt x="1123" y="592"/>
                    </a:cubicBezTo>
                    <a:lnTo>
                      <a:pt x="1123"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39"/>
              <p:cNvSpPr/>
              <p:nvPr/>
            </p:nvSpPr>
            <p:spPr>
              <a:xfrm>
                <a:off x="-2032925" y="3754029"/>
                <a:ext cx="18082" cy="104701"/>
              </a:xfrm>
              <a:custGeom>
                <a:avLst/>
                <a:gdLst/>
                <a:ahLst/>
                <a:cxnLst/>
                <a:rect l="l" t="t" r="r" b="b"/>
                <a:pathLst>
                  <a:path w="143" h="828" extrusionOk="0">
                    <a:moveTo>
                      <a:pt x="0" y="0"/>
                    </a:moveTo>
                    <a:lnTo>
                      <a:pt x="0" y="591"/>
                    </a:lnTo>
                    <a:cubicBezTo>
                      <a:pt x="0" y="614"/>
                      <a:pt x="0" y="638"/>
                      <a:pt x="12" y="650"/>
                    </a:cubicBezTo>
                    <a:cubicBezTo>
                      <a:pt x="36" y="709"/>
                      <a:pt x="71" y="768"/>
                      <a:pt x="142" y="827"/>
                    </a:cubicBezTo>
                    <a:lnTo>
                      <a:pt x="142" y="236"/>
                    </a:lnTo>
                    <a:cubicBezTo>
                      <a:pt x="71" y="201"/>
                      <a:pt x="24" y="142"/>
                      <a:pt x="12" y="59"/>
                    </a:cubicBezTo>
                    <a:cubicBezTo>
                      <a:pt x="12" y="47"/>
                      <a:pt x="0" y="24"/>
                      <a:pt x="0" y="0"/>
                    </a:cubicBezTo>
                    <a:close/>
                  </a:path>
                </a:pathLst>
              </a:custGeom>
              <a:solidFill>
                <a:srgbClr val="282A2E"/>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39"/>
              <p:cNvSpPr/>
              <p:nvPr/>
            </p:nvSpPr>
            <p:spPr>
              <a:xfrm>
                <a:off x="-2040386" y="3709139"/>
                <a:ext cx="174880" cy="92814"/>
              </a:xfrm>
              <a:custGeom>
                <a:avLst/>
                <a:gdLst/>
                <a:ahLst/>
                <a:cxnLst/>
                <a:rect l="l" t="t" r="r" b="b"/>
                <a:pathLst>
                  <a:path w="1383" h="734" extrusionOk="0">
                    <a:moveTo>
                      <a:pt x="696" y="1"/>
                    </a:moveTo>
                    <a:cubicBezTo>
                      <a:pt x="535" y="1"/>
                      <a:pt x="372" y="36"/>
                      <a:pt x="248" y="107"/>
                    </a:cubicBezTo>
                    <a:cubicBezTo>
                      <a:pt x="0" y="249"/>
                      <a:pt x="0" y="473"/>
                      <a:pt x="248" y="627"/>
                    </a:cubicBezTo>
                    <a:cubicBezTo>
                      <a:pt x="367" y="698"/>
                      <a:pt x="526" y="733"/>
                      <a:pt x="687" y="733"/>
                    </a:cubicBezTo>
                    <a:cubicBezTo>
                      <a:pt x="848" y="733"/>
                      <a:pt x="1010" y="698"/>
                      <a:pt x="1134" y="627"/>
                    </a:cubicBezTo>
                    <a:cubicBezTo>
                      <a:pt x="1382" y="473"/>
                      <a:pt x="1382" y="261"/>
                      <a:pt x="1134" y="107"/>
                    </a:cubicBezTo>
                    <a:cubicBezTo>
                      <a:pt x="1016" y="36"/>
                      <a:pt x="857" y="1"/>
                      <a:pt x="696"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39"/>
              <p:cNvSpPr/>
              <p:nvPr/>
            </p:nvSpPr>
            <p:spPr>
              <a:xfrm>
                <a:off x="-2040386" y="3709139"/>
                <a:ext cx="174880" cy="92814"/>
              </a:xfrm>
              <a:custGeom>
                <a:avLst/>
                <a:gdLst/>
                <a:ahLst/>
                <a:cxnLst/>
                <a:rect l="l" t="t" r="r" b="b"/>
                <a:pathLst>
                  <a:path w="1383" h="734" extrusionOk="0">
                    <a:moveTo>
                      <a:pt x="696" y="1"/>
                    </a:moveTo>
                    <a:cubicBezTo>
                      <a:pt x="535" y="1"/>
                      <a:pt x="372" y="36"/>
                      <a:pt x="248" y="107"/>
                    </a:cubicBezTo>
                    <a:cubicBezTo>
                      <a:pt x="0" y="249"/>
                      <a:pt x="0" y="473"/>
                      <a:pt x="248" y="627"/>
                    </a:cubicBezTo>
                    <a:cubicBezTo>
                      <a:pt x="367" y="698"/>
                      <a:pt x="526" y="733"/>
                      <a:pt x="687" y="733"/>
                    </a:cubicBezTo>
                    <a:cubicBezTo>
                      <a:pt x="848" y="733"/>
                      <a:pt x="1010" y="698"/>
                      <a:pt x="1134" y="627"/>
                    </a:cubicBezTo>
                    <a:cubicBezTo>
                      <a:pt x="1382" y="473"/>
                      <a:pt x="1382" y="261"/>
                      <a:pt x="1134" y="107"/>
                    </a:cubicBezTo>
                    <a:cubicBezTo>
                      <a:pt x="1016" y="36"/>
                      <a:pt x="857" y="1"/>
                      <a:pt x="696"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39"/>
              <p:cNvSpPr/>
              <p:nvPr/>
            </p:nvSpPr>
            <p:spPr>
              <a:xfrm>
                <a:off x="-2014969" y="3722669"/>
                <a:ext cx="125565" cy="65375"/>
              </a:xfrm>
              <a:custGeom>
                <a:avLst/>
                <a:gdLst/>
                <a:ahLst/>
                <a:cxnLst/>
                <a:rect l="l" t="t" r="r" b="b"/>
                <a:pathLst>
                  <a:path w="993" h="517" extrusionOk="0">
                    <a:moveTo>
                      <a:pt x="501" y="0"/>
                    </a:moveTo>
                    <a:cubicBezTo>
                      <a:pt x="387" y="0"/>
                      <a:pt x="272" y="24"/>
                      <a:pt x="177" y="71"/>
                    </a:cubicBezTo>
                    <a:cubicBezTo>
                      <a:pt x="0" y="177"/>
                      <a:pt x="0" y="343"/>
                      <a:pt x="177" y="437"/>
                    </a:cubicBezTo>
                    <a:cubicBezTo>
                      <a:pt x="266" y="490"/>
                      <a:pt x="381" y="517"/>
                      <a:pt x="496" y="517"/>
                    </a:cubicBezTo>
                    <a:cubicBezTo>
                      <a:pt x="611" y="517"/>
                      <a:pt x="727" y="490"/>
                      <a:pt x="815" y="437"/>
                    </a:cubicBezTo>
                    <a:cubicBezTo>
                      <a:pt x="992" y="343"/>
                      <a:pt x="992" y="177"/>
                      <a:pt x="815" y="71"/>
                    </a:cubicBezTo>
                    <a:cubicBezTo>
                      <a:pt x="727" y="24"/>
                      <a:pt x="614" y="0"/>
                      <a:pt x="501" y="0"/>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39"/>
              <p:cNvSpPr/>
              <p:nvPr/>
            </p:nvSpPr>
            <p:spPr>
              <a:xfrm>
                <a:off x="-2010543" y="3722669"/>
                <a:ext cx="116587" cy="37429"/>
              </a:xfrm>
              <a:custGeom>
                <a:avLst/>
                <a:gdLst/>
                <a:ahLst/>
                <a:cxnLst/>
                <a:rect l="l" t="t" r="r" b="b"/>
                <a:pathLst>
                  <a:path w="922" h="296" extrusionOk="0">
                    <a:moveTo>
                      <a:pt x="449" y="0"/>
                    </a:moveTo>
                    <a:cubicBezTo>
                      <a:pt x="334" y="0"/>
                      <a:pt x="219" y="24"/>
                      <a:pt x="131" y="71"/>
                    </a:cubicBezTo>
                    <a:cubicBezTo>
                      <a:pt x="48" y="130"/>
                      <a:pt x="1" y="225"/>
                      <a:pt x="12" y="295"/>
                    </a:cubicBezTo>
                    <a:cubicBezTo>
                      <a:pt x="12" y="236"/>
                      <a:pt x="60" y="189"/>
                      <a:pt x="131" y="142"/>
                    </a:cubicBezTo>
                    <a:cubicBezTo>
                      <a:pt x="219" y="95"/>
                      <a:pt x="334" y="71"/>
                      <a:pt x="449" y="71"/>
                    </a:cubicBezTo>
                    <a:cubicBezTo>
                      <a:pt x="565" y="71"/>
                      <a:pt x="680" y="95"/>
                      <a:pt x="768" y="142"/>
                    </a:cubicBezTo>
                    <a:cubicBezTo>
                      <a:pt x="839" y="189"/>
                      <a:pt x="887" y="236"/>
                      <a:pt x="898" y="295"/>
                    </a:cubicBezTo>
                    <a:cubicBezTo>
                      <a:pt x="922" y="225"/>
                      <a:pt x="887" y="130"/>
                      <a:pt x="768" y="71"/>
                    </a:cubicBezTo>
                    <a:cubicBezTo>
                      <a:pt x="680" y="24"/>
                      <a:pt x="565" y="0"/>
                      <a:pt x="449" y="0"/>
                    </a:cubicBez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39"/>
              <p:cNvSpPr/>
              <p:nvPr/>
            </p:nvSpPr>
            <p:spPr>
              <a:xfrm>
                <a:off x="-2014969" y="3783872"/>
                <a:ext cx="53868" cy="92688"/>
              </a:xfrm>
              <a:custGeom>
                <a:avLst/>
                <a:gdLst/>
                <a:ahLst/>
                <a:cxnLst/>
                <a:rect l="l" t="t" r="r" b="b"/>
                <a:pathLst>
                  <a:path w="426" h="733" extrusionOk="0">
                    <a:moveTo>
                      <a:pt x="0" y="0"/>
                    </a:moveTo>
                    <a:lnTo>
                      <a:pt x="0" y="591"/>
                    </a:lnTo>
                    <a:cubicBezTo>
                      <a:pt x="24" y="603"/>
                      <a:pt x="36" y="603"/>
                      <a:pt x="47" y="626"/>
                    </a:cubicBezTo>
                    <a:cubicBezTo>
                      <a:pt x="142" y="662"/>
                      <a:pt x="225" y="697"/>
                      <a:pt x="343" y="709"/>
                    </a:cubicBezTo>
                    <a:cubicBezTo>
                      <a:pt x="378" y="709"/>
                      <a:pt x="402" y="709"/>
                      <a:pt x="425" y="733"/>
                    </a:cubicBezTo>
                    <a:lnTo>
                      <a:pt x="425" y="142"/>
                    </a:lnTo>
                    <a:cubicBezTo>
                      <a:pt x="390" y="142"/>
                      <a:pt x="366" y="142"/>
                      <a:pt x="343" y="119"/>
                    </a:cubicBezTo>
                    <a:cubicBezTo>
                      <a:pt x="248" y="107"/>
                      <a:pt x="142" y="83"/>
                      <a:pt x="47" y="36"/>
                    </a:cubicBezTo>
                    <a:cubicBezTo>
                      <a:pt x="36" y="12"/>
                      <a:pt x="24" y="12"/>
                      <a:pt x="0" y="0"/>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39"/>
              <p:cNvSpPr/>
              <p:nvPr/>
            </p:nvSpPr>
            <p:spPr>
              <a:xfrm>
                <a:off x="-2457172" y="3877952"/>
                <a:ext cx="280972" cy="245060"/>
              </a:xfrm>
              <a:custGeom>
                <a:avLst/>
                <a:gdLst/>
                <a:ahLst/>
                <a:cxnLst/>
                <a:rect l="l" t="t" r="r" b="b"/>
                <a:pathLst>
                  <a:path w="2222" h="1938" extrusionOk="0">
                    <a:moveTo>
                      <a:pt x="0" y="1"/>
                    </a:moveTo>
                    <a:lnTo>
                      <a:pt x="0" y="650"/>
                    </a:lnTo>
                    <a:lnTo>
                      <a:pt x="2221" y="1938"/>
                    </a:lnTo>
                    <a:lnTo>
                      <a:pt x="2221" y="1265"/>
                    </a:lnTo>
                    <a:lnTo>
                      <a:pt x="0"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39"/>
              <p:cNvSpPr/>
              <p:nvPr/>
            </p:nvSpPr>
            <p:spPr>
              <a:xfrm>
                <a:off x="-2150905" y="3827118"/>
                <a:ext cx="333196" cy="378086"/>
              </a:xfrm>
              <a:custGeom>
                <a:avLst/>
                <a:gdLst/>
                <a:ahLst/>
                <a:cxnLst/>
                <a:rect l="l" t="t" r="r" b="b"/>
                <a:pathLst>
                  <a:path w="2635" h="2990" extrusionOk="0">
                    <a:moveTo>
                      <a:pt x="2634" y="1"/>
                    </a:moveTo>
                    <a:lnTo>
                      <a:pt x="0" y="1525"/>
                    </a:lnTo>
                    <a:lnTo>
                      <a:pt x="0" y="2990"/>
                    </a:lnTo>
                    <a:lnTo>
                      <a:pt x="2623" y="1466"/>
                    </a:lnTo>
                    <a:lnTo>
                      <a:pt x="2634"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B7E74198-F229-E3ED-98C4-E0AFA4ACE670}"/>
              </a:ext>
            </a:extLst>
          </p:cNvPr>
          <p:cNvSpPr>
            <a:spLocks noGrp="1"/>
          </p:cNvSpPr>
          <p:nvPr>
            <p:ph type="subTitle" idx="1"/>
          </p:nvPr>
        </p:nvSpPr>
        <p:spPr>
          <a:xfrm>
            <a:off x="4200487" y="933582"/>
            <a:ext cx="4417548" cy="3539458"/>
          </a:xfrm>
        </p:spPr>
        <p:txBody>
          <a:bodyPr/>
          <a:lstStyle/>
          <a:p>
            <a:endParaRPr lang="en-IN" dirty="0"/>
          </a:p>
        </p:txBody>
      </p:sp>
      <p:pic>
        <p:nvPicPr>
          <p:cNvPr id="5" name="Picture 4">
            <a:extLst>
              <a:ext uri="{FF2B5EF4-FFF2-40B4-BE49-F238E27FC236}">
                <a16:creationId xmlns:a16="http://schemas.microsoft.com/office/drawing/2014/main" id="{267D3DB7-68DE-A4AD-3BA8-86678C2C135C}"/>
              </a:ext>
            </a:extLst>
          </p:cNvPr>
          <p:cNvPicPr>
            <a:picLocks noChangeAspect="1"/>
          </p:cNvPicPr>
          <p:nvPr/>
        </p:nvPicPr>
        <p:blipFill>
          <a:blip r:embed="rId3"/>
          <a:stretch>
            <a:fillRect/>
          </a:stretch>
        </p:blipFill>
        <p:spPr>
          <a:xfrm>
            <a:off x="4697792" y="908470"/>
            <a:ext cx="3510599" cy="36025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812;p40">
            <a:extLst>
              <a:ext uri="{FF2B5EF4-FFF2-40B4-BE49-F238E27FC236}">
                <a16:creationId xmlns:a16="http://schemas.microsoft.com/office/drawing/2014/main" id="{E290D89E-038D-1EFA-EBA5-7095B814C17E}"/>
              </a:ext>
            </a:extLst>
          </p:cNvPr>
          <p:cNvSpPr txBox="1">
            <a:spLocks noGrp="1"/>
          </p:cNvSpPr>
          <p:nvPr>
            <p:ph type="ctrTitle"/>
          </p:nvPr>
        </p:nvSpPr>
        <p:spPr>
          <a:xfrm>
            <a:off x="2070248" y="363849"/>
            <a:ext cx="4549775" cy="90877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FINAL SIGNAL GENERATOR CIRCUIT</a:t>
            </a:r>
            <a:endParaRPr sz="2400" dirty="0"/>
          </a:p>
        </p:txBody>
      </p:sp>
      <p:pic>
        <p:nvPicPr>
          <p:cNvPr id="6" name="Picture 5">
            <a:extLst>
              <a:ext uri="{FF2B5EF4-FFF2-40B4-BE49-F238E27FC236}">
                <a16:creationId xmlns:a16="http://schemas.microsoft.com/office/drawing/2014/main" id="{BD1A2732-7047-14C0-4534-994897C8EBC1}"/>
              </a:ext>
            </a:extLst>
          </p:cNvPr>
          <p:cNvPicPr>
            <a:picLocks noChangeAspect="1"/>
          </p:cNvPicPr>
          <p:nvPr/>
        </p:nvPicPr>
        <p:blipFill>
          <a:blip r:embed="rId2"/>
          <a:stretch>
            <a:fillRect/>
          </a:stretch>
        </p:blipFill>
        <p:spPr>
          <a:xfrm>
            <a:off x="370002" y="1161747"/>
            <a:ext cx="8403996" cy="3536444"/>
          </a:xfrm>
          <a:prstGeom prst="rect">
            <a:avLst/>
          </a:prstGeom>
        </p:spPr>
      </p:pic>
    </p:spTree>
    <p:extLst>
      <p:ext uri="{BB962C8B-B14F-4D97-AF65-F5344CB8AC3E}">
        <p14:creationId xmlns:p14="http://schemas.microsoft.com/office/powerpoint/2010/main" val="2869926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2" name="Google Shape;3812;p40"/>
          <p:cNvSpPr txBox="1">
            <a:spLocks noGrp="1"/>
          </p:cNvSpPr>
          <p:nvPr>
            <p:ph type="title"/>
          </p:nvPr>
        </p:nvSpPr>
        <p:spPr>
          <a:xfrm>
            <a:off x="931328" y="558218"/>
            <a:ext cx="3715402" cy="7255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SINE WAVE GENERATOR CIRCUIT</a:t>
            </a:r>
            <a:endParaRPr sz="2400" dirty="0"/>
          </a:p>
        </p:txBody>
      </p:sp>
      <p:grpSp>
        <p:nvGrpSpPr>
          <p:cNvPr id="3815" name="Google Shape;3815;p40"/>
          <p:cNvGrpSpPr/>
          <p:nvPr/>
        </p:nvGrpSpPr>
        <p:grpSpPr>
          <a:xfrm>
            <a:off x="5309625" y="391075"/>
            <a:ext cx="3503100" cy="4383600"/>
            <a:chOff x="5309625" y="391075"/>
            <a:chExt cx="3503100" cy="4383600"/>
          </a:xfrm>
        </p:grpSpPr>
        <p:grpSp>
          <p:nvGrpSpPr>
            <p:cNvPr id="3816" name="Google Shape;3816;p40"/>
            <p:cNvGrpSpPr/>
            <p:nvPr/>
          </p:nvGrpSpPr>
          <p:grpSpPr>
            <a:xfrm>
              <a:off x="5309625" y="391075"/>
              <a:ext cx="3503100" cy="4383600"/>
              <a:chOff x="5309625" y="391075"/>
              <a:chExt cx="3503100" cy="4383600"/>
            </a:xfrm>
          </p:grpSpPr>
          <p:sp>
            <p:nvSpPr>
              <p:cNvPr id="3817" name="Google Shape;3817;p40"/>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8" name="Google Shape;3818;p40"/>
              <p:cNvGrpSpPr/>
              <p:nvPr/>
            </p:nvGrpSpPr>
            <p:grpSpPr>
              <a:xfrm rot="10800000" flipH="1">
                <a:off x="5314549" y="395586"/>
                <a:ext cx="3493047" cy="4375061"/>
                <a:chOff x="697175" y="461850"/>
                <a:chExt cx="1672675" cy="2098250"/>
              </a:xfrm>
            </p:grpSpPr>
            <p:sp>
              <p:nvSpPr>
                <p:cNvPr id="3819" name="Google Shape;3819;p40"/>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0"/>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0"/>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0"/>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0"/>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0"/>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0"/>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0"/>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0"/>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0"/>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0"/>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0"/>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0"/>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0"/>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0"/>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0"/>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0"/>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0"/>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0"/>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0"/>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0"/>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0"/>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0"/>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0"/>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0"/>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0"/>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0"/>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0"/>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0"/>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0"/>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0"/>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0"/>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0"/>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0"/>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0"/>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0"/>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0"/>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0"/>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0"/>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0"/>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0"/>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0"/>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0"/>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0"/>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0"/>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0"/>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0"/>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0"/>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0"/>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0"/>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0"/>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0"/>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0"/>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0"/>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0"/>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0"/>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0"/>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0"/>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0"/>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0"/>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0"/>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0"/>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0"/>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0"/>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0"/>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0"/>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0"/>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0"/>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0"/>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0"/>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0"/>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0"/>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0"/>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0"/>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0"/>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0"/>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0"/>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0"/>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0"/>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0"/>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0"/>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0"/>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0"/>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0"/>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0"/>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0"/>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0"/>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0"/>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0"/>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0"/>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0"/>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0"/>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0"/>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0"/>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0"/>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0"/>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0"/>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0"/>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0"/>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0"/>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0"/>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0"/>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0"/>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0"/>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0"/>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0"/>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0"/>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0"/>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0"/>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0"/>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0"/>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0"/>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0"/>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0"/>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0"/>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0"/>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0"/>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0"/>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0"/>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0"/>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0"/>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0"/>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0"/>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0"/>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0"/>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0"/>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0"/>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0"/>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0"/>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0"/>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0"/>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0"/>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0"/>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0"/>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0"/>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0"/>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0"/>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0"/>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0"/>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0"/>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0"/>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0"/>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0"/>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0"/>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0"/>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0"/>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0"/>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0"/>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0"/>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0"/>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0"/>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0"/>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0"/>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0"/>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0"/>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3" name="Google Shape;4103;p40"/>
            <p:cNvGrpSpPr/>
            <p:nvPr/>
          </p:nvGrpSpPr>
          <p:grpSpPr>
            <a:xfrm>
              <a:off x="6722850" y="1544650"/>
              <a:ext cx="762741" cy="1311760"/>
              <a:chOff x="5309625" y="6138225"/>
              <a:chExt cx="762741" cy="1311760"/>
            </a:xfrm>
          </p:grpSpPr>
          <p:sp>
            <p:nvSpPr>
              <p:cNvPr id="4104" name="Google Shape;4104;p40"/>
              <p:cNvSpPr/>
              <p:nvPr/>
            </p:nvSpPr>
            <p:spPr>
              <a:xfrm>
                <a:off x="5426107" y="6964575"/>
                <a:ext cx="594655" cy="312395"/>
              </a:xfrm>
              <a:custGeom>
                <a:avLst/>
                <a:gdLst/>
                <a:ahLst/>
                <a:cxnLst/>
                <a:rect l="l" t="t" r="r" b="b"/>
                <a:pathLst>
                  <a:path w="7479" h="3929" extrusionOk="0">
                    <a:moveTo>
                      <a:pt x="3724" y="0"/>
                    </a:moveTo>
                    <a:cubicBezTo>
                      <a:pt x="2856" y="0"/>
                      <a:pt x="1991" y="192"/>
                      <a:pt x="1335" y="576"/>
                    </a:cubicBezTo>
                    <a:cubicBezTo>
                      <a:pt x="0" y="1344"/>
                      <a:pt x="12" y="2584"/>
                      <a:pt x="1347" y="3352"/>
                    </a:cubicBezTo>
                    <a:cubicBezTo>
                      <a:pt x="2009" y="3736"/>
                      <a:pt x="2877" y="3928"/>
                      <a:pt x="3745" y="3928"/>
                    </a:cubicBezTo>
                    <a:cubicBezTo>
                      <a:pt x="4613" y="3928"/>
                      <a:pt x="5482" y="3736"/>
                      <a:pt x="6143" y="3352"/>
                    </a:cubicBezTo>
                    <a:cubicBezTo>
                      <a:pt x="7478" y="2584"/>
                      <a:pt x="7455" y="1344"/>
                      <a:pt x="6131" y="576"/>
                    </a:cubicBezTo>
                    <a:cubicBezTo>
                      <a:pt x="5464" y="192"/>
                      <a:pt x="4593" y="0"/>
                      <a:pt x="37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5447734" y="6964575"/>
                <a:ext cx="550448" cy="170787"/>
              </a:xfrm>
              <a:custGeom>
                <a:avLst/>
                <a:gdLst/>
                <a:ahLst/>
                <a:cxnLst/>
                <a:rect l="l" t="t" r="r" b="b"/>
                <a:pathLst>
                  <a:path w="6923" h="2148" extrusionOk="0">
                    <a:moveTo>
                      <a:pt x="3457" y="0"/>
                    </a:moveTo>
                    <a:cubicBezTo>
                      <a:pt x="2590" y="0"/>
                      <a:pt x="1725" y="192"/>
                      <a:pt x="1063" y="576"/>
                    </a:cubicBezTo>
                    <a:cubicBezTo>
                      <a:pt x="319" y="1001"/>
                      <a:pt x="0" y="1568"/>
                      <a:pt x="83" y="2124"/>
                    </a:cubicBezTo>
                    <a:cubicBezTo>
                      <a:pt x="142" y="1687"/>
                      <a:pt x="473" y="1261"/>
                      <a:pt x="1063" y="919"/>
                    </a:cubicBezTo>
                    <a:cubicBezTo>
                      <a:pt x="1719" y="535"/>
                      <a:pt x="2584" y="343"/>
                      <a:pt x="3452" y="343"/>
                    </a:cubicBezTo>
                    <a:cubicBezTo>
                      <a:pt x="4321" y="343"/>
                      <a:pt x="5192" y="535"/>
                      <a:pt x="5859" y="919"/>
                    </a:cubicBezTo>
                    <a:cubicBezTo>
                      <a:pt x="6450" y="1261"/>
                      <a:pt x="6793" y="1698"/>
                      <a:pt x="6852" y="2147"/>
                    </a:cubicBezTo>
                    <a:cubicBezTo>
                      <a:pt x="6923" y="1580"/>
                      <a:pt x="6592" y="1001"/>
                      <a:pt x="5859" y="576"/>
                    </a:cubicBezTo>
                    <a:cubicBezTo>
                      <a:pt x="5192" y="192"/>
                      <a:pt x="4324" y="0"/>
                      <a:pt x="345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5757665" y="7202867"/>
                <a:ext cx="314701" cy="247117"/>
              </a:xfrm>
              <a:custGeom>
                <a:avLst/>
                <a:gdLst/>
                <a:ahLst/>
                <a:cxnLst/>
                <a:rect l="l" t="t" r="r" b="b"/>
                <a:pathLst>
                  <a:path w="3958" h="3108" extrusionOk="0">
                    <a:moveTo>
                      <a:pt x="3958" y="1"/>
                    </a:moveTo>
                    <a:lnTo>
                      <a:pt x="0" y="2293"/>
                    </a:lnTo>
                    <a:lnTo>
                      <a:pt x="0" y="3108"/>
                    </a:lnTo>
                    <a:lnTo>
                      <a:pt x="3958" y="816"/>
                    </a:lnTo>
                    <a:lnTo>
                      <a:pt x="395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5309625" y="7126776"/>
                <a:ext cx="448118" cy="323208"/>
              </a:xfrm>
              <a:custGeom>
                <a:avLst/>
                <a:gdLst/>
                <a:ahLst/>
                <a:cxnLst/>
                <a:rect l="l" t="t" r="r" b="b"/>
                <a:pathLst>
                  <a:path w="5636" h="4065" extrusionOk="0">
                    <a:moveTo>
                      <a:pt x="1" y="1"/>
                    </a:moveTo>
                    <a:lnTo>
                      <a:pt x="1" y="816"/>
                    </a:lnTo>
                    <a:lnTo>
                      <a:pt x="5635" y="4065"/>
                    </a:lnTo>
                    <a:lnTo>
                      <a:pt x="5635" y="325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0"/>
              <p:cNvSpPr/>
              <p:nvPr/>
            </p:nvSpPr>
            <p:spPr>
              <a:xfrm>
                <a:off x="5309625" y="6943664"/>
                <a:ext cx="762739" cy="441519"/>
              </a:xfrm>
              <a:custGeom>
                <a:avLst/>
                <a:gdLst/>
                <a:ahLst/>
                <a:cxnLst/>
                <a:rect l="l" t="t" r="r" b="b"/>
                <a:pathLst>
                  <a:path w="9593" h="5553" extrusionOk="0">
                    <a:moveTo>
                      <a:pt x="3958" y="0"/>
                    </a:moveTo>
                    <a:lnTo>
                      <a:pt x="1" y="2304"/>
                    </a:lnTo>
                    <a:lnTo>
                      <a:pt x="5635" y="5553"/>
                    </a:lnTo>
                    <a:lnTo>
                      <a:pt x="9593" y="3249"/>
                    </a:lnTo>
                    <a:lnTo>
                      <a:pt x="8388" y="697"/>
                    </a:lnTo>
                    <a:lnTo>
                      <a:pt x="6321" y="367"/>
                    </a:lnTo>
                    <a:lnTo>
                      <a:pt x="6321" y="367"/>
                    </a:lnTo>
                    <a:cubicBezTo>
                      <a:pt x="6781" y="461"/>
                      <a:pt x="7207" y="615"/>
                      <a:pt x="7585" y="827"/>
                    </a:cubicBezTo>
                    <a:cubicBezTo>
                      <a:pt x="8908" y="1595"/>
                      <a:pt x="8920" y="2836"/>
                      <a:pt x="7596" y="3603"/>
                    </a:cubicBezTo>
                    <a:cubicBezTo>
                      <a:pt x="6929" y="3987"/>
                      <a:pt x="6061" y="4179"/>
                      <a:pt x="5194" y="4179"/>
                    </a:cubicBezTo>
                    <a:cubicBezTo>
                      <a:pt x="4327" y="4179"/>
                      <a:pt x="3462" y="3987"/>
                      <a:pt x="2800" y="3603"/>
                    </a:cubicBezTo>
                    <a:cubicBezTo>
                      <a:pt x="1465" y="2836"/>
                      <a:pt x="1454" y="1595"/>
                      <a:pt x="2777" y="827"/>
                    </a:cubicBezTo>
                    <a:cubicBezTo>
                      <a:pt x="3440" y="443"/>
                      <a:pt x="4313" y="254"/>
                      <a:pt x="5188" y="254"/>
                    </a:cubicBezTo>
                    <a:cubicBezTo>
                      <a:pt x="5389" y="254"/>
                      <a:pt x="5590" y="264"/>
                      <a:pt x="5789" y="284"/>
                    </a:cubicBezTo>
                    <a:lnTo>
                      <a:pt x="395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0"/>
              <p:cNvSpPr/>
              <p:nvPr/>
            </p:nvSpPr>
            <p:spPr>
              <a:xfrm>
                <a:off x="5466499" y="7097675"/>
                <a:ext cx="349446" cy="220799"/>
              </a:xfrm>
              <a:custGeom>
                <a:avLst/>
                <a:gdLst/>
                <a:ahLst/>
                <a:cxnLst/>
                <a:rect l="l" t="t" r="r" b="b"/>
                <a:pathLst>
                  <a:path w="4395" h="2777" extrusionOk="0">
                    <a:moveTo>
                      <a:pt x="3379" y="1"/>
                    </a:moveTo>
                    <a:lnTo>
                      <a:pt x="331" y="1312"/>
                    </a:lnTo>
                    <a:lnTo>
                      <a:pt x="331" y="1749"/>
                    </a:lnTo>
                    <a:lnTo>
                      <a:pt x="0" y="1950"/>
                    </a:lnTo>
                    <a:lnTo>
                      <a:pt x="1394" y="2777"/>
                    </a:lnTo>
                    <a:lnTo>
                      <a:pt x="1394" y="2316"/>
                    </a:lnTo>
                    <a:lnTo>
                      <a:pt x="4395" y="591"/>
                    </a:lnTo>
                    <a:lnTo>
                      <a:pt x="3379" y="1"/>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0"/>
              <p:cNvSpPr/>
              <p:nvPr/>
            </p:nvSpPr>
            <p:spPr>
              <a:xfrm>
                <a:off x="5466499" y="7201993"/>
                <a:ext cx="26397" cy="50727"/>
              </a:xfrm>
              <a:custGeom>
                <a:avLst/>
                <a:gdLst/>
                <a:ahLst/>
                <a:cxnLst/>
                <a:rect l="l" t="t" r="r" b="b"/>
                <a:pathLst>
                  <a:path w="332" h="638" extrusionOk="0">
                    <a:moveTo>
                      <a:pt x="331" y="0"/>
                    </a:moveTo>
                    <a:lnTo>
                      <a:pt x="0" y="189"/>
                    </a:lnTo>
                    <a:lnTo>
                      <a:pt x="0" y="638"/>
                    </a:lnTo>
                    <a:lnTo>
                      <a:pt x="331" y="437"/>
                    </a:lnTo>
                    <a:lnTo>
                      <a:pt x="331" y="0"/>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0"/>
              <p:cNvSpPr/>
              <p:nvPr/>
            </p:nvSpPr>
            <p:spPr>
              <a:xfrm>
                <a:off x="5470236" y="7041303"/>
                <a:ext cx="513873" cy="222469"/>
              </a:xfrm>
              <a:custGeom>
                <a:avLst/>
                <a:gdLst/>
                <a:ahLst/>
                <a:cxnLst/>
                <a:rect l="l" t="t" r="r" b="b"/>
                <a:pathLst>
                  <a:path w="6463" h="2798" extrusionOk="0">
                    <a:moveTo>
                      <a:pt x="6462" y="25"/>
                    </a:moveTo>
                    <a:lnTo>
                      <a:pt x="6459" y="107"/>
                    </a:lnTo>
                    <a:lnTo>
                      <a:pt x="6459" y="107"/>
                    </a:lnTo>
                    <a:cubicBezTo>
                      <a:pt x="6461" y="80"/>
                      <a:pt x="6462" y="52"/>
                      <a:pt x="6462" y="25"/>
                    </a:cubicBezTo>
                    <a:close/>
                    <a:moveTo>
                      <a:pt x="36" y="1"/>
                    </a:moveTo>
                    <a:lnTo>
                      <a:pt x="1" y="922"/>
                    </a:lnTo>
                    <a:cubicBezTo>
                      <a:pt x="1" y="1419"/>
                      <a:pt x="320" y="1891"/>
                      <a:pt x="957" y="2257"/>
                    </a:cubicBezTo>
                    <a:cubicBezTo>
                      <a:pt x="1589" y="2618"/>
                      <a:pt x="2410" y="2798"/>
                      <a:pt x="3232" y="2798"/>
                    </a:cubicBezTo>
                    <a:cubicBezTo>
                      <a:pt x="4053" y="2798"/>
                      <a:pt x="4874" y="2618"/>
                      <a:pt x="5506" y="2257"/>
                    </a:cubicBezTo>
                    <a:cubicBezTo>
                      <a:pt x="6120" y="1903"/>
                      <a:pt x="6427" y="1430"/>
                      <a:pt x="6427" y="958"/>
                    </a:cubicBezTo>
                    <a:lnTo>
                      <a:pt x="6459" y="107"/>
                    </a:lnTo>
                    <a:lnTo>
                      <a:pt x="6459" y="107"/>
                    </a:lnTo>
                    <a:cubicBezTo>
                      <a:pt x="6425" y="552"/>
                      <a:pt x="6119" y="990"/>
                      <a:pt x="5529" y="1324"/>
                    </a:cubicBezTo>
                    <a:cubicBezTo>
                      <a:pt x="4903" y="1684"/>
                      <a:pt x="4079" y="1865"/>
                      <a:pt x="3255" y="1865"/>
                    </a:cubicBezTo>
                    <a:cubicBezTo>
                      <a:pt x="2431" y="1865"/>
                      <a:pt x="1607" y="1684"/>
                      <a:pt x="981" y="1324"/>
                    </a:cubicBezTo>
                    <a:cubicBezTo>
                      <a:pt x="343" y="958"/>
                      <a:pt x="36" y="474"/>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5792411" y="70432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5662809" y="7185057"/>
                <a:ext cx="130635" cy="78476"/>
              </a:xfrm>
              <a:custGeom>
                <a:avLst/>
                <a:gdLst/>
                <a:ahLst/>
                <a:cxnLst/>
                <a:rect l="l" t="t" r="r" b="b"/>
                <a:pathLst>
                  <a:path w="1643" h="987" extrusionOk="0">
                    <a:moveTo>
                      <a:pt x="36" y="0"/>
                    </a:moveTo>
                    <a:lnTo>
                      <a:pt x="0" y="934"/>
                    </a:lnTo>
                    <a:cubicBezTo>
                      <a:pt x="260" y="969"/>
                      <a:pt x="532" y="987"/>
                      <a:pt x="805" y="987"/>
                    </a:cubicBezTo>
                    <a:cubicBezTo>
                      <a:pt x="1078" y="987"/>
                      <a:pt x="1353" y="969"/>
                      <a:pt x="1619" y="934"/>
                    </a:cubicBezTo>
                    <a:lnTo>
                      <a:pt x="1642" y="0"/>
                    </a:lnTo>
                    <a:lnTo>
                      <a:pt x="1642" y="0"/>
                    </a:lnTo>
                    <a:cubicBezTo>
                      <a:pt x="1377" y="48"/>
                      <a:pt x="1108" y="71"/>
                      <a:pt x="839" y="71"/>
                    </a:cubicBezTo>
                    <a:cubicBezTo>
                      <a:pt x="570" y="71"/>
                      <a:pt x="302" y="48"/>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5527562" y="7135284"/>
                <a:ext cx="138109" cy="124036"/>
              </a:xfrm>
              <a:custGeom>
                <a:avLst/>
                <a:gdLst/>
                <a:ahLst/>
                <a:cxnLst/>
                <a:rect l="l" t="t" r="r" b="b"/>
                <a:pathLst>
                  <a:path w="1737" h="1560" extrusionOk="0">
                    <a:moveTo>
                      <a:pt x="24" y="0"/>
                    </a:moveTo>
                    <a:lnTo>
                      <a:pt x="0" y="922"/>
                    </a:lnTo>
                    <a:cubicBezTo>
                      <a:pt x="71" y="969"/>
                      <a:pt x="142" y="1028"/>
                      <a:pt x="236" y="1075"/>
                    </a:cubicBezTo>
                    <a:cubicBezTo>
                      <a:pt x="662" y="1323"/>
                      <a:pt x="1158" y="1489"/>
                      <a:pt x="1713" y="1560"/>
                    </a:cubicBezTo>
                    <a:lnTo>
                      <a:pt x="1737" y="626"/>
                    </a:lnTo>
                    <a:cubicBezTo>
                      <a:pt x="1193" y="556"/>
                      <a:pt x="685" y="390"/>
                      <a:pt x="260" y="142"/>
                    </a:cubicBezTo>
                    <a:cubicBezTo>
                      <a:pt x="177" y="95"/>
                      <a:pt x="95" y="59"/>
                      <a:pt x="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470236" y="70422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5447734" y="68943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5493691" y="68347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5491291" y="68370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469281" y="6285239"/>
                <a:ext cx="513873" cy="850837"/>
              </a:xfrm>
              <a:custGeom>
                <a:avLst/>
                <a:gdLst/>
                <a:ahLst/>
                <a:cxnLst/>
                <a:rect l="l" t="t" r="r" b="b"/>
                <a:pathLst>
                  <a:path w="6463" h="10701" extrusionOk="0">
                    <a:moveTo>
                      <a:pt x="6463" y="24"/>
                    </a:moveTo>
                    <a:lnTo>
                      <a:pt x="6463" y="32"/>
                    </a:lnTo>
                    <a:lnTo>
                      <a:pt x="6463" y="32"/>
                    </a:lnTo>
                    <a:cubicBezTo>
                      <a:pt x="6463" y="30"/>
                      <a:pt x="6463" y="27"/>
                      <a:pt x="6463" y="24"/>
                    </a:cubicBezTo>
                    <a:close/>
                    <a:moveTo>
                      <a:pt x="36" y="0"/>
                    </a:moveTo>
                    <a:lnTo>
                      <a:pt x="1" y="8825"/>
                    </a:lnTo>
                    <a:cubicBezTo>
                      <a:pt x="1" y="9309"/>
                      <a:pt x="320" y="9782"/>
                      <a:pt x="946" y="10160"/>
                    </a:cubicBezTo>
                    <a:cubicBezTo>
                      <a:pt x="1584" y="10520"/>
                      <a:pt x="2408" y="10700"/>
                      <a:pt x="3229" y="10700"/>
                    </a:cubicBezTo>
                    <a:cubicBezTo>
                      <a:pt x="4050" y="10700"/>
                      <a:pt x="4868" y="10520"/>
                      <a:pt x="5494" y="10160"/>
                    </a:cubicBezTo>
                    <a:cubicBezTo>
                      <a:pt x="6120" y="9805"/>
                      <a:pt x="6427" y="9333"/>
                      <a:pt x="6427" y="8860"/>
                    </a:cubicBezTo>
                    <a:lnTo>
                      <a:pt x="6463" y="32"/>
                    </a:lnTo>
                    <a:lnTo>
                      <a:pt x="6463" y="32"/>
                    </a:lnTo>
                    <a:cubicBezTo>
                      <a:pt x="6459" y="502"/>
                      <a:pt x="6140" y="971"/>
                      <a:pt x="5529" y="1323"/>
                    </a:cubicBezTo>
                    <a:cubicBezTo>
                      <a:pt x="4903" y="1684"/>
                      <a:pt x="4079" y="1864"/>
                      <a:pt x="3255" y="1864"/>
                    </a:cubicBezTo>
                    <a:cubicBezTo>
                      <a:pt x="2431" y="1864"/>
                      <a:pt x="1607" y="1684"/>
                      <a:pt x="981" y="1323"/>
                    </a:cubicBezTo>
                    <a:cubicBezTo>
                      <a:pt x="343" y="957"/>
                      <a:pt x="36" y="47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5445334" y="68966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5791457" y="62871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662809" y="6428915"/>
                <a:ext cx="130635" cy="706923"/>
              </a:xfrm>
              <a:custGeom>
                <a:avLst/>
                <a:gdLst/>
                <a:ahLst/>
                <a:cxnLst/>
                <a:rect l="l" t="t" r="r" b="b"/>
                <a:pathLst>
                  <a:path w="1643" h="8891" extrusionOk="0">
                    <a:moveTo>
                      <a:pt x="36" y="1"/>
                    </a:moveTo>
                    <a:lnTo>
                      <a:pt x="0" y="8837"/>
                    </a:lnTo>
                    <a:cubicBezTo>
                      <a:pt x="260" y="8872"/>
                      <a:pt x="532" y="8890"/>
                      <a:pt x="805" y="8890"/>
                    </a:cubicBezTo>
                    <a:cubicBezTo>
                      <a:pt x="1078" y="8890"/>
                      <a:pt x="1353" y="8872"/>
                      <a:pt x="1619" y="8837"/>
                    </a:cubicBezTo>
                    <a:lnTo>
                      <a:pt x="1642" y="1"/>
                    </a:lnTo>
                    <a:lnTo>
                      <a:pt x="1642" y="1"/>
                    </a:lnTo>
                    <a:cubicBezTo>
                      <a:pt x="1377" y="48"/>
                      <a:pt x="1105" y="72"/>
                      <a:pt x="835" y="72"/>
                    </a:cubicBezTo>
                    <a:cubicBezTo>
                      <a:pt x="564" y="72"/>
                      <a:pt x="296" y="48"/>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527562" y="6378187"/>
                <a:ext cx="137155" cy="753437"/>
              </a:xfrm>
              <a:custGeom>
                <a:avLst/>
                <a:gdLst/>
                <a:ahLst/>
                <a:cxnLst/>
                <a:rect l="l" t="t" r="r" b="b"/>
                <a:pathLst>
                  <a:path w="1725" h="9476" extrusionOk="0">
                    <a:moveTo>
                      <a:pt x="24" y="1"/>
                    </a:moveTo>
                    <a:lnTo>
                      <a:pt x="0" y="8837"/>
                    </a:lnTo>
                    <a:cubicBezTo>
                      <a:pt x="71" y="8884"/>
                      <a:pt x="142" y="8943"/>
                      <a:pt x="236" y="8979"/>
                    </a:cubicBezTo>
                    <a:cubicBezTo>
                      <a:pt x="662" y="9239"/>
                      <a:pt x="1158" y="9392"/>
                      <a:pt x="1713" y="9475"/>
                    </a:cubicBezTo>
                    <a:lnTo>
                      <a:pt x="1725" y="639"/>
                    </a:lnTo>
                    <a:cubicBezTo>
                      <a:pt x="1193" y="568"/>
                      <a:pt x="674" y="403"/>
                      <a:pt x="260" y="154"/>
                    </a:cubicBezTo>
                    <a:cubicBezTo>
                      <a:pt x="177" y="107"/>
                      <a:pt x="95" y="60"/>
                      <a:pt x="2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5469281" y="62861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5445826" y="6138225"/>
                <a:ext cx="562692" cy="295221"/>
              </a:xfrm>
              <a:custGeom>
                <a:avLst/>
                <a:gdLst/>
                <a:ahLst/>
                <a:cxnLst/>
                <a:rect l="l" t="t" r="r" b="b"/>
                <a:pathLst>
                  <a:path w="7077" h="3713" extrusionOk="0">
                    <a:moveTo>
                      <a:pt x="3534" y="1"/>
                    </a:moveTo>
                    <a:cubicBezTo>
                      <a:pt x="2712" y="1"/>
                      <a:pt x="1891" y="184"/>
                      <a:pt x="1264" y="550"/>
                    </a:cubicBezTo>
                    <a:cubicBezTo>
                      <a:pt x="0" y="1271"/>
                      <a:pt x="12" y="2452"/>
                      <a:pt x="1276" y="3172"/>
                    </a:cubicBezTo>
                    <a:cubicBezTo>
                      <a:pt x="1908" y="3533"/>
                      <a:pt x="2732" y="3713"/>
                      <a:pt x="3555" y="3713"/>
                    </a:cubicBezTo>
                    <a:cubicBezTo>
                      <a:pt x="4377" y="3713"/>
                      <a:pt x="5198" y="3533"/>
                      <a:pt x="5824" y="3172"/>
                    </a:cubicBezTo>
                    <a:cubicBezTo>
                      <a:pt x="7077" y="2452"/>
                      <a:pt x="7065" y="1271"/>
                      <a:pt x="5813" y="550"/>
                    </a:cubicBezTo>
                    <a:cubicBezTo>
                      <a:pt x="5181" y="184"/>
                      <a:pt x="4357" y="1"/>
                      <a:pt x="353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5534082" y="6181002"/>
                <a:ext cx="386180" cy="210940"/>
              </a:xfrm>
              <a:custGeom>
                <a:avLst/>
                <a:gdLst/>
                <a:ahLst/>
                <a:cxnLst/>
                <a:rect l="l" t="t" r="r" b="b"/>
                <a:pathLst>
                  <a:path w="4857" h="2653" extrusionOk="0">
                    <a:moveTo>
                      <a:pt x="2429" y="0"/>
                    </a:moveTo>
                    <a:cubicBezTo>
                      <a:pt x="1929" y="0"/>
                      <a:pt x="1430" y="95"/>
                      <a:pt x="1017" y="284"/>
                    </a:cubicBezTo>
                    <a:cubicBezTo>
                      <a:pt x="958" y="319"/>
                      <a:pt x="887" y="366"/>
                      <a:pt x="828" y="390"/>
                    </a:cubicBezTo>
                    <a:cubicBezTo>
                      <a:pt x="781" y="425"/>
                      <a:pt x="722" y="461"/>
                      <a:pt x="674" y="496"/>
                    </a:cubicBezTo>
                    <a:cubicBezTo>
                      <a:pt x="1" y="981"/>
                      <a:pt x="1" y="1666"/>
                      <a:pt x="651" y="2150"/>
                    </a:cubicBezTo>
                    <a:cubicBezTo>
                      <a:pt x="710" y="2186"/>
                      <a:pt x="769" y="2233"/>
                      <a:pt x="828" y="2268"/>
                    </a:cubicBezTo>
                    <a:lnTo>
                      <a:pt x="1005" y="2351"/>
                    </a:lnTo>
                    <a:cubicBezTo>
                      <a:pt x="1424" y="2552"/>
                      <a:pt x="1935" y="2652"/>
                      <a:pt x="2445" y="2652"/>
                    </a:cubicBezTo>
                    <a:cubicBezTo>
                      <a:pt x="2954" y="2652"/>
                      <a:pt x="3462" y="2552"/>
                      <a:pt x="3876" y="2351"/>
                    </a:cubicBezTo>
                    <a:cubicBezTo>
                      <a:pt x="3911" y="2327"/>
                      <a:pt x="3970" y="2292"/>
                      <a:pt x="4029" y="2268"/>
                    </a:cubicBezTo>
                    <a:cubicBezTo>
                      <a:pt x="4088" y="2221"/>
                      <a:pt x="4147" y="2186"/>
                      <a:pt x="4206" y="2150"/>
                    </a:cubicBezTo>
                    <a:cubicBezTo>
                      <a:pt x="4856" y="1666"/>
                      <a:pt x="4856" y="981"/>
                      <a:pt x="4183" y="484"/>
                    </a:cubicBezTo>
                    <a:cubicBezTo>
                      <a:pt x="4136" y="449"/>
                      <a:pt x="4076" y="402"/>
                      <a:pt x="4017" y="378"/>
                    </a:cubicBezTo>
                    <a:lnTo>
                      <a:pt x="3840" y="284"/>
                    </a:lnTo>
                    <a:cubicBezTo>
                      <a:pt x="3427" y="95"/>
                      <a:pt x="2928" y="0"/>
                      <a:pt x="2429"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5612082" y="6219484"/>
                <a:ext cx="256499" cy="148445"/>
              </a:xfrm>
              <a:custGeom>
                <a:avLst/>
                <a:gdLst/>
                <a:ahLst/>
                <a:cxnLst/>
                <a:rect l="l" t="t" r="r" b="b"/>
                <a:pathLst>
                  <a:path w="3226" h="1867" extrusionOk="0">
                    <a:moveTo>
                      <a:pt x="378" y="0"/>
                    </a:moveTo>
                    <a:lnTo>
                      <a:pt x="154" y="83"/>
                    </a:lnTo>
                    <a:cubicBezTo>
                      <a:pt x="95" y="119"/>
                      <a:pt x="59" y="142"/>
                      <a:pt x="0" y="178"/>
                    </a:cubicBezTo>
                    <a:lnTo>
                      <a:pt x="1123" y="827"/>
                    </a:lnTo>
                    <a:lnTo>
                      <a:pt x="1453" y="1028"/>
                    </a:lnTo>
                    <a:lnTo>
                      <a:pt x="2895" y="1867"/>
                    </a:lnTo>
                    <a:cubicBezTo>
                      <a:pt x="2930" y="1843"/>
                      <a:pt x="2989" y="1808"/>
                      <a:pt x="3048" y="1784"/>
                    </a:cubicBezTo>
                    <a:cubicBezTo>
                      <a:pt x="3107" y="1737"/>
                      <a:pt x="3166" y="1702"/>
                      <a:pt x="3225" y="1666"/>
                    </a:cubicBezTo>
                    <a:lnTo>
                      <a:pt x="1796" y="827"/>
                    </a:lnTo>
                    <a:lnTo>
                      <a:pt x="1453" y="615"/>
                    </a:lnTo>
                    <a:lnTo>
                      <a:pt x="37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5585764" y="6215747"/>
                <a:ext cx="266836" cy="151308"/>
              </a:xfrm>
              <a:custGeom>
                <a:avLst/>
                <a:gdLst/>
                <a:ahLst/>
                <a:cxnLst/>
                <a:rect l="l" t="t" r="r" b="b"/>
                <a:pathLst>
                  <a:path w="3356" h="1903" extrusionOk="0">
                    <a:moveTo>
                      <a:pt x="2918" y="0"/>
                    </a:moveTo>
                    <a:lnTo>
                      <a:pt x="1773" y="662"/>
                    </a:lnTo>
                    <a:lnTo>
                      <a:pt x="1430" y="874"/>
                    </a:lnTo>
                    <a:lnTo>
                      <a:pt x="1" y="1701"/>
                    </a:lnTo>
                    <a:cubicBezTo>
                      <a:pt x="60" y="1737"/>
                      <a:pt x="119" y="1784"/>
                      <a:pt x="178" y="1819"/>
                    </a:cubicBezTo>
                    <a:lnTo>
                      <a:pt x="355" y="1902"/>
                    </a:lnTo>
                    <a:lnTo>
                      <a:pt x="1784" y="1075"/>
                    </a:lnTo>
                    <a:lnTo>
                      <a:pt x="2127" y="886"/>
                    </a:lnTo>
                    <a:lnTo>
                      <a:pt x="3356" y="177"/>
                    </a:lnTo>
                    <a:cubicBezTo>
                      <a:pt x="3344" y="177"/>
                      <a:pt x="3320" y="166"/>
                      <a:pt x="3285" y="130"/>
                    </a:cubicBezTo>
                    <a:cubicBezTo>
                      <a:pt x="3178" y="83"/>
                      <a:pt x="3060" y="47"/>
                      <a:pt x="2918"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5789057" y="62894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5538773" y="6183069"/>
                <a:ext cx="367336" cy="139779"/>
              </a:xfrm>
              <a:custGeom>
                <a:avLst/>
                <a:gdLst/>
                <a:ahLst/>
                <a:cxnLst/>
                <a:rect l="l" t="t" r="r" b="b"/>
                <a:pathLst>
                  <a:path w="4620" h="1758" extrusionOk="0">
                    <a:moveTo>
                      <a:pt x="2387" y="1"/>
                    </a:moveTo>
                    <a:cubicBezTo>
                      <a:pt x="1891" y="1"/>
                      <a:pt x="1395" y="98"/>
                      <a:pt x="981" y="293"/>
                    </a:cubicBezTo>
                    <a:cubicBezTo>
                      <a:pt x="922" y="317"/>
                      <a:pt x="840" y="364"/>
                      <a:pt x="781" y="388"/>
                    </a:cubicBezTo>
                    <a:cubicBezTo>
                      <a:pt x="745" y="423"/>
                      <a:pt x="686" y="470"/>
                      <a:pt x="639" y="494"/>
                    </a:cubicBezTo>
                    <a:cubicBezTo>
                      <a:pt x="131" y="848"/>
                      <a:pt x="1" y="1344"/>
                      <a:pt x="249" y="1758"/>
                    </a:cubicBezTo>
                    <a:cubicBezTo>
                      <a:pt x="178" y="1415"/>
                      <a:pt x="344" y="1061"/>
                      <a:pt x="745" y="777"/>
                    </a:cubicBezTo>
                    <a:cubicBezTo>
                      <a:pt x="781" y="730"/>
                      <a:pt x="828" y="707"/>
                      <a:pt x="887" y="671"/>
                    </a:cubicBezTo>
                    <a:cubicBezTo>
                      <a:pt x="946" y="624"/>
                      <a:pt x="1005" y="600"/>
                      <a:pt x="1076" y="565"/>
                    </a:cubicBezTo>
                    <a:cubicBezTo>
                      <a:pt x="1489" y="376"/>
                      <a:pt x="1989" y="281"/>
                      <a:pt x="2488" y="281"/>
                    </a:cubicBezTo>
                    <a:cubicBezTo>
                      <a:pt x="2987" y="281"/>
                      <a:pt x="3486" y="376"/>
                      <a:pt x="3899" y="565"/>
                    </a:cubicBezTo>
                    <a:lnTo>
                      <a:pt x="4077" y="659"/>
                    </a:lnTo>
                    <a:cubicBezTo>
                      <a:pt x="4136" y="683"/>
                      <a:pt x="4195" y="730"/>
                      <a:pt x="4242" y="766"/>
                    </a:cubicBezTo>
                    <a:cubicBezTo>
                      <a:pt x="4419" y="884"/>
                      <a:pt x="4537" y="1014"/>
                      <a:pt x="4620" y="1167"/>
                    </a:cubicBezTo>
                    <a:cubicBezTo>
                      <a:pt x="4584" y="907"/>
                      <a:pt x="4419" y="671"/>
                      <a:pt x="4136" y="482"/>
                    </a:cubicBezTo>
                    <a:cubicBezTo>
                      <a:pt x="4088" y="447"/>
                      <a:pt x="4029" y="411"/>
                      <a:pt x="3970" y="376"/>
                    </a:cubicBezTo>
                    <a:lnTo>
                      <a:pt x="3793" y="293"/>
                    </a:lnTo>
                    <a:cubicBezTo>
                      <a:pt x="3380" y="98"/>
                      <a:pt x="2883" y="1"/>
                      <a:pt x="2387"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5844093" y="6414841"/>
                <a:ext cx="87381" cy="98672"/>
              </a:xfrm>
              <a:custGeom>
                <a:avLst/>
                <a:gdLst/>
                <a:ahLst/>
                <a:cxnLst/>
                <a:rect l="l" t="t" r="r" b="b"/>
                <a:pathLst>
                  <a:path w="1099" h="1241" extrusionOk="0">
                    <a:moveTo>
                      <a:pt x="1087" y="1"/>
                    </a:moveTo>
                    <a:lnTo>
                      <a:pt x="1087" y="8"/>
                    </a:lnTo>
                    <a:lnTo>
                      <a:pt x="1087" y="8"/>
                    </a:lnTo>
                    <a:cubicBezTo>
                      <a:pt x="1091" y="6"/>
                      <a:pt x="1095" y="3"/>
                      <a:pt x="1099" y="1"/>
                    </a:cubicBezTo>
                    <a:close/>
                    <a:moveTo>
                      <a:pt x="1087" y="8"/>
                    </a:moveTo>
                    <a:cubicBezTo>
                      <a:pt x="997" y="67"/>
                      <a:pt x="917" y="145"/>
                      <a:pt x="815" y="201"/>
                    </a:cubicBezTo>
                    <a:cubicBezTo>
                      <a:pt x="579" y="343"/>
                      <a:pt x="296" y="449"/>
                      <a:pt x="0" y="532"/>
                    </a:cubicBezTo>
                    <a:lnTo>
                      <a:pt x="0" y="1241"/>
                    </a:lnTo>
                    <a:cubicBezTo>
                      <a:pt x="284" y="1158"/>
                      <a:pt x="532" y="1040"/>
                      <a:pt x="780" y="922"/>
                    </a:cubicBezTo>
                    <a:cubicBezTo>
                      <a:pt x="898" y="863"/>
                      <a:pt x="1004" y="804"/>
                      <a:pt x="1087" y="757"/>
                    </a:cubicBezTo>
                    <a:lnTo>
                      <a:pt x="1087" y="8"/>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844093" y="6510651"/>
                <a:ext cx="87381" cy="168243"/>
              </a:xfrm>
              <a:custGeom>
                <a:avLst/>
                <a:gdLst/>
                <a:ahLst/>
                <a:cxnLst/>
                <a:rect l="l" t="t" r="r" b="b"/>
                <a:pathLst>
                  <a:path w="1099" h="2116" extrusionOk="0">
                    <a:moveTo>
                      <a:pt x="1099" y="1"/>
                    </a:moveTo>
                    <a:cubicBezTo>
                      <a:pt x="1004" y="36"/>
                      <a:pt x="922" y="95"/>
                      <a:pt x="815" y="154"/>
                    </a:cubicBezTo>
                    <a:cubicBezTo>
                      <a:pt x="579" y="308"/>
                      <a:pt x="296" y="390"/>
                      <a:pt x="0" y="461"/>
                    </a:cubicBezTo>
                    <a:lnTo>
                      <a:pt x="0" y="2115"/>
                    </a:lnTo>
                    <a:cubicBezTo>
                      <a:pt x="296" y="2032"/>
                      <a:pt x="555" y="1926"/>
                      <a:pt x="815" y="1784"/>
                    </a:cubicBezTo>
                    <a:cubicBezTo>
                      <a:pt x="922" y="1725"/>
                      <a:pt x="1004" y="1666"/>
                      <a:pt x="1099" y="1595"/>
                    </a:cubicBezTo>
                    <a:lnTo>
                      <a:pt x="1099"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47281" y="6698534"/>
                <a:ext cx="62018" cy="364474"/>
              </a:xfrm>
              <a:custGeom>
                <a:avLst/>
                <a:gdLst/>
                <a:ahLst/>
                <a:cxnLst/>
                <a:rect l="l" t="t" r="r" b="b"/>
                <a:pathLst>
                  <a:path w="780" h="4584" extrusionOk="0">
                    <a:moveTo>
                      <a:pt x="0" y="0"/>
                    </a:moveTo>
                    <a:lnTo>
                      <a:pt x="0" y="4135"/>
                    </a:lnTo>
                    <a:lnTo>
                      <a:pt x="780" y="4584"/>
                    </a:lnTo>
                    <a:lnTo>
                      <a:pt x="780" y="449"/>
                    </a:lnTo>
                    <a:lnTo>
                      <a:pt x="0" y="0"/>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547281" y="6626179"/>
                <a:ext cx="62018" cy="91198"/>
              </a:xfrm>
              <a:custGeom>
                <a:avLst/>
                <a:gdLst/>
                <a:ahLst/>
                <a:cxnLst/>
                <a:rect l="l" t="t" r="r" b="b"/>
                <a:pathLst>
                  <a:path w="780" h="1147" extrusionOk="0">
                    <a:moveTo>
                      <a:pt x="0" y="1"/>
                    </a:moveTo>
                    <a:lnTo>
                      <a:pt x="0" y="686"/>
                    </a:lnTo>
                    <a:lnTo>
                      <a:pt x="780" y="1146"/>
                    </a:lnTo>
                    <a:lnTo>
                      <a:pt x="780" y="449"/>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5547281" y="6444896"/>
                <a:ext cx="62018" cy="202989"/>
              </a:xfrm>
              <a:custGeom>
                <a:avLst/>
                <a:gdLst/>
                <a:ahLst/>
                <a:cxnLst/>
                <a:rect l="l" t="t" r="r" b="b"/>
                <a:pathLst>
                  <a:path w="780" h="2553" extrusionOk="0">
                    <a:moveTo>
                      <a:pt x="0" y="1"/>
                    </a:moveTo>
                    <a:lnTo>
                      <a:pt x="0" y="2092"/>
                    </a:lnTo>
                    <a:lnTo>
                      <a:pt x="780" y="2552"/>
                    </a:lnTo>
                    <a:lnTo>
                      <a:pt x="780" y="438"/>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5790011" y="70455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5467836" y="70445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5466881" y="62884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9" name="Google Shape;4139;p40"/>
            <p:cNvGrpSpPr/>
            <p:nvPr/>
          </p:nvGrpSpPr>
          <p:grpSpPr>
            <a:xfrm>
              <a:off x="7236625" y="3453800"/>
              <a:ext cx="1314274" cy="809400"/>
              <a:chOff x="5522300" y="5335650"/>
              <a:chExt cx="1314274" cy="809400"/>
            </a:xfrm>
          </p:grpSpPr>
          <p:sp>
            <p:nvSpPr>
              <p:cNvPr id="4140" name="Google Shape;4140;p40"/>
              <p:cNvSpPr/>
              <p:nvPr/>
            </p:nvSpPr>
            <p:spPr>
              <a:xfrm>
                <a:off x="5522300" y="5959482"/>
                <a:ext cx="311312" cy="185568"/>
              </a:xfrm>
              <a:custGeom>
                <a:avLst/>
                <a:gdLst/>
                <a:ahLst/>
                <a:cxnLst/>
                <a:rect l="l" t="t" r="r" b="b"/>
                <a:pathLst>
                  <a:path w="5412" h="3226" extrusionOk="0">
                    <a:moveTo>
                      <a:pt x="2730" y="0"/>
                    </a:moveTo>
                    <a:lnTo>
                      <a:pt x="1" y="1512"/>
                    </a:lnTo>
                    <a:lnTo>
                      <a:pt x="3108" y="3225"/>
                    </a:lnTo>
                    <a:lnTo>
                      <a:pt x="5033" y="3048"/>
                    </a:lnTo>
                    <a:lnTo>
                      <a:pt x="5411" y="1855"/>
                    </a:lnTo>
                    <a:lnTo>
                      <a:pt x="273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728491" y="5355380"/>
                <a:ext cx="8858" cy="72076"/>
              </a:xfrm>
              <a:custGeom>
                <a:avLst/>
                <a:gdLst/>
                <a:ahLst/>
                <a:cxnLst/>
                <a:rect l="l" t="t" r="r" b="b"/>
                <a:pathLst>
                  <a:path w="154" h="1253" extrusionOk="0">
                    <a:moveTo>
                      <a:pt x="154" y="0"/>
                    </a:moveTo>
                    <a:lnTo>
                      <a:pt x="0" y="83"/>
                    </a:lnTo>
                    <a:lnTo>
                      <a:pt x="0" y="1253"/>
                    </a:lnTo>
                    <a:lnTo>
                      <a:pt x="154" y="1170"/>
                    </a:lnTo>
                    <a:lnTo>
                      <a:pt x="154"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5720753" y="5941133"/>
                <a:ext cx="66611" cy="169231"/>
              </a:xfrm>
              <a:custGeom>
                <a:avLst/>
                <a:gdLst/>
                <a:ahLst/>
                <a:cxnLst/>
                <a:rect l="l" t="t" r="r" b="b"/>
                <a:pathLst>
                  <a:path w="1158" h="2942" extrusionOk="0">
                    <a:moveTo>
                      <a:pt x="0" y="0"/>
                    </a:moveTo>
                    <a:lnTo>
                      <a:pt x="0" y="2280"/>
                    </a:lnTo>
                    <a:lnTo>
                      <a:pt x="1158" y="2942"/>
                    </a:lnTo>
                    <a:lnTo>
                      <a:pt x="1158" y="674"/>
                    </a:lnTo>
                    <a:lnTo>
                      <a:pt x="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679279" y="5926867"/>
                <a:ext cx="33363" cy="150191"/>
              </a:xfrm>
              <a:custGeom>
                <a:avLst/>
                <a:gdLst/>
                <a:ahLst/>
                <a:cxnLst/>
                <a:rect l="l" t="t" r="r" b="b"/>
                <a:pathLst>
                  <a:path w="580" h="2611" extrusionOk="0">
                    <a:moveTo>
                      <a:pt x="1" y="0"/>
                    </a:moveTo>
                    <a:lnTo>
                      <a:pt x="1" y="2280"/>
                    </a:lnTo>
                    <a:lnTo>
                      <a:pt x="579" y="2611"/>
                    </a:lnTo>
                    <a:lnTo>
                      <a:pt x="579" y="343"/>
                    </a:lnTo>
                    <a:lnTo>
                      <a:pt x="1"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5712585" y="5941133"/>
                <a:ext cx="8226" cy="135926"/>
              </a:xfrm>
              <a:custGeom>
                <a:avLst/>
                <a:gdLst/>
                <a:ahLst/>
                <a:cxnLst/>
                <a:rect l="l" t="t" r="r" b="b"/>
                <a:pathLst>
                  <a:path w="143" h="2363" extrusionOk="0">
                    <a:moveTo>
                      <a:pt x="142" y="0"/>
                    </a:moveTo>
                    <a:lnTo>
                      <a:pt x="0" y="95"/>
                    </a:lnTo>
                    <a:lnTo>
                      <a:pt x="0" y="2363"/>
                    </a:lnTo>
                    <a:lnTo>
                      <a:pt x="142" y="2280"/>
                    </a:lnTo>
                    <a:lnTo>
                      <a:pt x="142"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5811811" y="5413133"/>
                <a:ext cx="1024763" cy="721735"/>
              </a:xfrm>
              <a:custGeom>
                <a:avLst/>
                <a:gdLst/>
                <a:ahLst/>
                <a:cxnLst/>
                <a:rect l="l" t="t" r="r" b="b"/>
                <a:pathLst>
                  <a:path w="17815" h="12547" extrusionOk="0">
                    <a:moveTo>
                      <a:pt x="17815" y="0"/>
                    </a:moveTo>
                    <a:lnTo>
                      <a:pt x="0" y="10278"/>
                    </a:lnTo>
                    <a:lnTo>
                      <a:pt x="0" y="12546"/>
                    </a:lnTo>
                    <a:lnTo>
                      <a:pt x="17815" y="2257"/>
                    </a:lnTo>
                    <a:lnTo>
                      <a:pt x="17815"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5679279" y="5335650"/>
                <a:ext cx="1157295" cy="668699"/>
              </a:xfrm>
              <a:custGeom>
                <a:avLst/>
                <a:gdLst/>
                <a:ahLst/>
                <a:cxnLst/>
                <a:rect l="l" t="t" r="r" b="b"/>
                <a:pathLst>
                  <a:path w="20119" h="11625" extrusionOk="0">
                    <a:moveTo>
                      <a:pt x="17815" y="1"/>
                    </a:moveTo>
                    <a:lnTo>
                      <a:pt x="1" y="10278"/>
                    </a:lnTo>
                    <a:lnTo>
                      <a:pt x="579" y="10621"/>
                    </a:lnTo>
                    <a:lnTo>
                      <a:pt x="721" y="10526"/>
                    </a:lnTo>
                    <a:lnTo>
                      <a:pt x="1879" y="11200"/>
                    </a:lnTo>
                    <a:lnTo>
                      <a:pt x="1737" y="11282"/>
                    </a:lnTo>
                    <a:lnTo>
                      <a:pt x="2304" y="11625"/>
                    </a:lnTo>
                    <a:lnTo>
                      <a:pt x="20119" y="1347"/>
                    </a:lnTo>
                    <a:lnTo>
                      <a:pt x="19540" y="1005"/>
                    </a:lnTo>
                    <a:lnTo>
                      <a:pt x="19398" y="1099"/>
                    </a:lnTo>
                    <a:lnTo>
                      <a:pt x="18240" y="426"/>
                    </a:lnTo>
                    <a:lnTo>
                      <a:pt x="18394" y="343"/>
                    </a:lnTo>
                    <a:lnTo>
                      <a:pt x="17815" y="1"/>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5747213" y="5525244"/>
                <a:ext cx="762518" cy="439012"/>
              </a:xfrm>
              <a:custGeom>
                <a:avLst/>
                <a:gdLst/>
                <a:ahLst/>
                <a:cxnLst/>
                <a:rect l="l" t="t" r="r" b="b"/>
                <a:pathLst>
                  <a:path w="13256" h="7632" extrusionOk="0">
                    <a:moveTo>
                      <a:pt x="12688" y="1"/>
                    </a:moveTo>
                    <a:lnTo>
                      <a:pt x="1" y="7313"/>
                    </a:lnTo>
                    <a:lnTo>
                      <a:pt x="568" y="7632"/>
                    </a:lnTo>
                    <a:lnTo>
                      <a:pt x="12688" y="639"/>
                    </a:lnTo>
                    <a:lnTo>
                      <a:pt x="13255" y="308"/>
                    </a:lnTo>
                    <a:lnTo>
                      <a:pt x="12688" y="1"/>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519166" y="5373730"/>
                <a:ext cx="250798" cy="145474"/>
              </a:xfrm>
              <a:custGeom>
                <a:avLst/>
                <a:gdLst/>
                <a:ahLst/>
                <a:cxnLst/>
                <a:rect l="l" t="t" r="r" b="b"/>
                <a:pathLst>
                  <a:path w="4360" h="2529" extrusionOk="0">
                    <a:moveTo>
                      <a:pt x="3816" y="0"/>
                    </a:moveTo>
                    <a:lnTo>
                      <a:pt x="1" y="2209"/>
                    </a:lnTo>
                    <a:lnTo>
                      <a:pt x="556" y="2528"/>
                    </a:lnTo>
                    <a:lnTo>
                      <a:pt x="3816" y="650"/>
                    </a:lnTo>
                    <a:lnTo>
                      <a:pt x="4360" y="331"/>
                    </a:lnTo>
                    <a:lnTo>
                      <a:pt x="3816"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5707810" y="5916685"/>
                <a:ext cx="38137" cy="22434"/>
              </a:xfrm>
              <a:custGeom>
                <a:avLst/>
                <a:gdLst/>
                <a:ahLst/>
                <a:cxnLst/>
                <a:rect l="l" t="t" r="r" b="b"/>
                <a:pathLst>
                  <a:path w="663" h="390" extrusionOk="0">
                    <a:moveTo>
                      <a:pt x="178" y="0"/>
                    </a:moveTo>
                    <a:lnTo>
                      <a:pt x="1" y="106"/>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5732948" y="5901730"/>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5759466" y="5886774"/>
                <a:ext cx="38137" cy="22491"/>
              </a:xfrm>
              <a:custGeom>
                <a:avLst/>
                <a:gdLst/>
                <a:ahLst/>
                <a:cxnLst/>
                <a:rect l="l" t="t" r="r" b="b"/>
                <a:pathLst>
                  <a:path w="663" h="391" extrusionOk="0">
                    <a:moveTo>
                      <a:pt x="178" y="0"/>
                    </a:moveTo>
                    <a:lnTo>
                      <a:pt x="1" y="107"/>
                    </a:lnTo>
                    <a:lnTo>
                      <a:pt x="473"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5784603" y="5871818"/>
                <a:ext cx="38137" cy="21801"/>
              </a:xfrm>
              <a:custGeom>
                <a:avLst/>
                <a:gdLst/>
                <a:ahLst/>
                <a:cxnLst/>
                <a:rect l="l" t="t" r="r" b="b"/>
                <a:pathLst>
                  <a:path w="663" h="379" extrusionOk="0">
                    <a:moveTo>
                      <a:pt x="201" y="0"/>
                    </a:moveTo>
                    <a:lnTo>
                      <a:pt x="1" y="107"/>
                    </a:lnTo>
                    <a:lnTo>
                      <a:pt x="497" y="378"/>
                    </a:lnTo>
                    <a:lnTo>
                      <a:pt x="662"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5810431" y="5857552"/>
                <a:ext cx="38770" cy="21801"/>
              </a:xfrm>
              <a:custGeom>
                <a:avLst/>
                <a:gdLst/>
                <a:ahLst/>
                <a:cxnLst/>
                <a:rect l="l" t="t" r="r" b="b"/>
                <a:pathLst>
                  <a:path w="674"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5836948" y="5841906"/>
                <a:ext cx="38080" cy="22491"/>
              </a:xfrm>
              <a:custGeom>
                <a:avLst/>
                <a:gdLst/>
                <a:ahLst/>
                <a:cxnLst/>
                <a:rect l="l" t="t" r="r" b="b"/>
                <a:pathLst>
                  <a:path w="662" h="391" extrusionOk="0">
                    <a:moveTo>
                      <a:pt x="177" y="1"/>
                    </a:moveTo>
                    <a:lnTo>
                      <a:pt x="0" y="107"/>
                    </a:lnTo>
                    <a:lnTo>
                      <a:pt x="473" y="390"/>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5862086" y="5827640"/>
                <a:ext cx="38080" cy="21801"/>
              </a:xfrm>
              <a:custGeom>
                <a:avLst/>
                <a:gdLst/>
                <a:ahLst/>
                <a:cxnLst/>
                <a:rect l="l" t="t" r="r" b="b"/>
                <a:pathLst>
                  <a:path w="662" h="379" extrusionOk="0">
                    <a:moveTo>
                      <a:pt x="189" y="1"/>
                    </a:moveTo>
                    <a:lnTo>
                      <a:pt x="0" y="107"/>
                    </a:lnTo>
                    <a:lnTo>
                      <a:pt x="485" y="379"/>
                    </a:lnTo>
                    <a:lnTo>
                      <a:pt x="662"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5887913" y="5811994"/>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5913741" y="5797038"/>
                <a:ext cx="38770" cy="23182"/>
              </a:xfrm>
              <a:custGeom>
                <a:avLst/>
                <a:gdLst/>
                <a:ahLst/>
                <a:cxnLst/>
                <a:rect l="l" t="t" r="r" b="b"/>
                <a:pathLst>
                  <a:path w="674" h="403" extrusionOk="0">
                    <a:moveTo>
                      <a:pt x="177" y="1"/>
                    </a:moveTo>
                    <a:lnTo>
                      <a:pt x="0" y="119"/>
                    </a:lnTo>
                    <a:lnTo>
                      <a:pt x="484" y="403"/>
                    </a:lnTo>
                    <a:lnTo>
                      <a:pt x="674"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5939569" y="5782773"/>
                <a:ext cx="38770" cy="21801"/>
              </a:xfrm>
              <a:custGeom>
                <a:avLst/>
                <a:gdLst/>
                <a:ahLst/>
                <a:cxnLst/>
                <a:rect l="l" t="t" r="r" b="b"/>
                <a:pathLst>
                  <a:path w="674" h="379" extrusionOk="0">
                    <a:moveTo>
                      <a:pt x="189" y="1"/>
                    </a:moveTo>
                    <a:lnTo>
                      <a:pt x="0" y="95"/>
                    </a:lnTo>
                    <a:lnTo>
                      <a:pt x="484" y="379"/>
                    </a:lnTo>
                    <a:lnTo>
                      <a:pt x="673" y="273"/>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5964706" y="5767184"/>
                <a:ext cx="39460" cy="23124"/>
              </a:xfrm>
              <a:custGeom>
                <a:avLst/>
                <a:gdLst/>
                <a:ahLst/>
                <a:cxnLst/>
                <a:rect l="l" t="t" r="r" b="b"/>
                <a:pathLst>
                  <a:path w="686" h="402" extrusionOk="0">
                    <a:moveTo>
                      <a:pt x="189" y="0"/>
                    </a:moveTo>
                    <a:lnTo>
                      <a:pt x="0" y="118"/>
                    </a:lnTo>
                    <a:lnTo>
                      <a:pt x="484" y="402"/>
                    </a:lnTo>
                    <a:lnTo>
                      <a:pt x="685"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5991166" y="5752919"/>
                <a:ext cx="38137" cy="21801"/>
              </a:xfrm>
              <a:custGeom>
                <a:avLst/>
                <a:gdLst/>
                <a:ahLst/>
                <a:cxnLst/>
                <a:rect l="l" t="t" r="r" b="b"/>
                <a:pathLst>
                  <a:path w="663" h="379" extrusionOk="0">
                    <a:moveTo>
                      <a:pt x="178" y="0"/>
                    </a:moveTo>
                    <a:lnTo>
                      <a:pt x="1" y="106"/>
                    </a:lnTo>
                    <a:lnTo>
                      <a:pt x="485"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6016994" y="5737273"/>
                <a:ext cx="38828" cy="23182"/>
              </a:xfrm>
              <a:custGeom>
                <a:avLst/>
                <a:gdLst/>
                <a:ahLst/>
                <a:cxnLst/>
                <a:rect l="l" t="t" r="r" b="b"/>
                <a:pathLst>
                  <a:path w="675" h="403" extrusionOk="0">
                    <a:moveTo>
                      <a:pt x="190" y="0"/>
                    </a:moveTo>
                    <a:lnTo>
                      <a:pt x="1" y="119"/>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042131" y="5723007"/>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068649" y="5708051"/>
                <a:ext cx="38137" cy="22491"/>
              </a:xfrm>
              <a:custGeom>
                <a:avLst/>
                <a:gdLst/>
                <a:ahLst/>
                <a:cxnLst/>
                <a:rect l="l" t="t" r="r" b="b"/>
                <a:pathLst>
                  <a:path w="663" h="391" extrusionOk="0">
                    <a:moveTo>
                      <a:pt x="178" y="0"/>
                    </a:moveTo>
                    <a:lnTo>
                      <a:pt x="1" y="119"/>
                    </a:lnTo>
                    <a:lnTo>
                      <a:pt x="485" y="390"/>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093787" y="5693095"/>
                <a:ext cx="39460" cy="22491"/>
              </a:xfrm>
              <a:custGeom>
                <a:avLst/>
                <a:gdLst/>
                <a:ahLst/>
                <a:cxnLst/>
                <a:rect l="l" t="t" r="r" b="b"/>
                <a:pathLst>
                  <a:path w="686" h="391" extrusionOk="0">
                    <a:moveTo>
                      <a:pt x="201" y="1"/>
                    </a:moveTo>
                    <a:lnTo>
                      <a:pt x="1" y="107"/>
                    </a:lnTo>
                    <a:lnTo>
                      <a:pt x="497" y="390"/>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120305" y="5678139"/>
                <a:ext cx="38080" cy="23182"/>
              </a:xfrm>
              <a:custGeom>
                <a:avLst/>
                <a:gdLst/>
                <a:ahLst/>
                <a:cxnLst/>
                <a:rect l="l" t="t" r="r" b="b"/>
                <a:pathLst>
                  <a:path w="662" h="403" extrusionOk="0">
                    <a:moveTo>
                      <a:pt x="178" y="1"/>
                    </a:moveTo>
                    <a:lnTo>
                      <a:pt x="0" y="119"/>
                    </a:lnTo>
                    <a:lnTo>
                      <a:pt x="473" y="402"/>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145442" y="5663874"/>
                <a:ext cx="38770" cy="21801"/>
              </a:xfrm>
              <a:custGeom>
                <a:avLst/>
                <a:gdLst/>
                <a:ahLst/>
                <a:cxnLst/>
                <a:rect l="l" t="t" r="r" b="b"/>
                <a:pathLst>
                  <a:path w="674" h="379" extrusionOk="0">
                    <a:moveTo>
                      <a:pt x="201" y="1"/>
                    </a:moveTo>
                    <a:lnTo>
                      <a:pt x="0" y="95"/>
                    </a:lnTo>
                    <a:lnTo>
                      <a:pt x="497" y="379"/>
                    </a:lnTo>
                    <a:lnTo>
                      <a:pt x="674" y="272"/>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171270" y="5648228"/>
                <a:ext cx="39460" cy="22491"/>
              </a:xfrm>
              <a:custGeom>
                <a:avLst/>
                <a:gdLst/>
                <a:ahLst/>
                <a:cxnLst/>
                <a:rect l="l" t="t" r="r" b="b"/>
                <a:pathLst>
                  <a:path w="686" h="391" extrusionOk="0">
                    <a:moveTo>
                      <a:pt x="189" y="1"/>
                    </a:moveTo>
                    <a:lnTo>
                      <a:pt x="0" y="107"/>
                    </a:lnTo>
                    <a:lnTo>
                      <a:pt x="485" y="391"/>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197787" y="5633962"/>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222925" y="5618373"/>
                <a:ext cx="38770" cy="22434"/>
              </a:xfrm>
              <a:custGeom>
                <a:avLst/>
                <a:gdLst/>
                <a:ahLst/>
                <a:cxnLst/>
                <a:rect l="l" t="t" r="r" b="b"/>
                <a:pathLst>
                  <a:path w="674" h="390" extrusionOk="0">
                    <a:moveTo>
                      <a:pt x="201" y="0"/>
                    </a:moveTo>
                    <a:lnTo>
                      <a:pt x="0" y="106"/>
                    </a:lnTo>
                    <a:lnTo>
                      <a:pt x="496" y="390"/>
                    </a:lnTo>
                    <a:lnTo>
                      <a:pt x="674"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248752" y="5604050"/>
                <a:ext cx="38770" cy="22491"/>
              </a:xfrm>
              <a:custGeom>
                <a:avLst/>
                <a:gdLst/>
                <a:ahLst/>
                <a:cxnLst/>
                <a:rect l="l" t="t" r="r" b="b"/>
                <a:pathLst>
                  <a:path w="674" h="391" extrusionOk="0">
                    <a:moveTo>
                      <a:pt x="189" y="1"/>
                    </a:moveTo>
                    <a:lnTo>
                      <a:pt x="0" y="107"/>
                    </a:lnTo>
                    <a:lnTo>
                      <a:pt x="484" y="391"/>
                    </a:lnTo>
                    <a:lnTo>
                      <a:pt x="673" y="285"/>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275213" y="5589152"/>
                <a:ext cx="38137" cy="21801"/>
              </a:xfrm>
              <a:custGeom>
                <a:avLst/>
                <a:gdLst/>
                <a:ahLst/>
                <a:cxnLst/>
                <a:rect l="l" t="t" r="r" b="b"/>
                <a:pathLst>
                  <a:path w="663" h="379" extrusionOk="0">
                    <a:moveTo>
                      <a:pt x="178" y="0"/>
                    </a:moveTo>
                    <a:lnTo>
                      <a:pt x="1" y="95"/>
                    </a:lnTo>
                    <a:lnTo>
                      <a:pt x="485"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300350" y="5574196"/>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326178" y="5559240"/>
                <a:ext cx="38828" cy="21801"/>
              </a:xfrm>
              <a:custGeom>
                <a:avLst/>
                <a:gdLst/>
                <a:ahLst/>
                <a:cxnLst/>
                <a:rect l="l" t="t" r="r" b="b"/>
                <a:pathLst>
                  <a:path w="675" h="379" extrusionOk="0">
                    <a:moveTo>
                      <a:pt x="190" y="0"/>
                    </a:moveTo>
                    <a:lnTo>
                      <a:pt x="1" y="107"/>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352005" y="5544975"/>
                <a:ext cx="38828" cy="21801"/>
              </a:xfrm>
              <a:custGeom>
                <a:avLst/>
                <a:gdLst/>
                <a:ahLst/>
                <a:cxnLst/>
                <a:rect l="l" t="t" r="r" b="b"/>
                <a:pathLst>
                  <a:path w="675" h="379" extrusionOk="0">
                    <a:moveTo>
                      <a:pt x="178" y="0"/>
                    </a:moveTo>
                    <a:lnTo>
                      <a:pt x="1" y="95"/>
                    </a:lnTo>
                    <a:lnTo>
                      <a:pt x="497" y="378"/>
                    </a:lnTo>
                    <a:lnTo>
                      <a:pt x="674" y="260"/>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377833" y="5529328"/>
                <a:ext cx="38770" cy="22491"/>
              </a:xfrm>
              <a:custGeom>
                <a:avLst/>
                <a:gdLst/>
                <a:ahLst/>
                <a:cxnLst/>
                <a:rect l="l" t="t" r="r" b="b"/>
                <a:pathLst>
                  <a:path w="674" h="391" extrusionOk="0">
                    <a:moveTo>
                      <a:pt x="190" y="1"/>
                    </a:moveTo>
                    <a:lnTo>
                      <a:pt x="1"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404351" y="5514373"/>
                <a:ext cx="38080" cy="22491"/>
              </a:xfrm>
              <a:custGeom>
                <a:avLst/>
                <a:gdLst/>
                <a:ahLst/>
                <a:cxnLst/>
                <a:rect l="l" t="t" r="r" b="b"/>
                <a:pathLst>
                  <a:path w="662" h="391" extrusionOk="0">
                    <a:moveTo>
                      <a:pt x="177" y="1"/>
                    </a:moveTo>
                    <a:lnTo>
                      <a:pt x="0" y="119"/>
                    </a:lnTo>
                    <a:lnTo>
                      <a:pt x="473" y="390"/>
                    </a:lnTo>
                    <a:lnTo>
                      <a:pt x="662" y="272"/>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429488" y="5499417"/>
                <a:ext cx="38080" cy="22491"/>
              </a:xfrm>
              <a:custGeom>
                <a:avLst/>
                <a:gdLst/>
                <a:ahLst/>
                <a:cxnLst/>
                <a:rect l="l" t="t" r="r" b="b"/>
                <a:pathLst>
                  <a:path w="662" h="391" extrusionOk="0">
                    <a:moveTo>
                      <a:pt x="178" y="1"/>
                    </a:moveTo>
                    <a:lnTo>
                      <a:pt x="0" y="107"/>
                    </a:lnTo>
                    <a:lnTo>
                      <a:pt x="485"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455316" y="548446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481144" y="5470195"/>
                <a:ext cx="38080" cy="21801"/>
              </a:xfrm>
              <a:custGeom>
                <a:avLst/>
                <a:gdLst/>
                <a:ahLst/>
                <a:cxnLst/>
                <a:rect l="l" t="t" r="r" b="b"/>
                <a:pathLst>
                  <a:path w="662" h="379" extrusionOk="0">
                    <a:moveTo>
                      <a:pt x="177" y="1"/>
                    </a:moveTo>
                    <a:lnTo>
                      <a:pt x="0" y="95"/>
                    </a:lnTo>
                    <a:lnTo>
                      <a:pt x="473" y="379"/>
                    </a:lnTo>
                    <a:lnTo>
                      <a:pt x="662" y="273"/>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506971" y="5454607"/>
                <a:ext cx="38080" cy="23124"/>
              </a:xfrm>
              <a:custGeom>
                <a:avLst/>
                <a:gdLst/>
                <a:ahLst/>
                <a:cxnLst/>
                <a:rect l="l" t="t" r="r" b="b"/>
                <a:pathLst>
                  <a:path w="662" h="402" extrusionOk="0">
                    <a:moveTo>
                      <a:pt x="189" y="0"/>
                    </a:moveTo>
                    <a:lnTo>
                      <a:pt x="0" y="118"/>
                    </a:lnTo>
                    <a:lnTo>
                      <a:pt x="484" y="402"/>
                    </a:lnTo>
                    <a:lnTo>
                      <a:pt x="662"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532109" y="5440341"/>
                <a:ext cx="39460" cy="21801"/>
              </a:xfrm>
              <a:custGeom>
                <a:avLst/>
                <a:gdLst/>
                <a:ahLst/>
                <a:cxnLst/>
                <a:rect l="l" t="t" r="r" b="b"/>
                <a:pathLst>
                  <a:path w="686" h="379" extrusionOk="0">
                    <a:moveTo>
                      <a:pt x="201" y="0"/>
                    </a:moveTo>
                    <a:lnTo>
                      <a:pt x="0" y="106"/>
                    </a:lnTo>
                    <a:lnTo>
                      <a:pt x="496" y="378"/>
                    </a:lnTo>
                    <a:lnTo>
                      <a:pt x="685"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558569" y="5424695"/>
                <a:ext cx="38137" cy="23124"/>
              </a:xfrm>
              <a:custGeom>
                <a:avLst/>
                <a:gdLst/>
                <a:ahLst/>
                <a:cxnLst/>
                <a:rect l="l" t="t" r="r" b="b"/>
                <a:pathLst>
                  <a:path w="663" h="402" extrusionOk="0">
                    <a:moveTo>
                      <a:pt x="178" y="0"/>
                    </a:moveTo>
                    <a:lnTo>
                      <a:pt x="1" y="118"/>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584397" y="5410429"/>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609534" y="5395473"/>
                <a:ext cx="39518" cy="22491"/>
              </a:xfrm>
              <a:custGeom>
                <a:avLst/>
                <a:gdLst/>
                <a:ahLst/>
                <a:cxnLst/>
                <a:rect l="l" t="t" r="r" b="b"/>
                <a:pathLst>
                  <a:path w="687" h="391" extrusionOk="0">
                    <a:moveTo>
                      <a:pt x="190" y="0"/>
                    </a:moveTo>
                    <a:lnTo>
                      <a:pt x="1" y="118"/>
                    </a:lnTo>
                    <a:lnTo>
                      <a:pt x="485" y="390"/>
                    </a:lnTo>
                    <a:lnTo>
                      <a:pt x="686"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636052" y="5380518"/>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6661189" y="5365562"/>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6687017" y="5351296"/>
                <a:ext cx="38770" cy="21801"/>
              </a:xfrm>
              <a:custGeom>
                <a:avLst/>
                <a:gdLst/>
                <a:ahLst/>
                <a:cxnLst/>
                <a:rect l="l" t="t" r="r" b="b"/>
                <a:pathLst>
                  <a:path w="674" h="379" extrusionOk="0">
                    <a:moveTo>
                      <a:pt x="190" y="0"/>
                    </a:moveTo>
                    <a:lnTo>
                      <a:pt x="1" y="95"/>
                    </a:lnTo>
                    <a:lnTo>
                      <a:pt x="485" y="379"/>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94784" y="5966960"/>
                <a:ext cx="38828" cy="23124"/>
              </a:xfrm>
              <a:custGeom>
                <a:avLst/>
                <a:gdLst/>
                <a:ahLst/>
                <a:cxnLst/>
                <a:rect l="l" t="t" r="r" b="b"/>
                <a:pathLst>
                  <a:path w="675" h="402" extrusionOk="0">
                    <a:moveTo>
                      <a:pt x="190" y="0"/>
                    </a:moveTo>
                    <a:lnTo>
                      <a:pt x="1" y="118"/>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820612" y="5952695"/>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847130" y="5937048"/>
                <a:ext cx="38080" cy="22491"/>
              </a:xfrm>
              <a:custGeom>
                <a:avLst/>
                <a:gdLst/>
                <a:ahLst/>
                <a:cxnLst/>
                <a:rect l="l" t="t" r="r" b="b"/>
                <a:pathLst>
                  <a:path w="662" h="391" extrusionOk="0">
                    <a:moveTo>
                      <a:pt x="166" y="0"/>
                    </a:moveTo>
                    <a:lnTo>
                      <a:pt x="0" y="107"/>
                    </a:lnTo>
                    <a:lnTo>
                      <a:pt x="485" y="390"/>
                    </a:lnTo>
                    <a:lnTo>
                      <a:pt x="662" y="284"/>
                    </a:lnTo>
                    <a:lnTo>
                      <a:pt x="166"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872267" y="5922783"/>
                <a:ext cx="39460" cy="21801"/>
              </a:xfrm>
              <a:custGeom>
                <a:avLst/>
                <a:gdLst/>
                <a:ahLst/>
                <a:cxnLst/>
                <a:rect l="l" t="t" r="r" b="b"/>
                <a:pathLst>
                  <a:path w="686" h="379" extrusionOk="0">
                    <a:moveTo>
                      <a:pt x="190" y="0"/>
                    </a:moveTo>
                    <a:lnTo>
                      <a:pt x="1" y="107"/>
                    </a:lnTo>
                    <a:lnTo>
                      <a:pt x="485" y="378"/>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898095" y="5907137"/>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923923" y="5892871"/>
                <a:ext cx="38770" cy="22491"/>
              </a:xfrm>
              <a:custGeom>
                <a:avLst/>
                <a:gdLst/>
                <a:ahLst/>
                <a:cxnLst/>
                <a:rect l="l" t="t" r="r" b="b"/>
                <a:pathLst>
                  <a:path w="674" h="391" extrusionOk="0">
                    <a:moveTo>
                      <a:pt x="178" y="1"/>
                    </a:moveTo>
                    <a:lnTo>
                      <a:pt x="0" y="107"/>
                    </a:lnTo>
                    <a:lnTo>
                      <a:pt x="497" y="390"/>
                    </a:lnTo>
                    <a:lnTo>
                      <a:pt x="674"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949750" y="5877915"/>
                <a:ext cx="38770" cy="21801"/>
              </a:xfrm>
              <a:custGeom>
                <a:avLst/>
                <a:gdLst/>
                <a:ahLst/>
                <a:cxnLst/>
                <a:rect l="l" t="t" r="r" b="b"/>
                <a:pathLst>
                  <a:path w="674" h="379" extrusionOk="0">
                    <a:moveTo>
                      <a:pt x="189" y="1"/>
                    </a:moveTo>
                    <a:lnTo>
                      <a:pt x="0" y="95"/>
                    </a:lnTo>
                    <a:lnTo>
                      <a:pt x="485" y="379"/>
                    </a:lnTo>
                    <a:lnTo>
                      <a:pt x="674" y="272"/>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974888" y="5862959"/>
                <a:ext cx="39460" cy="22491"/>
              </a:xfrm>
              <a:custGeom>
                <a:avLst/>
                <a:gdLst/>
                <a:ahLst/>
                <a:cxnLst/>
                <a:rect l="l" t="t" r="r" b="b"/>
                <a:pathLst>
                  <a:path w="686" h="391" extrusionOk="0">
                    <a:moveTo>
                      <a:pt x="201" y="1"/>
                    </a:moveTo>
                    <a:lnTo>
                      <a:pt x="0" y="107"/>
                    </a:lnTo>
                    <a:lnTo>
                      <a:pt x="496" y="391"/>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6001405" y="5848003"/>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6026543" y="5833738"/>
                <a:ext cx="39460" cy="21801"/>
              </a:xfrm>
              <a:custGeom>
                <a:avLst/>
                <a:gdLst/>
                <a:ahLst/>
                <a:cxnLst/>
                <a:rect l="l" t="t" r="r" b="b"/>
                <a:pathLst>
                  <a:path w="686" h="379" extrusionOk="0">
                    <a:moveTo>
                      <a:pt x="201" y="1"/>
                    </a:moveTo>
                    <a:lnTo>
                      <a:pt x="0" y="95"/>
                    </a:lnTo>
                    <a:lnTo>
                      <a:pt x="496" y="379"/>
                    </a:lnTo>
                    <a:lnTo>
                      <a:pt x="685" y="261"/>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6053003" y="5818149"/>
                <a:ext cx="38828" cy="22434"/>
              </a:xfrm>
              <a:custGeom>
                <a:avLst/>
                <a:gdLst/>
                <a:ahLst/>
                <a:cxnLst/>
                <a:rect l="l" t="t" r="r" b="b"/>
                <a:pathLst>
                  <a:path w="675" h="390" extrusionOk="0">
                    <a:moveTo>
                      <a:pt x="178" y="0"/>
                    </a:moveTo>
                    <a:lnTo>
                      <a:pt x="1" y="106"/>
                    </a:lnTo>
                    <a:lnTo>
                      <a:pt x="473" y="390"/>
                    </a:lnTo>
                    <a:lnTo>
                      <a:pt x="674"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6078831" y="5803193"/>
                <a:ext cx="38137" cy="22491"/>
              </a:xfrm>
              <a:custGeom>
                <a:avLst/>
                <a:gdLst/>
                <a:ahLst/>
                <a:cxnLst/>
                <a:rect l="l" t="t" r="r" b="b"/>
                <a:pathLst>
                  <a:path w="663" h="391" extrusionOk="0">
                    <a:moveTo>
                      <a:pt x="190" y="0"/>
                    </a:moveTo>
                    <a:lnTo>
                      <a:pt x="1" y="118"/>
                    </a:lnTo>
                    <a:lnTo>
                      <a:pt x="485" y="390"/>
                    </a:lnTo>
                    <a:lnTo>
                      <a:pt x="662"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6103968" y="5788238"/>
                <a:ext cx="39518" cy="22491"/>
              </a:xfrm>
              <a:custGeom>
                <a:avLst/>
                <a:gdLst/>
                <a:ahLst/>
                <a:cxnLst/>
                <a:rect l="l" t="t" r="r" b="b"/>
                <a:pathLst>
                  <a:path w="687" h="391" extrusionOk="0">
                    <a:moveTo>
                      <a:pt x="202" y="0"/>
                    </a:moveTo>
                    <a:lnTo>
                      <a:pt x="1" y="107"/>
                    </a:lnTo>
                    <a:lnTo>
                      <a:pt x="497" y="390"/>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6130486" y="5773282"/>
                <a:ext cx="38137" cy="23182"/>
              </a:xfrm>
              <a:custGeom>
                <a:avLst/>
                <a:gdLst/>
                <a:ahLst/>
                <a:cxnLst/>
                <a:rect l="l" t="t" r="r" b="b"/>
                <a:pathLst>
                  <a:path w="663" h="403" extrusionOk="0">
                    <a:moveTo>
                      <a:pt x="178" y="0"/>
                    </a:moveTo>
                    <a:lnTo>
                      <a:pt x="1" y="119"/>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6156314" y="5759016"/>
                <a:ext cx="38080" cy="21801"/>
              </a:xfrm>
              <a:custGeom>
                <a:avLst/>
                <a:gdLst/>
                <a:ahLst/>
                <a:cxnLst/>
                <a:rect l="l" t="t" r="r" b="b"/>
                <a:pathLst>
                  <a:path w="662" h="379" extrusionOk="0">
                    <a:moveTo>
                      <a:pt x="189" y="0"/>
                    </a:moveTo>
                    <a:lnTo>
                      <a:pt x="0" y="95"/>
                    </a:lnTo>
                    <a:lnTo>
                      <a:pt x="485" y="378"/>
                    </a:lnTo>
                    <a:lnTo>
                      <a:pt x="662"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6181451" y="5743370"/>
                <a:ext cx="39460" cy="23182"/>
              </a:xfrm>
              <a:custGeom>
                <a:avLst/>
                <a:gdLst/>
                <a:ahLst/>
                <a:cxnLst/>
                <a:rect l="l" t="t" r="r" b="b"/>
                <a:pathLst>
                  <a:path w="686" h="403" extrusionOk="0">
                    <a:moveTo>
                      <a:pt x="190" y="1"/>
                    </a:moveTo>
                    <a:lnTo>
                      <a:pt x="1" y="119"/>
                    </a:lnTo>
                    <a:lnTo>
                      <a:pt x="485" y="402"/>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6207969" y="5729104"/>
                <a:ext cx="38080" cy="21801"/>
              </a:xfrm>
              <a:custGeom>
                <a:avLst/>
                <a:gdLst/>
                <a:ahLst/>
                <a:cxnLst/>
                <a:rect l="l" t="t" r="r" b="b"/>
                <a:pathLst>
                  <a:path w="662" h="379" extrusionOk="0">
                    <a:moveTo>
                      <a:pt x="177" y="1"/>
                    </a:moveTo>
                    <a:lnTo>
                      <a:pt x="0" y="107"/>
                    </a:lnTo>
                    <a:lnTo>
                      <a:pt x="485"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6233106" y="5713458"/>
                <a:ext cx="39460" cy="23182"/>
              </a:xfrm>
              <a:custGeom>
                <a:avLst/>
                <a:gdLst/>
                <a:ahLst/>
                <a:cxnLst/>
                <a:rect l="l" t="t" r="r" b="b"/>
                <a:pathLst>
                  <a:path w="686" h="403" extrusionOk="0">
                    <a:moveTo>
                      <a:pt x="201" y="1"/>
                    </a:moveTo>
                    <a:lnTo>
                      <a:pt x="0" y="119"/>
                    </a:lnTo>
                    <a:lnTo>
                      <a:pt x="497" y="403"/>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6258934" y="5699193"/>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6285394" y="5684237"/>
                <a:ext cx="38137" cy="21801"/>
              </a:xfrm>
              <a:custGeom>
                <a:avLst/>
                <a:gdLst/>
                <a:ahLst/>
                <a:cxnLst/>
                <a:rect l="l" t="t" r="r" b="b"/>
                <a:pathLst>
                  <a:path w="663" h="379" extrusionOk="0">
                    <a:moveTo>
                      <a:pt x="178" y="1"/>
                    </a:moveTo>
                    <a:lnTo>
                      <a:pt x="1" y="119"/>
                    </a:lnTo>
                    <a:lnTo>
                      <a:pt x="485" y="379"/>
                    </a:lnTo>
                    <a:lnTo>
                      <a:pt x="663" y="273"/>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6310589" y="5669338"/>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6336359" y="5654383"/>
                <a:ext cx="38828" cy="21801"/>
              </a:xfrm>
              <a:custGeom>
                <a:avLst/>
                <a:gdLst/>
                <a:ahLst/>
                <a:cxnLst/>
                <a:rect l="l" t="t" r="r" b="b"/>
                <a:pathLst>
                  <a:path w="675" h="379" extrusionOk="0">
                    <a:moveTo>
                      <a:pt x="190" y="0"/>
                    </a:moveTo>
                    <a:lnTo>
                      <a:pt x="1" y="106"/>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362187" y="5640117"/>
                <a:ext cx="38137" cy="21801"/>
              </a:xfrm>
              <a:custGeom>
                <a:avLst/>
                <a:gdLst/>
                <a:ahLst/>
                <a:cxnLst/>
                <a:rect l="l" t="t" r="r" b="b"/>
                <a:pathLst>
                  <a:path w="663" h="379" extrusionOk="0">
                    <a:moveTo>
                      <a:pt x="178" y="0"/>
                    </a:moveTo>
                    <a:lnTo>
                      <a:pt x="1" y="95"/>
                    </a:lnTo>
                    <a:lnTo>
                      <a:pt x="497"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388015" y="5624471"/>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414532" y="5610205"/>
                <a:ext cx="38137" cy="21801"/>
              </a:xfrm>
              <a:custGeom>
                <a:avLst/>
                <a:gdLst/>
                <a:ahLst/>
                <a:cxnLst/>
                <a:rect l="l" t="t" r="r" b="b"/>
                <a:pathLst>
                  <a:path w="663" h="379" extrusionOk="0">
                    <a:moveTo>
                      <a:pt x="178" y="0"/>
                    </a:moveTo>
                    <a:lnTo>
                      <a:pt x="0" y="107"/>
                    </a:lnTo>
                    <a:lnTo>
                      <a:pt x="473"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439670" y="5594559"/>
                <a:ext cx="38137" cy="22491"/>
              </a:xfrm>
              <a:custGeom>
                <a:avLst/>
                <a:gdLst/>
                <a:ahLst/>
                <a:cxnLst/>
                <a:rect l="l" t="t" r="r" b="b"/>
                <a:pathLst>
                  <a:path w="663" h="391" extrusionOk="0">
                    <a:moveTo>
                      <a:pt x="190" y="1"/>
                    </a:moveTo>
                    <a:lnTo>
                      <a:pt x="1" y="107"/>
                    </a:lnTo>
                    <a:lnTo>
                      <a:pt x="485" y="390"/>
                    </a:lnTo>
                    <a:lnTo>
                      <a:pt x="662"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465497" y="5580293"/>
                <a:ext cx="38770" cy="22491"/>
              </a:xfrm>
              <a:custGeom>
                <a:avLst/>
                <a:gdLst/>
                <a:ahLst/>
                <a:cxnLst/>
                <a:rect l="l" t="t" r="r" b="b"/>
                <a:pathLst>
                  <a:path w="674" h="391" extrusionOk="0">
                    <a:moveTo>
                      <a:pt x="190" y="1"/>
                    </a:moveTo>
                    <a:lnTo>
                      <a:pt x="0"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491325" y="5565338"/>
                <a:ext cx="38770" cy="21801"/>
              </a:xfrm>
              <a:custGeom>
                <a:avLst/>
                <a:gdLst/>
                <a:ahLst/>
                <a:cxnLst/>
                <a:rect l="l" t="t" r="r" b="b"/>
                <a:pathLst>
                  <a:path w="674" h="379" extrusionOk="0">
                    <a:moveTo>
                      <a:pt x="178" y="1"/>
                    </a:moveTo>
                    <a:lnTo>
                      <a:pt x="0" y="95"/>
                    </a:lnTo>
                    <a:lnTo>
                      <a:pt x="485" y="379"/>
                    </a:lnTo>
                    <a:lnTo>
                      <a:pt x="674" y="272"/>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517153" y="554969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542290" y="5535426"/>
                <a:ext cx="39460" cy="21801"/>
              </a:xfrm>
              <a:custGeom>
                <a:avLst/>
                <a:gdLst/>
                <a:ahLst/>
                <a:cxnLst/>
                <a:rect l="l" t="t" r="r" b="b"/>
                <a:pathLst>
                  <a:path w="686" h="379" extrusionOk="0">
                    <a:moveTo>
                      <a:pt x="189" y="1"/>
                    </a:moveTo>
                    <a:lnTo>
                      <a:pt x="0" y="107"/>
                    </a:lnTo>
                    <a:lnTo>
                      <a:pt x="485" y="379"/>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568808" y="5519837"/>
                <a:ext cx="38080" cy="23124"/>
              </a:xfrm>
              <a:custGeom>
                <a:avLst/>
                <a:gdLst/>
                <a:ahLst/>
                <a:cxnLst/>
                <a:rect l="l" t="t" r="r" b="b"/>
                <a:pathLst>
                  <a:path w="662" h="402" extrusionOk="0">
                    <a:moveTo>
                      <a:pt x="177" y="0"/>
                    </a:moveTo>
                    <a:lnTo>
                      <a:pt x="0" y="118"/>
                    </a:lnTo>
                    <a:lnTo>
                      <a:pt x="484" y="402"/>
                    </a:lnTo>
                    <a:lnTo>
                      <a:pt x="662" y="284"/>
                    </a:lnTo>
                    <a:lnTo>
                      <a:pt x="177"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6594636" y="5505572"/>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6619773" y="5490616"/>
                <a:ext cx="39460" cy="22491"/>
              </a:xfrm>
              <a:custGeom>
                <a:avLst/>
                <a:gdLst/>
                <a:ahLst/>
                <a:cxnLst/>
                <a:rect l="l" t="t" r="r" b="b"/>
                <a:pathLst>
                  <a:path w="686" h="391" extrusionOk="0">
                    <a:moveTo>
                      <a:pt x="189" y="0"/>
                    </a:moveTo>
                    <a:lnTo>
                      <a:pt x="0" y="118"/>
                    </a:lnTo>
                    <a:lnTo>
                      <a:pt x="484" y="390"/>
                    </a:lnTo>
                    <a:lnTo>
                      <a:pt x="685"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6646233" y="5475660"/>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671371" y="5460704"/>
                <a:ext cx="39518" cy="23182"/>
              </a:xfrm>
              <a:custGeom>
                <a:avLst/>
                <a:gdLst/>
                <a:ahLst/>
                <a:cxnLst/>
                <a:rect l="l" t="t" r="r" b="b"/>
                <a:pathLst>
                  <a:path w="687" h="403" extrusionOk="0">
                    <a:moveTo>
                      <a:pt x="202" y="0"/>
                    </a:moveTo>
                    <a:lnTo>
                      <a:pt x="1" y="119"/>
                    </a:lnTo>
                    <a:lnTo>
                      <a:pt x="497" y="402"/>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697889" y="5446438"/>
                <a:ext cx="38137" cy="21801"/>
              </a:xfrm>
              <a:custGeom>
                <a:avLst/>
                <a:gdLst/>
                <a:ahLst/>
                <a:cxnLst/>
                <a:rect l="l" t="t" r="r" b="b"/>
                <a:pathLst>
                  <a:path w="663" h="379" extrusionOk="0">
                    <a:moveTo>
                      <a:pt x="178" y="0"/>
                    </a:moveTo>
                    <a:lnTo>
                      <a:pt x="1" y="95"/>
                    </a:lnTo>
                    <a:lnTo>
                      <a:pt x="473"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723026" y="5430792"/>
                <a:ext cx="38828" cy="23182"/>
              </a:xfrm>
              <a:custGeom>
                <a:avLst/>
                <a:gdLst/>
                <a:ahLst/>
                <a:cxnLst/>
                <a:rect l="l" t="t" r="r" b="b"/>
                <a:pathLst>
                  <a:path w="675" h="403" extrusionOk="0">
                    <a:moveTo>
                      <a:pt x="202" y="1"/>
                    </a:moveTo>
                    <a:lnTo>
                      <a:pt x="1" y="119"/>
                    </a:lnTo>
                    <a:lnTo>
                      <a:pt x="497" y="402"/>
                    </a:lnTo>
                    <a:lnTo>
                      <a:pt x="674" y="284"/>
                    </a:lnTo>
                    <a:lnTo>
                      <a:pt x="202"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748854" y="5416527"/>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775372" y="5400881"/>
                <a:ext cx="38080" cy="22491"/>
              </a:xfrm>
              <a:custGeom>
                <a:avLst/>
                <a:gdLst/>
                <a:ahLst/>
                <a:cxnLst/>
                <a:rect l="l" t="t" r="r" b="b"/>
                <a:pathLst>
                  <a:path w="662" h="391" extrusionOk="0">
                    <a:moveTo>
                      <a:pt x="178" y="1"/>
                    </a:moveTo>
                    <a:lnTo>
                      <a:pt x="0" y="107"/>
                    </a:lnTo>
                    <a:lnTo>
                      <a:pt x="473"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5779196" y="5984620"/>
                <a:ext cx="32673" cy="150249"/>
              </a:xfrm>
              <a:custGeom>
                <a:avLst/>
                <a:gdLst/>
                <a:ahLst/>
                <a:cxnLst/>
                <a:rect l="l" t="t" r="r" b="b"/>
                <a:pathLst>
                  <a:path w="568" h="2612" extrusionOk="0">
                    <a:moveTo>
                      <a:pt x="0" y="0"/>
                    </a:moveTo>
                    <a:lnTo>
                      <a:pt x="0" y="2280"/>
                    </a:lnTo>
                    <a:lnTo>
                      <a:pt x="567" y="2611"/>
                    </a:lnTo>
                    <a:lnTo>
                      <a:pt x="567" y="343"/>
                    </a:lnTo>
                    <a:lnTo>
                      <a:pt x="0"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477060" y="5525244"/>
                <a:ext cx="32673" cy="36757"/>
              </a:xfrm>
              <a:custGeom>
                <a:avLst/>
                <a:gdLst/>
                <a:ahLst/>
                <a:cxnLst/>
                <a:rect l="l" t="t" r="r" b="b"/>
                <a:pathLst>
                  <a:path w="568" h="639" extrusionOk="0">
                    <a:moveTo>
                      <a:pt x="0" y="1"/>
                    </a:moveTo>
                    <a:lnTo>
                      <a:pt x="0" y="639"/>
                    </a:lnTo>
                    <a:lnTo>
                      <a:pt x="567" y="308"/>
                    </a:lnTo>
                    <a:lnTo>
                      <a:pt x="0" y="1"/>
                    </a:ln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738672" y="5373730"/>
                <a:ext cx="31292" cy="37447"/>
              </a:xfrm>
              <a:custGeom>
                <a:avLst/>
                <a:gdLst/>
                <a:ahLst/>
                <a:cxnLst/>
                <a:rect l="l" t="t" r="r" b="b"/>
                <a:pathLst>
                  <a:path w="544" h="651" extrusionOk="0">
                    <a:moveTo>
                      <a:pt x="0" y="0"/>
                    </a:moveTo>
                    <a:lnTo>
                      <a:pt x="0" y="650"/>
                    </a:lnTo>
                    <a:lnTo>
                      <a:pt x="544" y="331"/>
                    </a:lnTo>
                    <a:lnTo>
                      <a:pt x="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0" name="Google Shape;4230;p40"/>
            <p:cNvGrpSpPr/>
            <p:nvPr/>
          </p:nvGrpSpPr>
          <p:grpSpPr>
            <a:xfrm>
              <a:off x="6258930" y="813427"/>
              <a:ext cx="642501" cy="606585"/>
              <a:chOff x="-4345070" y="3726402"/>
              <a:chExt cx="642501" cy="606585"/>
            </a:xfrm>
          </p:grpSpPr>
          <p:sp>
            <p:nvSpPr>
              <p:cNvPr id="4231" name="Google Shape;4231;p40"/>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4"/>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4" name="Google Shape;4244;p40"/>
            <p:cNvGrpSpPr/>
            <p:nvPr/>
          </p:nvGrpSpPr>
          <p:grpSpPr>
            <a:xfrm>
              <a:off x="7730346" y="1216362"/>
              <a:ext cx="491637" cy="986062"/>
              <a:chOff x="4225370" y="-782119"/>
              <a:chExt cx="299250" cy="600196"/>
            </a:xfrm>
          </p:grpSpPr>
          <p:sp>
            <p:nvSpPr>
              <p:cNvPr id="4245" name="Google Shape;4245;p40"/>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7" name="Google Shape;4257;p40"/>
            <p:cNvGrpSpPr/>
            <p:nvPr/>
          </p:nvGrpSpPr>
          <p:grpSpPr>
            <a:xfrm>
              <a:off x="5954623" y="2724050"/>
              <a:ext cx="373850" cy="899213"/>
              <a:chOff x="10985382" y="-7411116"/>
              <a:chExt cx="815553" cy="1961633"/>
            </a:xfrm>
          </p:grpSpPr>
          <p:sp>
            <p:nvSpPr>
              <p:cNvPr id="4258" name="Google Shape;4258;p40"/>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11098342" y="-6411694"/>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40"/>
            <p:cNvGrpSpPr/>
            <p:nvPr/>
          </p:nvGrpSpPr>
          <p:grpSpPr>
            <a:xfrm>
              <a:off x="7527910" y="2799450"/>
              <a:ext cx="301969" cy="562336"/>
              <a:chOff x="7686885" y="2546950"/>
              <a:chExt cx="301969" cy="562336"/>
            </a:xfrm>
          </p:grpSpPr>
          <p:sp>
            <p:nvSpPr>
              <p:cNvPr id="4276" name="Google Shape;4276;p40"/>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8EB2DB69-11C6-9CAF-D762-0B710C523E4E}"/>
              </a:ext>
            </a:extLst>
          </p:cNvPr>
          <p:cNvPicPr>
            <a:picLocks noChangeAspect="1"/>
          </p:cNvPicPr>
          <p:nvPr/>
        </p:nvPicPr>
        <p:blipFill>
          <a:blip r:embed="rId3"/>
          <a:stretch>
            <a:fillRect/>
          </a:stretch>
        </p:blipFill>
        <p:spPr>
          <a:xfrm>
            <a:off x="431484" y="1316414"/>
            <a:ext cx="4799272" cy="3220960"/>
          </a:xfrm>
          <a:prstGeom prst="rect">
            <a:avLst/>
          </a:prstGeom>
        </p:spPr>
      </p:pic>
    </p:spTree>
    <p:extLst>
      <p:ext uri="{BB962C8B-B14F-4D97-AF65-F5344CB8AC3E}">
        <p14:creationId xmlns:p14="http://schemas.microsoft.com/office/powerpoint/2010/main" val="2388890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2" name="Google Shape;3812;p40"/>
          <p:cNvSpPr txBox="1">
            <a:spLocks noGrp="1"/>
          </p:cNvSpPr>
          <p:nvPr>
            <p:ph type="title"/>
          </p:nvPr>
        </p:nvSpPr>
        <p:spPr>
          <a:xfrm>
            <a:off x="931328" y="558218"/>
            <a:ext cx="3715402" cy="7255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SQUARE WAVE GENERATOR CIRCUIT</a:t>
            </a:r>
            <a:endParaRPr sz="2400" dirty="0"/>
          </a:p>
        </p:txBody>
      </p:sp>
      <p:grpSp>
        <p:nvGrpSpPr>
          <p:cNvPr id="3815" name="Google Shape;3815;p40"/>
          <p:cNvGrpSpPr/>
          <p:nvPr/>
        </p:nvGrpSpPr>
        <p:grpSpPr>
          <a:xfrm>
            <a:off x="5309625" y="391075"/>
            <a:ext cx="3503100" cy="4383600"/>
            <a:chOff x="5309625" y="391075"/>
            <a:chExt cx="3503100" cy="4383600"/>
          </a:xfrm>
        </p:grpSpPr>
        <p:grpSp>
          <p:nvGrpSpPr>
            <p:cNvPr id="3816" name="Google Shape;3816;p40"/>
            <p:cNvGrpSpPr/>
            <p:nvPr/>
          </p:nvGrpSpPr>
          <p:grpSpPr>
            <a:xfrm>
              <a:off x="5309625" y="391075"/>
              <a:ext cx="3503100" cy="4383600"/>
              <a:chOff x="5309625" y="391075"/>
              <a:chExt cx="3503100" cy="4383600"/>
            </a:xfrm>
          </p:grpSpPr>
          <p:sp>
            <p:nvSpPr>
              <p:cNvPr id="3817" name="Google Shape;3817;p40"/>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8" name="Google Shape;3818;p40"/>
              <p:cNvGrpSpPr/>
              <p:nvPr/>
            </p:nvGrpSpPr>
            <p:grpSpPr>
              <a:xfrm rot="10800000" flipH="1">
                <a:off x="5314549" y="395586"/>
                <a:ext cx="3493047" cy="4375061"/>
                <a:chOff x="697175" y="461850"/>
                <a:chExt cx="1672675" cy="2098250"/>
              </a:xfrm>
            </p:grpSpPr>
            <p:sp>
              <p:nvSpPr>
                <p:cNvPr id="3819" name="Google Shape;3819;p40"/>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0"/>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0"/>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0"/>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0"/>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0"/>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0"/>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0"/>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0"/>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0"/>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0"/>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0"/>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0"/>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0"/>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0"/>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0"/>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0"/>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0"/>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0"/>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0"/>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0"/>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0"/>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0"/>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0"/>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0"/>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0"/>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0"/>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0"/>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0"/>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0"/>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0"/>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0"/>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0"/>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0"/>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0"/>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0"/>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0"/>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0"/>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0"/>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0"/>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0"/>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0"/>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0"/>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0"/>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0"/>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0"/>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0"/>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0"/>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0"/>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0"/>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0"/>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0"/>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0"/>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0"/>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0"/>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0"/>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0"/>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0"/>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0"/>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0"/>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0"/>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0"/>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0"/>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0"/>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0"/>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0"/>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0"/>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0"/>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0"/>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0"/>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0"/>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0"/>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0"/>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0"/>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0"/>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0"/>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0"/>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0"/>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0"/>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0"/>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0"/>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0"/>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0"/>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0"/>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0"/>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0"/>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0"/>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0"/>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0"/>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0"/>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0"/>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0"/>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0"/>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0"/>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0"/>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0"/>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0"/>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0"/>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0"/>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0"/>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0"/>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0"/>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0"/>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0"/>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0"/>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0"/>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0"/>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0"/>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0"/>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0"/>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0"/>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0"/>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0"/>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0"/>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0"/>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0"/>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0"/>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0"/>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0"/>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0"/>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0"/>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0"/>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0"/>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0"/>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0"/>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0"/>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0"/>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0"/>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0"/>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0"/>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0"/>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0"/>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0"/>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0"/>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0"/>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0"/>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0"/>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0"/>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0"/>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0"/>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0"/>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0"/>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0"/>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0"/>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0"/>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0"/>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0"/>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0"/>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0"/>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0"/>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0"/>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0"/>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0"/>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0"/>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0"/>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3" name="Google Shape;4103;p40"/>
            <p:cNvGrpSpPr/>
            <p:nvPr/>
          </p:nvGrpSpPr>
          <p:grpSpPr>
            <a:xfrm>
              <a:off x="6722850" y="1544650"/>
              <a:ext cx="762741" cy="1311760"/>
              <a:chOff x="5309625" y="6138225"/>
              <a:chExt cx="762741" cy="1311760"/>
            </a:xfrm>
          </p:grpSpPr>
          <p:sp>
            <p:nvSpPr>
              <p:cNvPr id="4104" name="Google Shape;4104;p40"/>
              <p:cNvSpPr/>
              <p:nvPr/>
            </p:nvSpPr>
            <p:spPr>
              <a:xfrm>
                <a:off x="5426107" y="6964575"/>
                <a:ext cx="594655" cy="312395"/>
              </a:xfrm>
              <a:custGeom>
                <a:avLst/>
                <a:gdLst/>
                <a:ahLst/>
                <a:cxnLst/>
                <a:rect l="l" t="t" r="r" b="b"/>
                <a:pathLst>
                  <a:path w="7479" h="3929" extrusionOk="0">
                    <a:moveTo>
                      <a:pt x="3724" y="0"/>
                    </a:moveTo>
                    <a:cubicBezTo>
                      <a:pt x="2856" y="0"/>
                      <a:pt x="1991" y="192"/>
                      <a:pt x="1335" y="576"/>
                    </a:cubicBezTo>
                    <a:cubicBezTo>
                      <a:pt x="0" y="1344"/>
                      <a:pt x="12" y="2584"/>
                      <a:pt x="1347" y="3352"/>
                    </a:cubicBezTo>
                    <a:cubicBezTo>
                      <a:pt x="2009" y="3736"/>
                      <a:pt x="2877" y="3928"/>
                      <a:pt x="3745" y="3928"/>
                    </a:cubicBezTo>
                    <a:cubicBezTo>
                      <a:pt x="4613" y="3928"/>
                      <a:pt x="5482" y="3736"/>
                      <a:pt x="6143" y="3352"/>
                    </a:cubicBezTo>
                    <a:cubicBezTo>
                      <a:pt x="7478" y="2584"/>
                      <a:pt x="7455" y="1344"/>
                      <a:pt x="6131" y="576"/>
                    </a:cubicBezTo>
                    <a:cubicBezTo>
                      <a:pt x="5464" y="192"/>
                      <a:pt x="4593" y="0"/>
                      <a:pt x="37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5447734" y="6964575"/>
                <a:ext cx="550448" cy="170787"/>
              </a:xfrm>
              <a:custGeom>
                <a:avLst/>
                <a:gdLst/>
                <a:ahLst/>
                <a:cxnLst/>
                <a:rect l="l" t="t" r="r" b="b"/>
                <a:pathLst>
                  <a:path w="6923" h="2148" extrusionOk="0">
                    <a:moveTo>
                      <a:pt x="3457" y="0"/>
                    </a:moveTo>
                    <a:cubicBezTo>
                      <a:pt x="2590" y="0"/>
                      <a:pt x="1725" y="192"/>
                      <a:pt x="1063" y="576"/>
                    </a:cubicBezTo>
                    <a:cubicBezTo>
                      <a:pt x="319" y="1001"/>
                      <a:pt x="0" y="1568"/>
                      <a:pt x="83" y="2124"/>
                    </a:cubicBezTo>
                    <a:cubicBezTo>
                      <a:pt x="142" y="1687"/>
                      <a:pt x="473" y="1261"/>
                      <a:pt x="1063" y="919"/>
                    </a:cubicBezTo>
                    <a:cubicBezTo>
                      <a:pt x="1719" y="535"/>
                      <a:pt x="2584" y="343"/>
                      <a:pt x="3452" y="343"/>
                    </a:cubicBezTo>
                    <a:cubicBezTo>
                      <a:pt x="4321" y="343"/>
                      <a:pt x="5192" y="535"/>
                      <a:pt x="5859" y="919"/>
                    </a:cubicBezTo>
                    <a:cubicBezTo>
                      <a:pt x="6450" y="1261"/>
                      <a:pt x="6793" y="1698"/>
                      <a:pt x="6852" y="2147"/>
                    </a:cubicBezTo>
                    <a:cubicBezTo>
                      <a:pt x="6923" y="1580"/>
                      <a:pt x="6592" y="1001"/>
                      <a:pt x="5859" y="576"/>
                    </a:cubicBezTo>
                    <a:cubicBezTo>
                      <a:pt x="5192" y="192"/>
                      <a:pt x="4324" y="0"/>
                      <a:pt x="345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5757665" y="7202867"/>
                <a:ext cx="314701" cy="247117"/>
              </a:xfrm>
              <a:custGeom>
                <a:avLst/>
                <a:gdLst/>
                <a:ahLst/>
                <a:cxnLst/>
                <a:rect l="l" t="t" r="r" b="b"/>
                <a:pathLst>
                  <a:path w="3958" h="3108" extrusionOk="0">
                    <a:moveTo>
                      <a:pt x="3958" y="1"/>
                    </a:moveTo>
                    <a:lnTo>
                      <a:pt x="0" y="2293"/>
                    </a:lnTo>
                    <a:lnTo>
                      <a:pt x="0" y="3108"/>
                    </a:lnTo>
                    <a:lnTo>
                      <a:pt x="3958" y="816"/>
                    </a:lnTo>
                    <a:lnTo>
                      <a:pt x="395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5309625" y="7126776"/>
                <a:ext cx="448118" cy="323208"/>
              </a:xfrm>
              <a:custGeom>
                <a:avLst/>
                <a:gdLst/>
                <a:ahLst/>
                <a:cxnLst/>
                <a:rect l="l" t="t" r="r" b="b"/>
                <a:pathLst>
                  <a:path w="5636" h="4065" extrusionOk="0">
                    <a:moveTo>
                      <a:pt x="1" y="1"/>
                    </a:moveTo>
                    <a:lnTo>
                      <a:pt x="1" y="816"/>
                    </a:lnTo>
                    <a:lnTo>
                      <a:pt x="5635" y="4065"/>
                    </a:lnTo>
                    <a:lnTo>
                      <a:pt x="5635" y="325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0"/>
              <p:cNvSpPr/>
              <p:nvPr/>
            </p:nvSpPr>
            <p:spPr>
              <a:xfrm>
                <a:off x="5309625" y="6943664"/>
                <a:ext cx="762739" cy="441519"/>
              </a:xfrm>
              <a:custGeom>
                <a:avLst/>
                <a:gdLst/>
                <a:ahLst/>
                <a:cxnLst/>
                <a:rect l="l" t="t" r="r" b="b"/>
                <a:pathLst>
                  <a:path w="9593" h="5553" extrusionOk="0">
                    <a:moveTo>
                      <a:pt x="3958" y="0"/>
                    </a:moveTo>
                    <a:lnTo>
                      <a:pt x="1" y="2304"/>
                    </a:lnTo>
                    <a:lnTo>
                      <a:pt x="5635" y="5553"/>
                    </a:lnTo>
                    <a:lnTo>
                      <a:pt x="9593" y="3249"/>
                    </a:lnTo>
                    <a:lnTo>
                      <a:pt x="8388" y="697"/>
                    </a:lnTo>
                    <a:lnTo>
                      <a:pt x="6321" y="367"/>
                    </a:lnTo>
                    <a:lnTo>
                      <a:pt x="6321" y="367"/>
                    </a:lnTo>
                    <a:cubicBezTo>
                      <a:pt x="6781" y="461"/>
                      <a:pt x="7207" y="615"/>
                      <a:pt x="7585" y="827"/>
                    </a:cubicBezTo>
                    <a:cubicBezTo>
                      <a:pt x="8908" y="1595"/>
                      <a:pt x="8920" y="2836"/>
                      <a:pt x="7596" y="3603"/>
                    </a:cubicBezTo>
                    <a:cubicBezTo>
                      <a:pt x="6929" y="3987"/>
                      <a:pt x="6061" y="4179"/>
                      <a:pt x="5194" y="4179"/>
                    </a:cubicBezTo>
                    <a:cubicBezTo>
                      <a:pt x="4327" y="4179"/>
                      <a:pt x="3462" y="3987"/>
                      <a:pt x="2800" y="3603"/>
                    </a:cubicBezTo>
                    <a:cubicBezTo>
                      <a:pt x="1465" y="2836"/>
                      <a:pt x="1454" y="1595"/>
                      <a:pt x="2777" y="827"/>
                    </a:cubicBezTo>
                    <a:cubicBezTo>
                      <a:pt x="3440" y="443"/>
                      <a:pt x="4313" y="254"/>
                      <a:pt x="5188" y="254"/>
                    </a:cubicBezTo>
                    <a:cubicBezTo>
                      <a:pt x="5389" y="254"/>
                      <a:pt x="5590" y="264"/>
                      <a:pt x="5789" y="284"/>
                    </a:cubicBezTo>
                    <a:lnTo>
                      <a:pt x="395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0"/>
              <p:cNvSpPr/>
              <p:nvPr/>
            </p:nvSpPr>
            <p:spPr>
              <a:xfrm>
                <a:off x="5466499" y="7097675"/>
                <a:ext cx="349446" cy="220799"/>
              </a:xfrm>
              <a:custGeom>
                <a:avLst/>
                <a:gdLst/>
                <a:ahLst/>
                <a:cxnLst/>
                <a:rect l="l" t="t" r="r" b="b"/>
                <a:pathLst>
                  <a:path w="4395" h="2777" extrusionOk="0">
                    <a:moveTo>
                      <a:pt x="3379" y="1"/>
                    </a:moveTo>
                    <a:lnTo>
                      <a:pt x="331" y="1312"/>
                    </a:lnTo>
                    <a:lnTo>
                      <a:pt x="331" y="1749"/>
                    </a:lnTo>
                    <a:lnTo>
                      <a:pt x="0" y="1950"/>
                    </a:lnTo>
                    <a:lnTo>
                      <a:pt x="1394" y="2777"/>
                    </a:lnTo>
                    <a:lnTo>
                      <a:pt x="1394" y="2316"/>
                    </a:lnTo>
                    <a:lnTo>
                      <a:pt x="4395" y="591"/>
                    </a:lnTo>
                    <a:lnTo>
                      <a:pt x="3379" y="1"/>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0"/>
              <p:cNvSpPr/>
              <p:nvPr/>
            </p:nvSpPr>
            <p:spPr>
              <a:xfrm>
                <a:off x="5466499" y="7201993"/>
                <a:ext cx="26397" cy="50727"/>
              </a:xfrm>
              <a:custGeom>
                <a:avLst/>
                <a:gdLst/>
                <a:ahLst/>
                <a:cxnLst/>
                <a:rect l="l" t="t" r="r" b="b"/>
                <a:pathLst>
                  <a:path w="332" h="638" extrusionOk="0">
                    <a:moveTo>
                      <a:pt x="331" y="0"/>
                    </a:moveTo>
                    <a:lnTo>
                      <a:pt x="0" y="189"/>
                    </a:lnTo>
                    <a:lnTo>
                      <a:pt x="0" y="638"/>
                    </a:lnTo>
                    <a:lnTo>
                      <a:pt x="331" y="437"/>
                    </a:lnTo>
                    <a:lnTo>
                      <a:pt x="331" y="0"/>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0"/>
              <p:cNvSpPr/>
              <p:nvPr/>
            </p:nvSpPr>
            <p:spPr>
              <a:xfrm>
                <a:off x="5470236" y="7041303"/>
                <a:ext cx="513873" cy="222469"/>
              </a:xfrm>
              <a:custGeom>
                <a:avLst/>
                <a:gdLst/>
                <a:ahLst/>
                <a:cxnLst/>
                <a:rect l="l" t="t" r="r" b="b"/>
                <a:pathLst>
                  <a:path w="6463" h="2798" extrusionOk="0">
                    <a:moveTo>
                      <a:pt x="6462" y="25"/>
                    </a:moveTo>
                    <a:lnTo>
                      <a:pt x="6459" y="107"/>
                    </a:lnTo>
                    <a:lnTo>
                      <a:pt x="6459" y="107"/>
                    </a:lnTo>
                    <a:cubicBezTo>
                      <a:pt x="6461" y="80"/>
                      <a:pt x="6462" y="52"/>
                      <a:pt x="6462" y="25"/>
                    </a:cubicBezTo>
                    <a:close/>
                    <a:moveTo>
                      <a:pt x="36" y="1"/>
                    </a:moveTo>
                    <a:lnTo>
                      <a:pt x="1" y="922"/>
                    </a:lnTo>
                    <a:cubicBezTo>
                      <a:pt x="1" y="1419"/>
                      <a:pt x="320" y="1891"/>
                      <a:pt x="957" y="2257"/>
                    </a:cubicBezTo>
                    <a:cubicBezTo>
                      <a:pt x="1589" y="2618"/>
                      <a:pt x="2410" y="2798"/>
                      <a:pt x="3232" y="2798"/>
                    </a:cubicBezTo>
                    <a:cubicBezTo>
                      <a:pt x="4053" y="2798"/>
                      <a:pt x="4874" y="2618"/>
                      <a:pt x="5506" y="2257"/>
                    </a:cubicBezTo>
                    <a:cubicBezTo>
                      <a:pt x="6120" y="1903"/>
                      <a:pt x="6427" y="1430"/>
                      <a:pt x="6427" y="958"/>
                    </a:cubicBezTo>
                    <a:lnTo>
                      <a:pt x="6459" y="107"/>
                    </a:lnTo>
                    <a:lnTo>
                      <a:pt x="6459" y="107"/>
                    </a:lnTo>
                    <a:cubicBezTo>
                      <a:pt x="6425" y="552"/>
                      <a:pt x="6119" y="990"/>
                      <a:pt x="5529" y="1324"/>
                    </a:cubicBezTo>
                    <a:cubicBezTo>
                      <a:pt x="4903" y="1684"/>
                      <a:pt x="4079" y="1865"/>
                      <a:pt x="3255" y="1865"/>
                    </a:cubicBezTo>
                    <a:cubicBezTo>
                      <a:pt x="2431" y="1865"/>
                      <a:pt x="1607" y="1684"/>
                      <a:pt x="981" y="1324"/>
                    </a:cubicBezTo>
                    <a:cubicBezTo>
                      <a:pt x="343" y="958"/>
                      <a:pt x="36" y="474"/>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5792411" y="70432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5662809" y="7185057"/>
                <a:ext cx="130635" cy="78476"/>
              </a:xfrm>
              <a:custGeom>
                <a:avLst/>
                <a:gdLst/>
                <a:ahLst/>
                <a:cxnLst/>
                <a:rect l="l" t="t" r="r" b="b"/>
                <a:pathLst>
                  <a:path w="1643" h="987" extrusionOk="0">
                    <a:moveTo>
                      <a:pt x="36" y="0"/>
                    </a:moveTo>
                    <a:lnTo>
                      <a:pt x="0" y="934"/>
                    </a:lnTo>
                    <a:cubicBezTo>
                      <a:pt x="260" y="969"/>
                      <a:pt x="532" y="987"/>
                      <a:pt x="805" y="987"/>
                    </a:cubicBezTo>
                    <a:cubicBezTo>
                      <a:pt x="1078" y="987"/>
                      <a:pt x="1353" y="969"/>
                      <a:pt x="1619" y="934"/>
                    </a:cubicBezTo>
                    <a:lnTo>
                      <a:pt x="1642" y="0"/>
                    </a:lnTo>
                    <a:lnTo>
                      <a:pt x="1642" y="0"/>
                    </a:lnTo>
                    <a:cubicBezTo>
                      <a:pt x="1377" y="48"/>
                      <a:pt x="1108" y="71"/>
                      <a:pt x="839" y="71"/>
                    </a:cubicBezTo>
                    <a:cubicBezTo>
                      <a:pt x="570" y="71"/>
                      <a:pt x="302" y="48"/>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5527562" y="7135284"/>
                <a:ext cx="138109" cy="124036"/>
              </a:xfrm>
              <a:custGeom>
                <a:avLst/>
                <a:gdLst/>
                <a:ahLst/>
                <a:cxnLst/>
                <a:rect l="l" t="t" r="r" b="b"/>
                <a:pathLst>
                  <a:path w="1737" h="1560" extrusionOk="0">
                    <a:moveTo>
                      <a:pt x="24" y="0"/>
                    </a:moveTo>
                    <a:lnTo>
                      <a:pt x="0" y="922"/>
                    </a:lnTo>
                    <a:cubicBezTo>
                      <a:pt x="71" y="969"/>
                      <a:pt x="142" y="1028"/>
                      <a:pt x="236" y="1075"/>
                    </a:cubicBezTo>
                    <a:cubicBezTo>
                      <a:pt x="662" y="1323"/>
                      <a:pt x="1158" y="1489"/>
                      <a:pt x="1713" y="1560"/>
                    </a:cubicBezTo>
                    <a:lnTo>
                      <a:pt x="1737" y="626"/>
                    </a:lnTo>
                    <a:cubicBezTo>
                      <a:pt x="1193" y="556"/>
                      <a:pt x="685" y="390"/>
                      <a:pt x="260" y="142"/>
                    </a:cubicBezTo>
                    <a:cubicBezTo>
                      <a:pt x="177" y="95"/>
                      <a:pt x="95" y="59"/>
                      <a:pt x="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470236" y="70422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5447734" y="68943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5493691" y="68347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5491291" y="68370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469281" y="6285239"/>
                <a:ext cx="513873" cy="850837"/>
              </a:xfrm>
              <a:custGeom>
                <a:avLst/>
                <a:gdLst/>
                <a:ahLst/>
                <a:cxnLst/>
                <a:rect l="l" t="t" r="r" b="b"/>
                <a:pathLst>
                  <a:path w="6463" h="10701" extrusionOk="0">
                    <a:moveTo>
                      <a:pt x="6463" y="24"/>
                    </a:moveTo>
                    <a:lnTo>
                      <a:pt x="6463" y="32"/>
                    </a:lnTo>
                    <a:lnTo>
                      <a:pt x="6463" y="32"/>
                    </a:lnTo>
                    <a:cubicBezTo>
                      <a:pt x="6463" y="30"/>
                      <a:pt x="6463" y="27"/>
                      <a:pt x="6463" y="24"/>
                    </a:cubicBezTo>
                    <a:close/>
                    <a:moveTo>
                      <a:pt x="36" y="0"/>
                    </a:moveTo>
                    <a:lnTo>
                      <a:pt x="1" y="8825"/>
                    </a:lnTo>
                    <a:cubicBezTo>
                      <a:pt x="1" y="9309"/>
                      <a:pt x="320" y="9782"/>
                      <a:pt x="946" y="10160"/>
                    </a:cubicBezTo>
                    <a:cubicBezTo>
                      <a:pt x="1584" y="10520"/>
                      <a:pt x="2408" y="10700"/>
                      <a:pt x="3229" y="10700"/>
                    </a:cubicBezTo>
                    <a:cubicBezTo>
                      <a:pt x="4050" y="10700"/>
                      <a:pt x="4868" y="10520"/>
                      <a:pt x="5494" y="10160"/>
                    </a:cubicBezTo>
                    <a:cubicBezTo>
                      <a:pt x="6120" y="9805"/>
                      <a:pt x="6427" y="9333"/>
                      <a:pt x="6427" y="8860"/>
                    </a:cubicBezTo>
                    <a:lnTo>
                      <a:pt x="6463" y="32"/>
                    </a:lnTo>
                    <a:lnTo>
                      <a:pt x="6463" y="32"/>
                    </a:lnTo>
                    <a:cubicBezTo>
                      <a:pt x="6459" y="502"/>
                      <a:pt x="6140" y="971"/>
                      <a:pt x="5529" y="1323"/>
                    </a:cubicBezTo>
                    <a:cubicBezTo>
                      <a:pt x="4903" y="1684"/>
                      <a:pt x="4079" y="1864"/>
                      <a:pt x="3255" y="1864"/>
                    </a:cubicBezTo>
                    <a:cubicBezTo>
                      <a:pt x="2431" y="1864"/>
                      <a:pt x="1607" y="1684"/>
                      <a:pt x="981" y="1323"/>
                    </a:cubicBezTo>
                    <a:cubicBezTo>
                      <a:pt x="343" y="957"/>
                      <a:pt x="36" y="47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5445334" y="68966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5791457" y="62871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662809" y="6428915"/>
                <a:ext cx="130635" cy="706923"/>
              </a:xfrm>
              <a:custGeom>
                <a:avLst/>
                <a:gdLst/>
                <a:ahLst/>
                <a:cxnLst/>
                <a:rect l="l" t="t" r="r" b="b"/>
                <a:pathLst>
                  <a:path w="1643" h="8891" extrusionOk="0">
                    <a:moveTo>
                      <a:pt x="36" y="1"/>
                    </a:moveTo>
                    <a:lnTo>
                      <a:pt x="0" y="8837"/>
                    </a:lnTo>
                    <a:cubicBezTo>
                      <a:pt x="260" y="8872"/>
                      <a:pt x="532" y="8890"/>
                      <a:pt x="805" y="8890"/>
                    </a:cubicBezTo>
                    <a:cubicBezTo>
                      <a:pt x="1078" y="8890"/>
                      <a:pt x="1353" y="8872"/>
                      <a:pt x="1619" y="8837"/>
                    </a:cubicBezTo>
                    <a:lnTo>
                      <a:pt x="1642" y="1"/>
                    </a:lnTo>
                    <a:lnTo>
                      <a:pt x="1642" y="1"/>
                    </a:lnTo>
                    <a:cubicBezTo>
                      <a:pt x="1377" y="48"/>
                      <a:pt x="1105" y="72"/>
                      <a:pt x="835" y="72"/>
                    </a:cubicBezTo>
                    <a:cubicBezTo>
                      <a:pt x="564" y="72"/>
                      <a:pt x="296" y="48"/>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527562" y="6378187"/>
                <a:ext cx="137155" cy="753437"/>
              </a:xfrm>
              <a:custGeom>
                <a:avLst/>
                <a:gdLst/>
                <a:ahLst/>
                <a:cxnLst/>
                <a:rect l="l" t="t" r="r" b="b"/>
                <a:pathLst>
                  <a:path w="1725" h="9476" extrusionOk="0">
                    <a:moveTo>
                      <a:pt x="24" y="1"/>
                    </a:moveTo>
                    <a:lnTo>
                      <a:pt x="0" y="8837"/>
                    </a:lnTo>
                    <a:cubicBezTo>
                      <a:pt x="71" y="8884"/>
                      <a:pt x="142" y="8943"/>
                      <a:pt x="236" y="8979"/>
                    </a:cubicBezTo>
                    <a:cubicBezTo>
                      <a:pt x="662" y="9239"/>
                      <a:pt x="1158" y="9392"/>
                      <a:pt x="1713" y="9475"/>
                    </a:cubicBezTo>
                    <a:lnTo>
                      <a:pt x="1725" y="639"/>
                    </a:lnTo>
                    <a:cubicBezTo>
                      <a:pt x="1193" y="568"/>
                      <a:pt x="674" y="403"/>
                      <a:pt x="260" y="154"/>
                    </a:cubicBezTo>
                    <a:cubicBezTo>
                      <a:pt x="177" y="107"/>
                      <a:pt x="95" y="60"/>
                      <a:pt x="2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5469281" y="62861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5445826" y="6138225"/>
                <a:ext cx="562692" cy="295221"/>
              </a:xfrm>
              <a:custGeom>
                <a:avLst/>
                <a:gdLst/>
                <a:ahLst/>
                <a:cxnLst/>
                <a:rect l="l" t="t" r="r" b="b"/>
                <a:pathLst>
                  <a:path w="7077" h="3713" extrusionOk="0">
                    <a:moveTo>
                      <a:pt x="3534" y="1"/>
                    </a:moveTo>
                    <a:cubicBezTo>
                      <a:pt x="2712" y="1"/>
                      <a:pt x="1891" y="184"/>
                      <a:pt x="1264" y="550"/>
                    </a:cubicBezTo>
                    <a:cubicBezTo>
                      <a:pt x="0" y="1271"/>
                      <a:pt x="12" y="2452"/>
                      <a:pt x="1276" y="3172"/>
                    </a:cubicBezTo>
                    <a:cubicBezTo>
                      <a:pt x="1908" y="3533"/>
                      <a:pt x="2732" y="3713"/>
                      <a:pt x="3555" y="3713"/>
                    </a:cubicBezTo>
                    <a:cubicBezTo>
                      <a:pt x="4377" y="3713"/>
                      <a:pt x="5198" y="3533"/>
                      <a:pt x="5824" y="3172"/>
                    </a:cubicBezTo>
                    <a:cubicBezTo>
                      <a:pt x="7077" y="2452"/>
                      <a:pt x="7065" y="1271"/>
                      <a:pt x="5813" y="550"/>
                    </a:cubicBezTo>
                    <a:cubicBezTo>
                      <a:pt x="5181" y="184"/>
                      <a:pt x="4357" y="1"/>
                      <a:pt x="353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5534082" y="6181002"/>
                <a:ext cx="386180" cy="210940"/>
              </a:xfrm>
              <a:custGeom>
                <a:avLst/>
                <a:gdLst/>
                <a:ahLst/>
                <a:cxnLst/>
                <a:rect l="l" t="t" r="r" b="b"/>
                <a:pathLst>
                  <a:path w="4857" h="2653" extrusionOk="0">
                    <a:moveTo>
                      <a:pt x="2429" y="0"/>
                    </a:moveTo>
                    <a:cubicBezTo>
                      <a:pt x="1929" y="0"/>
                      <a:pt x="1430" y="95"/>
                      <a:pt x="1017" y="284"/>
                    </a:cubicBezTo>
                    <a:cubicBezTo>
                      <a:pt x="958" y="319"/>
                      <a:pt x="887" y="366"/>
                      <a:pt x="828" y="390"/>
                    </a:cubicBezTo>
                    <a:cubicBezTo>
                      <a:pt x="781" y="425"/>
                      <a:pt x="722" y="461"/>
                      <a:pt x="674" y="496"/>
                    </a:cubicBezTo>
                    <a:cubicBezTo>
                      <a:pt x="1" y="981"/>
                      <a:pt x="1" y="1666"/>
                      <a:pt x="651" y="2150"/>
                    </a:cubicBezTo>
                    <a:cubicBezTo>
                      <a:pt x="710" y="2186"/>
                      <a:pt x="769" y="2233"/>
                      <a:pt x="828" y="2268"/>
                    </a:cubicBezTo>
                    <a:lnTo>
                      <a:pt x="1005" y="2351"/>
                    </a:lnTo>
                    <a:cubicBezTo>
                      <a:pt x="1424" y="2552"/>
                      <a:pt x="1935" y="2652"/>
                      <a:pt x="2445" y="2652"/>
                    </a:cubicBezTo>
                    <a:cubicBezTo>
                      <a:pt x="2954" y="2652"/>
                      <a:pt x="3462" y="2552"/>
                      <a:pt x="3876" y="2351"/>
                    </a:cubicBezTo>
                    <a:cubicBezTo>
                      <a:pt x="3911" y="2327"/>
                      <a:pt x="3970" y="2292"/>
                      <a:pt x="4029" y="2268"/>
                    </a:cubicBezTo>
                    <a:cubicBezTo>
                      <a:pt x="4088" y="2221"/>
                      <a:pt x="4147" y="2186"/>
                      <a:pt x="4206" y="2150"/>
                    </a:cubicBezTo>
                    <a:cubicBezTo>
                      <a:pt x="4856" y="1666"/>
                      <a:pt x="4856" y="981"/>
                      <a:pt x="4183" y="484"/>
                    </a:cubicBezTo>
                    <a:cubicBezTo>
                      <a:pt x="4136" y="449"/>
                      <a:pt x="4076" y="402"/>
                      <a:pt x="4017" y="378"/>
                    </a:cubicBezTo>
                    <a:lnTo>
                      <a:pt x="3840" y="284"/>
                    </a:lnTo>
                    <a:cubicBezTo>
                      <a:pt x="3427" y="95"/>
                      <a:pt x="2928" y="0"/>
                      <a:pt x="2429"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5612082" y="6219484"/>
                <a:ext cx="256499" cy="148445"/>
              </a:xfrm>
              <a:custGeom>
                <a:avLst/>
                <a:gdLst/>
                <a:ahLst/>
                <a:cxnLst/>
                <a:rect l="l" t="t" r="r" b="b"/>
                <a:pathLst>
                  <a:path w="3226" h="1867" extrusionOk="0">
                    <a:moveTo>
                      <a:pt x="378" y="0"/>
                    </a:moveTo>
                    <a:lnTo>
                      <a:pt x="154" y="83"/>
                    </a:lnTo>
                    <a:cubicBezTo>
                      <a:pt x="95" y="119"/>
                      <a:pt x="59" y="142"/>
                      <a:pt x="0" y="178"/>
                    </a:cubicBezTo>
                    <a:lnTo>
                      <a:pt x="1123" y="827"/>
                    </a:lnTo>
                    <a:lnTo>
                      <a:pt x="1453" y="1028"/>
                    </a:lnTo>
                    <a:lnTo>
                      <a:pt x="2895" y="1867"/>
                    </a:lnTo>
                    <a:cubicBezTo>
                      <a:pt x="2930" y="1843"/>
                      <a:pt x="2989" y="1808"/>
                      <a:pt x="3048" y="1784"/>
                    </a:cubicBezTo>
                    <a:cubicBezTo>
                      <a:pt x="3107" y="1737"/>
                      <a:pt x="3166" y="1702"/>
                      <a:pt x="3225" y="1666"/>
                    </a:cubicBezTo>
                    <a:lnTo>
                      <a:pt x="1796" y="827"/>
                    </a:lnTo>
                    <a:lnTo>
                      <a:pt x="1453" y="615"/>
                    </a:lnTo>
                    <a:lnTo>
                      <a:pt x="37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5585764" y="6215747"/>
                <a:ext cx="266836" cy="151308"/>
              </a:xfrm>
              <a:custGeom>
                <a:avLst/>
                <a:gdLst/>
                <a:ahLst/>
                <a:cxnLst/>
                <a:rect l="l" t="t" r="r" b="b"/>
                <a:pathLst>
                  <a:path w="3356" h="1903" extrusionOk="0">
                    <a:moveTo>
                      <a:pt x="2918" y="0"/>
                    </a:moveTo>
                    <a:lnTo>
                      <a:pt x="1773" y="662"/>
                    </a:lnTo>
                    <a:lnTo>
                      <a:pt x="1430" y="874"/>
                    </a:lnTo>
                    <a:lnTo>
                      <a:pt x="1" y="1701"/>
                    </a:lnTo>
                    <a:cubicBezTo>
                      <a:pt x="60" y="1737"/>
                      <a:pt x="119" y="1784"/>
                      <a:pt x="178" y="1819"/>
                    </a:cubicBezTo>
                    <a:lnTo>
                      <a:pt x="355" y="1902"/>
                    </a:lnTo>
                    <a:lnTo>
                      <a:pt x="1784" y="1075"/>
                    </a:lnTo>
                    <a:lnTo>
                      <a:pt x="2127" y="886"/>
                    </a:lnTo>
                    <a:lnTo>
                      <a:pt x="3356" y="177"/>
                    </a:lnTo>
                    <a:cubicBezTo>
                      <a:pt x="3344" y="177"/>
                      <a:pt x="3320" y="166"/>
                      <a:pt x="3285" y="130"/>
                    </a:cubicBezTo>
                    <a:cubicBezTo>
                      <a:pt x="3178" y="83"/>
                      <a:pt x="3060" y="47"/>
                      <a:pt x="2918"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5789057" y="62894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5538773" y="6183069"/>
                <a:ext cx="367336" cy="139779"/>
              </a:xfrm>
              <a:custGeom>
                <a:avLst/>
                <a:gdLst/>
                <a:ahLst/>
                <a:cxnLst/>
                <a:rect l="l" t="t" r="r" b="b"/>
                <a:pathLst>
                  <a:path w="4620" h="1758" extrusionOk="0">
                    <a:moveTo>
                      <a:pt x="2387" y="1"/>
                    </a:moveTo>
                    <a:cubicBezTo>
                      <a:pt x="1891" y="1"/>
                      <a:pt x="1395" y="98"/>
                      <a:pt x="981" y="293"/>
                    </a:cubicBezTo>
                    <a:cubicBezTo>
                      <a:pt x="922" y="317"/>
                      <a:pt x="840" y="364"/>
                      <a:pt x="781" y="388"/>
                    </a:cubicBezTo>
                    <a:cubicBezTo>
                      <a:pt x="745" y="423"/>
                      <a:pt x="686" y="470"/>
                      <a:pt x="639" y="494"/>
                    </a:cubicBezTo>
                    <a:cubicBezTo>
                      <a:pt x="131" y="848"/>
                      <a:pt x="1" y="1344"/>
                      <a:pt x="249" y="1758"/>
                    </a:cubicBezTo>
                    <a:cubicBezTo>
                      <a:pt x="178" y="1415"/>
                      <a:pt x="344" y="1061"/>
                      <a:pt x="745" y="777"/>
                    </a:cubicBezTo>
                    <a:cubicBezTo>
                      <a:pt x="781" y="730"/>
                      <a:pt x="828" y="707"/>
                      <a:pt x="887" y="671"/>
                    </a:cubicBezTo>
                    <a:cubicBezTo>
                      <a:pt x="946" y="624"/>
                      <a:pt x="1005" y="600"/>
                      <a:pt x="1076" y="565"/>
                    </a:cubicBezTo>
                    <a:cubicBezTo>
                      <a:pt x="1489" y="376"/>
                      <a:pt x="1989" y="281"/>
                      <a:pt x="2488" y="281"/>
                    </a:cubicBezTo>
                    <a:cubicBezTo>
                      <a:pt x="2987" y="281"/>
                      <a:pt x="3486" y="376"/>
                      <a:pt x="3899" y="565"/>
                    </a:cubicBezTo>
                    <a:lnTo>
                      <a:pt x="4077" y="659"/>
                    </a:lnTo>
                    <a:cubicBezTo>
                      <a:pt x="4136" y="683"/>
                      <a:pt x="4195" y="730"/>
                      <a:pt x="4242" y="766"/>
                    </a:cubicBezTo>
                    <a:cubicBezTo>
                      <a:pt x="4419" y="884"/>
                      <a:pt x="4537" y="1014"/>
                      <a:pt x="4620" y="1167"/>
                    </a:cubicBezTo>
                    <a:cubicBezTo>
                      <a:pt x="4584" y="907"/>
                      <a:pt x="4419" y="671"/>
                      <a:pt x="4136" y="482"/>
                    </a:cubicBezTo>
                    <a:cubicBezTo>
                      <a:pt x="4088" y="447"/>
                      <a:pt x="4029" y="411"/>
                      <a:pt x="3970" y="376"/>
                    </a:cubicBezTo>
                    <a:lnTo>
                      <a:pt x="3793" y="293"/>
                    </a:lnTo>
                    <a:cubicBezTo>
                      <a:pt x="3380" y="98"/>
                      <a:pt x="2883" y="1"/>
                      <a:pt x="2387"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5844093" y="6414841"/>
                <a:ext cx="87381" cy="98672"/>
              </a:xfrm>
              <a:custGeom>
                <a:avLst/>
                <a:gdLst/>
                <a:ahLst/>
                <a:cxnLst/>
                <a:rect l="l" t="t" r="r" b="b"/>
                <a:pathLst>
                  <a:path w="1099" h="1241" extrusionOk="0">
                    <a:moveTo>
                      <a:pt x="1087" y="1"/>
                    </a:moveTo>
                    <a:lnTo>
                      <a:pt x="1087" y="8"/>
                    </a:lnTo>
                    <a:lnTo>
                      <a:pt x="1087" y="8"/>
                    </a:lnTo>
                    <a:cubicBezTo>
                      <a:pt x="1091" y="6"/>
                      <a:pt x="1095" y="3"/>
                      <a:pt x="1099" y="1"/>
                    </a:cubicBezTo>
                    <a:close/>
                    <a:moveTo>
                      <a:pt x="1087" y="8"/>
                    </a:moveTo>
                    <a:cubicBezTo>
                      <a:pt x="997" y="67"/>
                      <a:pt x="917" y="145"/>
                      <a:pt x="815" y="201"/>
                    </a:cubicBezTo>
                    <a:cubicBezTo>
                      <a:pt x="579" y="343"/>
                      <a:pt x="296" y="449"/>
                      <a:pt x="0" y="532"/>
                    </a:cubicBezTo>
                    <a:lnTo>
                      <a:pt x="0" y="1241"/>
                    </a:lnTo>
                    <a:cubicBezTo>
                      <a:pt x="284" y="1158"/>
                      <a:pt x="532" y="1040"/>
                      <a:pt x="780" y="922"/>
                    </a:cubicBezTo>
                    <a:cubicBezTo>
                      <a:pt x="898" y="863"/>
                      <a:pt x="1004" y="804"/>
                      <a:pt x="1087" y="757"/>
                    </a:cubicBezTo>
                    <a:lnTo>
                      <a:pt x="1087" y="8"/>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844093" y="6510651"/>
                <a:ext cx="87381" cy="168243"/>
              </a:xfrm>
              <a:custGeom>
                <a:avLst/>
                <a:gdLst/>
                <a:ahLst/>
                <a:cxnLst/>
                <a:rect l="l" t="t" r="r" b="b"/>
                <a:pathLst>
                  <a:path w="1099" h="2116" extrusionOk="0">
                    <a:moveTo>
                      <a:pt x="1099" y="1"/>
                    </a:moveTo>
                    <a:cubicBezTo>
                      <a:pt x="1004" y="36"/>
                      <a:pt x="922" y="95"/>
                      <a:pt x="815" y="154"/>
                    </a:cubicBezTo>
                    <a:cubicBezTo>
                      <a:pt x="579" y="308"/>
                      <a:pt x="296" y="390"/>
                      <a:pt x="0" y="461"/>
                    </a:cubicBezTo>
                    <a:lnTo>
                      <a:pt x="0" y="2115"/>
                    </a:lnTo>
                    <a:cubicBezTo>
                      <a:pt x="296" y="2032"/>
                      <a:pt x="555" y="1926"/>
                      <a:pt x="815" y="1784"/>
                    </a:cubicBezTo>
                    <a:cubicBezTo>
                      <a:pt x="922" y="1725"/>
                      <a:pt x="1004" y="1666"/>
                      <a:pt x="1099" y="1595"/>
                    </a:cubicBezTo>
                    <a:lnTo>
                      <a:pt x="1099"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47281" y="6698534"/>
                <a:ext cx="62018" cy="364474"/>
              </a:xfrm>
              <a:custGeom>
                <a:avLst/>
                <a:gdLst/>
                <a:ahLst/>
                <a:cxnLst/>
                <a:rect l="l" t="t" r="r" b="b"/>
                <a:pathLst>
                  <a:path w="780" h="4584" extrusionOk="0">
                    <a:moveTo>
                      <a:pt x="0" y="0"/>
                    </a:moveTo>
                    <a:lnTo>
                      <a:pt x="0" y="4135"/>
                    </a:lnTo>
                    <a:lnTo>
                      <a:pt x="780" y="4584"/>
                    </a:lnTo>
                    <a:lnTo>
                      <a:pt x="780" y="449"/>
                    </a:lnTo>
                    <a:lnTo>
                      <a:pt x="0" y="0"/>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547281" y="6626179"/>
                <a:ext cx="62018" cy="91198"/>
              </a:xfrm>
              <a:custGeom>
                <a:avLst/>
                <a:gdLst/>
                <a:ahLst/>
                <a:cxnLst/>
                <a:rect l="l" t="t" r="r" b="b"/>
                <a:pathLst>
                  <a:path w="780" h="1147" extrusionOk="0">
                    <a:moveTo>
                      <a:pt x="0" y="1"/>
                    </a:moveTo>
                    <a:lnTo>
                      <a:pt x="0" y="686"/>
                    </a:lnTo>
                    <a:lnTo>
                      <a:pt x="780" y="1146"/>
                    </a:lnTo>
                    <a:lnTo>
                      <a:pt x="780" y="449"/>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5547281" y="6444896"/>
                <a:ext cx="62018" cy="202989"/>
              </a:xfrm>
              <a:custGeom>
                <a:avLst/>
                <a:gdLst/>
                <a:ahLst/>
                <a:cxnLst/>
                <a:rect l="l" t="t" r="r" b="b"/>
                <a:pathLst>
                  <a:path w="780" h="2553" extrusionOk="0">
                    <a:moveTo>
                      <a:pt x="0" y="1"/>
                    </a:moveTo>
                    <a:lnTo>
                      <a:pt x="0" y="2092"/>
                    </a:lnTo>
                    <a:lnTo>
                      <a:pt x="780" y="2552"/>
                    </a:lnTo>
                    <a:lnTo>
                      <a:pt x="780" y="438"/>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5790011" y="70455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5467836" y="70445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5466881" y="62884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9" name="Google Shape;4139;p40"/>
            <p:cNvGrpSpPr/>
            <p:nvPr/>
          </p:nvGrpSpPr>
          <p:grpSpPr>
            <a:xfrm>
              <a:off x="7236625" y="3453800"/>
              <a:ext cx="1314274" cy="809400"/>
              <a:chOff x="5522300" y="5335650"/>
              <a:chExt cx="1314274" cy="809400"/>
            </a:xfrm>
          </p:grpSpPr>
          <p:sp>
            <p:nvSpPr>
              <p:cNvPr id="4140" name="Google Shape;4140;p40"/>
              <p:cNvSpPr/>
              <p:nvPr/>
            </p:nvSpPr>
            <p:spPr>
              <a:xfrm>
                <a:off x="5522300" y="5959482"/>
                <a:ext cx="311312" cy="185568"/>
              </a:xfrm>
              <a:custGeom>
                <a:avLst/>
                <a:gdLst/>
                <a:ahLst/>
                <a:cxnLst/>
                <a:rect l="l" t="t" r="r" b="b"/>
                <a:pathLst>
                  <a:path w="5412" h="3226" extrusionOk="0">
                    <a:moveTo>
                      <a:pt x="2730" y="0"/>
                    </a:moveTo>
                    <a:lnTo>
                      <a:pt x="1" y="1512"/>
                    </a:lnTo>
                    <a:lnTo>
                      <a:pt x="3108" y="3225"/>
                    </a:lnTo>
                    <a:lnTo>
                      <a:pt x="5033" y="3048"/>
                    </a:lnTo>
                    <a:lnTo>
                      <a:pt x="5411" y="1855"/>
                    </a:lnTo>
                    <a:lnTo>
                      <a:pt x="273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728491" y="5355380"/>
                <a:ext cx="8858" cy="72076"/>
              </a:xfrm>
              <a:custGeom>
                <a:avLst/>
                <a:gdLst/>
                <a:ahLst/>
                <a:cxnLst/>
                <a:rect l="l" t="t" r="r" b="b"/>
                <a:pathLst>
                  <a:path w="154" h="1253" extrusionOk="0">
                    <a:moveTo>
                      <a:pt x="154" y="0"/>
                    </a:moveTo>
                    <a:lnTo>
                      <a:pt x="0" y="83"/>
                    </a:lnTo>
                    <a:lnTo>
                      <a:pt x="0" y="1253"/>
                    </a:lnTo>
                    <a:lnTo>
                      <a:pt x="154" y="1170"/>
                    </a:lnTo>
                    <a:lnTo>
                      <a:pt x="154"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5720753" y="5941133"/>
                <a:ext cx="66611" cy="169231"/>
              </a:xfrm>
              <a:custGeom>
                <a:avLst/>
                <a:gdLst/>
                <a:ahLst/>
                <a:cxnLst/>
                <a:rect l="l" t="t" r="r" b="b"/>
                <a:pathLst>
                  <a:path w="1158" h="2942" extrusionOk="0">
                    <a:moveTo>
                      <a:pt x="0" y="0"/>
                    </a:moveTo>
                    <a:lnTo>
                      <a:pt x="0" y="2280"/>
                    </a:lnTo>
                    <a:lnTo>
                      <a:pt x="1158" y="2942"/>
                    </a:lnTo>
                    <a:lnTo>
                      <a:pt x="1158" y="674"/>
                    </a:lnTo>
                    <a:lnTo>
                      <a:pt x="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679279" y="5926867"/>
                <a:ext cx="33363" cy="150191"/>
              </a:xfrm>
              <a:custGeom>
                <a:avLst/>
                <a:gdLst/>
                <a:ahLst/>
                <a:cxnLst/>
                <a:rect l="l" t="t" r="r" b="b"/>
                <a:pathLst>
                  <a:path w="580" h="2611" extrusionOk="0">
                    <a:moveTo>
                      <a:pt x="1" y="0"/>
                    </a:moveTo>
                    <a:lnTo>
                      <a:pt x="1" y="2280"/>
                    </a:lnTo>
                    <a:lnTo>
                      <a:pt x="579" y="2611"/>
                    </a:lnTo>
                    <a:lnTo>
                      <a:pt x="579" y="343"/>
                    </a:lnTo>
                    <a:lnTo>
                      <a:pt x="1"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5712585" y="5941133"/>
                <a:ext cx="8226" cy="135926"/>
              </a:xfrm>
              <a:custGeom>
                <a:avLst/>
                <a:gdLst/>
                <a:ahLst/>
                <a:cxnLst/>
                <a:rect l="l" t="t" r="r" b="b"/>
                <a:pathLst>
                  <a:path w="143" h="2363" extrusionOk="0">
                    <a:moveTo>
                      <a:pt x="142" y="0"/>
                    </a:moveTo>
                    <a:lnTo>
                      <a:pt x="0" y="95"/>
                    </a:lnTo>
                    <a:lnTo>
                      <a:pt x="0" y="2363"/>
                    </a:lnTo>
                    <a:lnTo>
                      <a:pt x="142" y="2280"/>
                    </a:lnTo>
                    <a:lnTo>
                      <a:pt x="142"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5811811" y="5413133"/>
                <a:ext cx="1024763" cy="721735"/>
              </a:xfrm>
              <a:custGeom>
                <a:avLst/>
                <a:gdLst/>
                <a:ahLst/>
                <a:cxnLst/>
                <a:rect l="l" t="t" r="r" b="b"/>
                <a:pathLst>
                  <a:path w="17815" h="12547" extrusionOk="0">
                    <a:moveTo>
                      <a:pt x="17815" y="0"/>
                    </a:moveTo>
                    <a:lnTo>
                      <a:pt x="0" y="10278"/>
                    </a:lnTo>
                    <a:lnTo>
                      <a:pt x="0" y="12546"/>
                    </a:lnTo>
                    <a:lnTo>
                      <a:pt x="17815" y="2257"/>
                    </a:lnTo>
                    <a:lnTo>
                      <a:pt x="17815"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5679279" y="5335650"/>
                <a:ext cx="1157295" cy="668699"/>
              </a:xfrm>
              <a:custGeom>
                <a:avLst/>
                <a:gdLst/>
                <a:ahLst/>
                <a:cxnLst/>
                <a:rect l="l" t="t" r="r" b="b"/>
                <a:pathLst>
                  <a:path w="20119" h="11625" extrusionOk="0">
                    <a:moveTo>
                      <a:pt x="17815" y="1"/>
                    </a:moveTo>
                    <a:lnTo>
                      <a:pt x="1" y="10278"/>
                    </a:lnTo>
                    <a:lnTo>
                      <a:pt x="579" y="10621"/>
                    </a:lnTo>
                    <a:lnTo>
                      <a:pt x="721" y="10526"/>
                    </a:lnTo>
                    <a:lnTo>
                      <a:pt x="1879" y="11200"/>
                    </a:lnTo>
                    <a:lnTo>
                      <a:pt x="1737" y="11282"/>
                    </a:lnTo>
                    <a:lnTo>
                      <a:pt x="2304" y="11625"/>
                    </a:lnTo>
                    <a:lnTo>
                      <a:pt x="20119" y="1347"/>
                    </a:lnTo>
                    <a:lnTo>
                      <a:pt x="19540" y="1005"/>
                    </a:lnTo>
                    <a:lnTo>
                      <a:pt x="19398" y="1099"/>
                    </a:lnTo>
                    <a:lnTo>
                      <a:pt x="18240" y="426"/>
                    </a:lnTo>
                    <a:lnTo>
                      <a:pt x="18394" y="343"/>
                    </a:lnTo>
                    <a:lnTo>
                      <a:pt x="17815" y="1"/>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5747213" y="5525244"/>
                <a:ext cx="762518" cy="439012"/>
              </a:xfrm>
              <a:custGeom>
                <a:avLst/>
                <a:gdLst/>
                <a:ahLst/>
                <a:cxnLst/>
                <a:rect l="l" t="t" r="r" b="b"/>
                <a:pathLst>
                  <a:path w="13256" h="7632" extrusionOk="0">
                    <a:moveTo>
                      <a:pt x="12688" y="1"/>
                    </a:moveTo>
                    <a:lnTo>
                      <a:pt x="1" y="7313"/>
                    </a:lnTo>
                    <a:lnTo>
                      <a:pt x="568" y="7632"/>
                    </a:lnTo>
                    <a:lnTo>
                      <a:pt x="12688" y="639"/>
                    </a:lnTo>
                    <a:lnTo>
                      <a:pt x="13255" y="308"/>
                    </a:lnTo>
                    <a:lnTo>
                      <a:pt x="12688" y="1"/>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519166" y="5373730"/>
                <a:ext cx="250798" cy="145474"/>
              </a:xfrm>
              <a:custGeom>
                <a:avLst/>
                <a:gdLst/>
                <a:ahLst/>
                <a:cxnLst/>
                <a:rect l="l" t="t" r="r" b="b"/>
                <a:pathLst>
                  <a:path w="4360" h="2529" extrusionOk="0">
                    <a:moveTo>
                      <a:pt x="3816" y="0"/>
                    </a:moveTo>
                    <a:lnTo>
                      <a:pt x="1" y="2209"/>
                    </a:lnTo>
                    <a:lnTo>
                      <a:pt x="556" y="2528"/>
                    </a:lnTo>
                    <a:lnTo>
                      <a:pt x="3816" y="650"/>
                    </a:lnTo>
                    <a:lnTo>
                      <a:pt x="4360" y="331"/>
                    </a:lnTo>
                    <a:lnTo>
                      <a:pt x="3816"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5707810" y="5916685"/>
                <a:ext cx="38137" cy="22434"/>
              </a:xfrm>
              <a:custGeom>
                <a:avLst/>
                <a:gdLst/>
                <a:ahLst/>
                <a:cxnLst/>
                <a:rect l="l" t="t" r="r" b="b"/>
                <a:pathLst>
                  <a:path w="663" h="390" extrusionOk="0">
                    <a:moveTo>
                      <a:pt x="178" y="0"/>
                    </a:moveTo>
                    <a:lnTo>
                      <a:pt x="1" y="106"/>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5732948" y="5901730"/>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5759466" y="5886774"/>
                <a:ext cx="38137" cy="22491"/>
              </a:xfrm>
              <a:custGeom>
                <a:avLst/>
                <a:gdLst/>
                <a:ahLst/>
                <a:cxnLst/>
                <a:rect l="l" t="t" r="r" b="b"/>
                <a:pathLst>
                  <a:path w="663" h="391" extrusionOk="0">
                    <a:moveTo>
                      <a:pt x="178" y="0"/>
                    </a:moveTo>
                    <a:lnTo>
                      <a:pt x="1" y="107"/>
                    </a:lnTo>
                    <a:lnTo>
                      <a:pt x="473"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5784603" y="5871818"/>
                <a:ext cx="38137" cy="21801"/>
              </a:xfrm>
              <a:custGeom>
                <a:avLst/>
                <a:gdLst/>
                <a:ahLst/>
                <a:cxnLst/>
                <a:rect l="l" t="t" r="r" b="b"/>
                <a:pathLst>
                  <a:path w="663" h="379" extrusionOk="0">
                    <a:moveTo>
                      <a:pt x="201" y="0"/>
                    </a:moveTo>
                    <a:lnTo>
                      <a:pt x="1" y="107"/>
                    </a:lnTo>
                    <a:lnTo>
                      <a:pt x="497" y="378"/>
                    </a:lnTo>
                    <a:lnTo>
                      <a:pt x="662"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5810431" y="5857552"/>
                <a:ext cx="38770" cy="21801"/>
              </a:xfrm>
              <a:custGeom>
                <a:avLst/>
                <a:gdLst/>
                <a:ahLst/>
                <a:cxnLst/>
                <a:rect l="l" t="t" r="r" b="b"/>
                <a:pathLst>
                  <a:path w="674"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5836948" y="5841906"/>
                <a:ext cx="38080" cy="22491"/>
              </a:xfrm>
              <a:custGeom>
                <a:avLst/>
                <a:gdLst/>
                <a:ahLst/>
                <a:cxnLst/>
                <a:rect l="l" t="t" r="r" b="b"/>
                <a:pathLst>
                  <a:path w="662" h="391" extrusionOk="0">
                    <a:moveTo>
                      <a:pt x="177" y="1"/>
                    </a:moveTo>
                    <a:lnTo>
                      <a:pt x="0" y="107"/>
                    </a:lnTo>
                    <a:lnTo>
                      <a:pt x="473" y="390"/>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5862086" y="5827640"/>
                <a:ext cx="38080" cy="21801"/>
              </a:xfrm>
              <a:custGeom>
                <a:avLst/>
                <a:gdLst/>
                <a:ahLst/>
                <a:cxnLst/>
                <a:rect l="l" t="t" r="r" b="b"/>
                <a:pathLst>
                  <a:path w="662" h="379" extrusionOk="0">
                    <a:moveTo>
                      <a:pt x="189" y="1"/>
                    </a:moveTo>
                    <a:lnTo>
                      <a:pt x="0" y="107"/>
                    </a:lnTo>
                    <a:lnTo>
                      <a:pt x="485" y="379"/>
                    </a:lnTo>
                    <a:lnTo>
                      <a:pt x="662"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5887913" y="5811994"/>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5913741" y="5797038"/>
                <a:ext cx="38770" cy="23182"/>
              </a:xfrm>
              <a:custGeom>
                <a:avLst/>
                <a:gdLst/>
                <a:ahLst/>
                <a:cxnLst/>
                <a:rect l="l" t="t" r="r" b="b"/>
                <a:pathLst>
                  <a:path w="674" h="403" extrusionOk="0">
                    <a:moveTo>
                      <a:pt x="177" y="1"/>
                    </a:moveTo>
                    <a:lnTo>
                      <a:pt x="0" y="119"/>
                    </a:lnTo>
                    <a:lnTo>
                      <a:pt x="484" y="403"/>
                    </a:lnTo>
                    <a:lnTo>
                      <a:pt x="674"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5939569" y="5782773"/>
                <a:ext cx="38770" cy="21801"/>
              </a:xfrm>
              <a:custGeom>
                <a:avLst/>
                <a:gdLst/>
                <a:ahLst/>
                <a:cxnLst/>
                <a:rect l="l" t="t" r="r" b="b"/>
                <a:pathLst>
                  <a:path w="674" h="379" extrusionOk="0">
                    <a:moveTo>
                      <a:pt x="189" y="1"/>
                    </a:moveTo>
                    <a:lnTo>
                      <a:pt x="0" y="95"/>
                    </a:lnTo>
                    <a:lnTo>
                      <a:pt x="484" y="379"/>
                    </a:lnTo>
                    <a:lnTo>
                      <a:pt x="673" y="273"/>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5964706" y="5767184"/>
                <a:ext cx="39460" cy="23124"/>
              </a:xfrm>
              <a:custGeom>
                <a:avLst/>
                <a:gdLst/>
                <a:ahLst/>
                <a:cxnLst/>
                <a:rect l="l" t="t" r="r" b="b"/>
                <a:pathLst>
                  <a:path w="686" h="402" extrusionOk="0">
                    <a:moveTo>
                      <a:pt x="189" y="0"/>
                    </a:moveTo>
                    <a:lnTo>
                      <a:pt x="0" y="118"/>
                    </a:lnTo>
                    <a:lnTo>
                      <a:pt x="484" y="402"/>
                    </a:lnTo>
                    <a:lnTo>
                      <a:pt x="685"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5991166" y="5752919"/>
                <a:ext cx="38137" cy="21801"/>
              </a:xfrm>
              <a:custGeom>
                <a:avLst/>
                <a:gdLst/>
                <a:ahLst/>
                <a:cxnLst/>
                <a:rect l="l" t="t" r="r" b="b"/>
                <a:pathLst>
                  <a:path w="663" h="379" extrusionOk="0">
                    <a:moveTo>
                      <a:pt x="178" y="0"/>
                    </a:moveTo>
                    <a:lnTo>
                      <a:pt x="1" y="106"/>
                    </a:lnTo>
                    <a:lnTo>
                      <a:pt x="485"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6016994" y="5737273"/>
                <a:ext cx="38828" cy="23182"/>
              </a:xfrm>
              <a:custGeom>
                <a:avLst/>
                <a:gdLst/>
                <a:ahLst/>
                <a:cxnLst/>
                <a:rect l="l" t="t" r="r" b="b"/>
                <a:pathLst>
                  <a:path w="675" h="403" extrusionOk="0">
                    <a:moveTo>
                      <a:pt x="190" y="0"/>
                    </a:moveTo>
                    <a:lnTo>
                      <a:pt x="1" y="119"/>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042131" y="5723007"/>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068649" y="5708051"/>
                <a:ext cx="38137" cy="22491"/>
              </a:xfrm>
              <a:custGeom>
                <a:avLst/>
                <a:gdLst/>
                <a:ahLst/>
                <a:cxnLst/>
                <a:rect l="l" t="t" r="r" b="b"/>
                <a:pathLst>
                  <a:path w="663" h="391" extrusionOk="0">
                    <a:moveTo>
                      <a:pt x="178" y="0"/>
                    </a:moveTo>
                    <a:lnTo>
                      <a:pt x="1" y="119"/>
                    </a:lnTo>
                    <a:lnTo>
                      <a:pt x="485" y="390"/>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093787" y="5693095"/>
                <a:ext cx="39460" cy="22491"/>
              </a:xfrm>
              <a:custGeom>
                <a:avLst/>
                <a:gdLst/>
                <a:ahLst/>
                <a:cxnLst/>
                <a:rect l="l" t="t" r="r" b="b"/>
                <a:pathLst>
                  <a:path w="686" h="391" extrusionOk="0">
                    <a:moveTo>
                      <a:pt x="201" y="1"/>
                    </a:moveTo>
                    <a:lnTo>
                      <a:pt x="1" y="107"/>
                    </a:lnTo>
                    <a:lnTo>
                      <a:pt x="497" y="390"/>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120305" y="5678139"/>
                <a:ext cx="38080" cy="23182"/>
              </a:xfrm>
              <a:custGeom>
                <a:avLst/>
                <a:gdLst/>
                <a:ahLst/>
                <a:cxnLst/>
                <a:rect l="l" t="t" r="r" b="b"/>
                <a:pathLst>
                  <a:path w="662" h="403" extrusionOk="0">
                    <a:moveTo>
                      <a:pt x="178" y="1"/>
                    </a:moveTo>
                    <a:lnTo>
                      <a:pt x="0" y="119"/>
                    </a:lnTo>
                    <a:lnTo>
                      <a:pt x="473" y="402"/>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145442" y="5663874"/>
                <a:ext cx="38770" cy="21801"/>
              </a:xfrm>
              <a:custGeom>
                <a:avLst/>
                <a:gdLst/>
                <a:ahLst/>
                <a:cxnLst/>
                <a:rect l="l" t="t" r="r" b="b"/>
                <a:pathLst>
                  <a:path w="674" h="379" extrusionOk="0">
                    <a:moveTo>
                      <a:pt x="201" y="1"/>
                    </a:moveTo>
                    <a:lnTo>
                      <a:pt x="0" y="95"/>
                    </a:lnTo>
                    <a:lnTo>
                      <a:pt x="497" y="379"/>
                    </a:lnTo>
                    <a:lnTo>
                      <a:pt x="674" y="272"/>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171270" y="5648228"/>
                <a:ext cx="39460" cy="22491"/>
              </a:xfrm>
              <a:custGeom>
                <a:avLst/>
                <a:gdLst/>
                <a:ahLst/>
                <a:cxnLst/>
                <a:rect l="l" t="t" r="r" b="b"/>
                <a:pathLst>
                  <a:path w="686" h="391" extrusionOk="0">
                    <a:moveTo>
                      <a:pt x="189" y="1"/>
                    </a:moveTo>
                    <a:lnTo>
                      <a:pt x="0" y="107"/>
                    </a:lnTo>
                    <a:lnTo>
                      <a:pt x="485" y="391"/>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197787" y="5633962"/>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222925" y="5618373"/>
                <a:ext cx="38770" cy="22434"/>
              </a:xfrm>
              <a:custGeom>
                <a:avLst/>
                <a:gdLst/>
                <a:ahLst/>
                <a:cxnLst/>
                <a:rect l="l" t="t" r="r" b="b"/>
                <a:pathLst>
                  <a:path w="674" h="390" extrusionOk="0">
                    <a:moveTo>
                      <a:pt x="201" y="0"/>
                    </a:moveTo>
                    <a:lnTo>
                      <a:pt x="0" y="106"/>
                    </a:lnTo>
                    <a:lnTo>
                      <a:pt x="496" y="390"/>
                    </a:lnTo>
                    <a:lnTo>
                      <a:pt x="674"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248752" y="5604050"/>
                <a:ext cx="38770" cy="22491"/>
              </a:xfrm>
              <a:custGeom>
                <a:avLst/>
                <a:gdLst/>
                <a:ahLst/>
                <a:cxnLst/>
                <a:rect l="l" t="t" r="r" b="b"/>
                <a:pathLst>
                  <a:path w="674" h="391" extrusionOk="0">
                    <a:moveTo>
                      <a:pt x="189" y="1"/>
                    </a:moveTo>
                    <a:lnTo>
                      <a:pt x="0" y="107"/>
                    </a:lnTo>
                    <a:lnTo>
                      <a:pt x="484" y="391"/>
                    </a:lnTo>
                    <a:lnTo>
                      <a:pt x="673" y="285"/>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275213" y="5589152"/>
                <a:ext cx="38137" cy="21801"/>
              </a:xfrm>
              <a:custGeom>
                <a:avLst/>
                <a:gdLst/>
                <a:ahLst/>
                <a:cxnLst/>
                <a:rect l="l" t="t" r="r" b="b"/>
                <a:pathLst>
                  <a:path w="663" h="379" extrusionOk="0">
                    <a:moveTo>
                      <a:pt x="178" y="0"/>
                    </a:moveTo>
                    <a:lnTo>
                      <a:pt x="1" y="95"/>
                    </a:lnTo>
                    <a:lnTo>
                      <a:pt x="485"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300350" y="5574196"/>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326178" y="5559240"/>
                <a:ext cx="38828" cy="21801"/>
              </a:xfrm>
              <a:custGeom>
                <a:avLst/>
                <a:gdLst/>
                <a:ahLst/>
                <a:cxnLst/>
                <a:rect l="l" t="t" r="r" b="b"/>
                <a:pathLst>
                  <a:path w="675" h="379" extrusionOk="0">
                    <a:moveTo>
                      <a:pt x="190" y="0"/>
                    </a:moveTo>
                    <a:lnTo>
                      <a:pt x="1" y="107"/>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352005" y="5544975"/>
                <a:ext cx="38828" cy="21801"/>
              </a:xfrm>
              <a:custGeom>
                <a:avLst/>
                <a:gdLst/>
                <a:ahLst/>
                <a:cxnLst/>
                <a:rect l="l" t="t" r="r" b="b"/>
                <a:pathLst>
                  <a:path w="675" h="379" extrusionOk="0">
                    <a:moveTo>
                      <a:pt x="178" y="0"/>
                    </a:moveTo>
                    <a:lnTo>
                      <a:pt x="1" y="95"/>
                    </a:lnTo>
                    <a:lnTo>
                      <a:pt x="497" y="378"/>
                    </a:lnTo>
                    <a:lnTo>
                      <a:pt x="674" y="260"/>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377833" y="5529328"/>
                <a:ext cx="38770" cy="22491"/>
              </a:xfrm>
              <a:custGeom>
                <a:avLst/>
                <a:gdLst/>
                <a:ahLst/>
                <a:cxnLst/>
                <a:rect l="l" t="t" r="r" b="b"/>
                <a:pathLst>
                  <a:path w="674" h="391" extrusionOk="0">
                    <a:moveTo>
                      <a:pt x="190" y="1"/>
                    </a:moveTo>
                    <a:lnTo>
                      <a:pt x="1"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404351" y="5514373"/>
                <a:ext cx="38080" cy="22491"/>
              </a:xfrm>
              <a:custGeom>
                <a:avLst/>
                <a:gdLst/>
                <a:ahLst/>
                <a:cxnLst/>
                <a:rect l="l" t="t" r="r" b="b"/>
                <a:pathLst>
                  <a:path w="662" h="391" extrusionOk="0">
                    <a:moveTo>
                      <a:pt x="177" y="1"/>
                    </a:moveTo>
                    <a:lnTo>
                      <a:pt x="0" y="119"/>
                    </a:lnTo>
                    <a:lnTo>
                      <a:pt x="473" y="390"/>
                    </a:lnTo>
                    <a:lnTo>
                      <a:pt x="662" y="272"/>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429488" y="5499417"/>
                <a:ext cx="38080" cy="22491"/>
              </a:xfrm>
              <a:custGeom>
                <a:avLst/>
                <a:gdLst/>
                <a:ahLst/>
                <a:cxnLst/>
                <a:rect l="l" t="t" r="r" b="b"/>
                <a:pathLst>
                  <a:path w="662" h="391" extrusionOk="0">
                    <a:moveTo>
                      <a:pt x="178" y="1"/>
                    </a:moveTo>
                    <a:lnTo>
                      <a:pt x="0" y="107"/>
                    </a:lnTo>
                    <a:lnTo>
                      <a:pt x="485"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455316" y="548446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481144" y="5470195"/>
                <a:ext cx="38080" cy="21801"/>
              </a:xfrm>
              <a:custGeom>
                <a:avLst/>
                <a:gdLst/>
                <a:ahLst/>
                <a:cxnLst/>
                <a:rect l="l" t="t" r="r" b="b"/>
                <a:pathLst>
                  <a:path w="662" h="379" extrusionOk="0">
                    <a:moveTo>
                      <a:pt x="177" y="1"/>
                    </a:moveTo>
                    <a:lnTo>
                      <a:pt x="0" y="95"/>
                    </a:lnTo>
                    <a:lnTo>
                      <a:pt x="473" y="379"/>
                    </a:lnTo>
                    <a:lnTo>
                      <a:pt x="662" y="273"/>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506971" y="5454607"/>
                <a:ext cx="38080" cy="23124"/>
              </a:xfrm>
              <a:custGeom>
                <a:avLst/>
                <a:gdLst/>
                <a:ahLst/>
                <a:cxnLst/>
                <a:rect l="l" t="t" r="r" b="b"/>
                <a:pathLst>
                  <a:path w="662" h="402" extrusionOk="0">
                    <a:moveTo>
                      <a:pt x="189" y="0"/>
                    </a:moveTo>
                    <a:lnTo>
                      <a:pt x="0" y="118"/>
                    </a:lnTo>
                    <a:lnTo>
                      <a:pt x="484" y="402"/>
                    </a:lnTo>
                    <a:lnTo>
                      <a:pt x="662"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532109" y="5440341"/>
                <a:ext cx="39460" cy="21801"/>
              </a:xfrm>
              <a:custGeom>
                <a:avLst/>
                <a:gdLst/>
                <a:ahLst/>
                <a:cxnLst/>
                <a:rect l="l" t="t" r="r" b="b"/>
                <a:pathLst>
                  <a:path w="686" h="379" extrusionOk="0">
                    <a:moveTo>
                      <a:pt x="201" y="0"/>
                    </a:moveTo>
                    <a:lnTo>
                      <a:pt x="0" y="106"/>
                    </a:lnTo>
                    <a:lnTo>
                      <a:pt x="496" y="378"/>
                    </a:lnTo>
                    <a:lnTo>
                      <a:pt x="685"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558569" y="5424695"/>
                <a:ext cx="38137" cy="23124"/>
              </a:xfrm>
              <a:custGeom>
                <a:avLst/>
                <a:gdLst/>
                <a:ahLst/>
                <a:cxnLst/>
                <a:rect l="l" t="t" r="r" b="b"/>
                <a:pathLst>
                  <a:path w="663" h="402" extrusionOk="0">
                    <a:moveTo>
                      <a:pt x="178" y="0"/>
                    </a:moveTo>
                    <a:lnTo>
                      <a:pt x="1" y="118"/>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584397" y="5410429"/>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609534" y="5395473"/>
                <a:ext cx="39518" cy="22491"/>
              </a:xfrm>
              <a:custGeom>
                <a:avLst/>
                <a:gdLst/>
                <a:ahLst/>
                <a:cxnLst/>
                <a:rect l="l" t="t" r="r" b="b"/>
                <a:pathLst>
                  <a:path w="687" h="391" extrusionOk="0">
                    <a:moveTo>
                      <a:pt x="190" y="0"/>
                    </a:moveTo>
                    <a:lnTo>
                      <a:pt x="1" y="118"/>
                    </a:lnTo>
                    <a:lnTo>
                      <a:pt x="485" y="390"/>
                    </a:lnTo>
                    <a:lnTo>
                      <a:pt x="686"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636052" y="5380518"/>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6661189" y="5365562"/>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6687017" y="5351296"/>
                <a:ext cx="38770" cy="21801"/>
              </a:xfrm>
              <a:custGeom>
                <a:avLst/>
                <a:gdLst/>
                <a:ahLst/>
                <a:cxnLst/>
                <a:rect l="l" t="t" r="r" b="b"/>
                <a:pathLst>
                  <a:path w="674" h="379" extrusionOk="0">
                    <a:moveTo>
                      <a:pt x="190" y="0"/>
                    </a:moveTo>
                    <a:lnTo>
                      <a:pt x="1" y="95"/>
                    </a:lnTo>
                    <a:lnTo>
                      <a:pt x="485" y="379"/>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94784" y="5966960"/>
                <a:ext cx="38828" cy="23124"/>
              </a:xfrm>
              <a:custGeom>
                <a:avLst/>
                <a:gdLst/>
                <a:ahLst/>
                <a:cxnLst/>
                <a:rect l="l" t="t" r="r" b="b"/>
                <a:pathLst>
                  <a:path w="675" h="402" extrusionOk="0">
                    <a:moveTo>
                      <a:pt x="190" y="0"/>
                    </a:moveTo>
                    <a:lnTo>
                      <a:pt x="1" y="118"/>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820612" y="5952695"/>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847130" y="5937048"/>
                <a:ext cx="38080" cy="22491"/>
              </a:xfrm>
              <a:custGeom>
                <a:avLst/>
                <a:gdLst/>
                <a:ahLst/>
                <a:cxnLst/>
                <a:rect l="l" t="t" r="r" b="b"/>
                <a:pathLst>
                  <a:path w="662" h="391" extrusionOk="0">
                    <a:moveTo>
                      <a:pt x="166" y="0"/>
                    </a:moveTo>
                    <a:lnTo>
                      <a:pt x="0" y="107"/>
                    </a:lnTo>
                    <a:lnTo>
                      <a:pt x="485" y="390"/>
                    </a:lnTo>
                    <a:lnTo>
                      <a:pt x="662" y="284"/>
                    </a:lnTo>
                    <a:lnTo>
                      <a:pt x="166"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872267" y="5922783"/>
                <a:ext cx="39460" cy="21801"/>
              </a:xfrm>
              <a:custGeom>
                <a:avLst/>
                <a:gdLst/>
                <a:ahLst/>
                <a:cxnLst/>
                <a:rect l="l" t="t" r="r" b="b"/>
                <a:pathLst>
                  <a:path w="686" h="379" extrusionOk="0">
                    <a:moveTo>
                      <a:pt x="190" y="0"/>
                    </a:moveTo>
                    <a:lnTo>
                      <a:pt x="1" y="107"/>
                    </a:lnTo>
                    <a:lnTo>
                      <a:pt x="485" y="378"/>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898095" y="5907137"/>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923923" y="5892871"/>
                <a:ext cx="38770" cy="22491"/>
              </a:xfrm>
              <a:custGeom>
                <a:avLst/>
                <a:gdLst/>
                <a:ahLst/>
                <a:cxnLst/>
                <a:rect l="l" t="t" r="r" b="b"/>
                <a:pathLst>
                  <a:path w="674" h="391" extrusionOk="0">
                    <a:moveTo>
                      <a:pt x="178" y="1"/>
                    </a:moveTo>
                    <a:lnTo>
                      <a:pt x="0" y="107"/>
                    </a:lnTo>
                    <a:lnTo>
                      <a:pt x="497" y="390"/>
                    </a:lnTo>
                    <a:lnTo>
                      <a:pt x="674"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949750" y="5877915"/>
                <a:ext cx="38770" cy="21801"/>
              </a:xfrm>
              <a:custGeom>
                <a:avLst/>
                <a:gdLst/>
                <a:ahLst/>
                <a:cxnLst/>
                <a:rect l="l" t="t" r="r" b="b"/>
                <a:pathLst>
                  <a:path w="674" h="379" extrusionOk="0">
                    <a:moveTo>
                      <a:pt x="189" y="1"/>
                    </a:moveTo>
                    <a:lnTo>
                      <a:pt x="0" y="95"/>
                    </a:lnTo>
                    <a:lnTo>
                      <a:pt x="485" y="379"/>
                    </a:lnTo>
                    <a:lnTo>
                      <a:pt x="674" y="272"/>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974888" y="5862959"/>
                <a:ext cx="39460" cy="22491"/>
              </a:xfrm>
              <a:custGeom>
                <a:avLst/>
                <a:gdLst/>
                <a:ahLst/>
                <a:cxnLst/>
                <a:rect l="l" t="t" r="r" b="b"/>
                <a:pathLst>
                  <a:path w="686" h="391" extrusionOk="0">
                    <a:moveTo>
                      <a:pt x="201" y="1"/>
                    </a:moveTo>
                    <a:lnTo>
                      <a:pt x="0" y="107"/>
                    </a:lnTo>
                    <a:lnTo>
                      <a:pt x="496" y="391"/>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6001405" y="5848003"/>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6026543" y="5833738"/>
                <a:ext cx="39460" cy="21801"/>
              </a:xfrm>
              <a:custGeom>
                <a:avLst/>
                <a:gdLst/>
                <a:ahLst/>
                <a:cxnLst/>
                <a:rect l="l" t="t" r="r" b="b"/>
                <a:pathLst>
                  <a:path w="686" h="379" extrusionOk="0">
                    <a:moveTo>
                      <a:pt x="201" y="1"/>
                    </a:moveTo>
                    <a:lnTo>
                      <a:pt x="0" y="95"/>
                    </a:lnTo>
                    <a:lnTo>
                      <a:pt x="496" y="379"/>
                    </a:lnTo>
                    <a:lnTo>
                      <a:pt x="685" y="261"/>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6053003" y="5818149"/>
                <a:ext cx="38828" cy="22434"/>
              </a:xfrm>
              <a:custGeom>
                <a:avLst/>
                <a:gdLst/>
                <a:ahLst/>
                <a:cxnLst/>
                <a:rect l="l" t="t" r="r" b="b"/>
                <a:pathLst>
                  <a:path w="675" h="390" extrusionOk="0">
                    <a:moveTo>
                      <a:pt x="178" y="0"/>
                    </a:moveTo>
                    <a:lnTo>
                      <a:pt x="1" y="106"/>
                    </a:lnTo>
                    <a:lnTo>
                      <a:pt x="473" y="390"/>
                    </a:lnTo>
                    <a:lnTo>
                      <a:pt x="674"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6078831" y="5803193"/>
                <a:ext cx="38137" cy="22491"/>
              </a:xfrm>
              <a:custGeom>
                <a:avLst/>
                <a:gdLst/>
                <a:ahLst/>
                <a:cxnLst/>
                <a:rect l="l" t="t" r="r" b="b"/>
                <a:pathLst>
                  <a:path w="663" h="391" extrusionOk="0">
                    <a:moveTo>
                      <a:pt x="190" y="0"/>
                    </a:moveTo>
                    <a:lnTo>
                      <a:pt x="1" y="118"/>
                    </a:lnTo>
                    <a:lnTo>
                      <a:pt x="485" y="390"/>
                    </a:lnTo>
                    <a:lnTo>
                      <a:pt x="662"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6103968" y="5788238"/>
                <a:ext cx="39518" cy="22491"/>
              </a:xfrm>
              <a:custGeom>
                <a:avLst/>
                <a:gdLst/>
                <a:ahLst/>
                <a:cxnLst/>
                <a:rect l="l" t="t" r="r" b="b"/>
                <a:pathLst>
                  <a:path w="687" h="391" extrusionOk="0">
                    <a:moveTo>
                      <a:pt x="202" y="0"/>
                    </a:moveTo>
                    <a:lnTo>
                      <a:pt x="1" y="107"/>
                    </a:lnTo>
                    <a:lnTo>
                      <a:pt x="497" y="390"/>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6130486" y="5773282"/>
                <a:ext cx="38137" cy="23182"/>
              </a:xfrm>
              <a:custGeom>
                <a:avLst/>
                <a:gdLst/>
                <a:ahLst/>
                <a:cxnLst/>
                <a:rect l="l" t="t" r="r" b="b"/>
                <a:pathLst>
                  <a:path w="663" h="403" extrusionOk="0">
                    <a:moveTo>
                      <a:pt x="178" y="0"/>
                    </a:moveTo>
                    <a:lnTo>
                      <a:pt x="1" y="119"/>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6156314" y="5759016"/>
                <a:ext cx="38080" cy="21801"/>
              </a:xfrm>
              <a:custGeom>
                <a:avLst/>
                <a:gdLst/>
                <a:ahLst/>
                <a:cxnLst/>
                <a:rect l="l" t="t" r="r" b="b"/>
                <a:pathLst>
                  <a:path w="662" h="379" extrusionOk="0">
                    <a:moveTo>
                      <a:pt x="189" y="0"/>
                    </a:moveTo>
                    <a:lnTo>
                      <a:pt x="0" y="95"/>
                    </a:lnTo>
                    <a:lnTo>
                      <a:pt x="485" y="378"/>
                    </a:lnTo>
                    <a:lnTo>
                      <a:pt x="662"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6181451" y="5743370"/>
                <a:ext cx="39460" cy="23182"/>
              </a:xfrm>
              <a:custGeom>
                <a:avLst/>
                <a:gdLst/>
                <a:ahLst/>
                <a:cxnLst/>
                <a:rect l="l" t="t" r="r" b="b"/>
                <a:pathLst>
                  <a:path w="686" h="403" extrusionOk="0">
                    <a:moveTo>
                      <a:pt x="190" y="1"/>
                    </a:moveTo>
                    <a:lnTo>
                      <a:pt x="1" y="119"/>
                    </a:lnTo>
                    <a:lnTo>
                      <a:pt x="485" y="402"/>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6207969" y="5729104"/>
                <a:ext cx="38080" cy="21801"/>
              </a:xfrm>
              <a:custGeom>
                <a:avLst/>
                <a:gdLst/>
                <a:ahLst/>
                <a:cxnLst/>
                <a:rect l="l" t="t" r="r" b="b"/>
                <a:pathLst>
                  <a:path w="662" h="379" extrusionOk="0">
                    <a:moveTo>
                      <a:pt x="177" y="1"/>
                    </a:moveTo>
                    <a:lnTo>
                      <a:pt x="0" y="107"/>
                    </a:lnTo>
                    <a:lnTo>
                      <a:pt x="485"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6233106" y="5713458"/>
                <a:ext cx="39460" cy="23182"/>
              </a:xfrm>
              <a:custGeom>
                <a:avLst/>
                <a:gdLst/>
                <a:ahLst/>
                <a:cxnLst/>
                <a:rect l="l" t="t" r="r" b="b"/>
                <a:pathLst>
                  <a:path w="686" h="403" extrusionOk="0">
                    <a:moveTo>
                      <a:pt x="201" y="1"/>
                    </a:moveTo>
                    <a:lnTo>
                      <a:pt x="0" y="119"/>
                    </a:lnTo>
                    <a:lnTo>
                      <a:pt x="497" y="403"/>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6258934" y="5699193"/>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6285394" y="5684237"/>
                <a:ext cx="38137" cy="21801"/>
              </a:xfrm>
              <a:custGeom>
                <a:avLst/>
                <a:gdLst/>
                <a:ahLst/>
                <a:cxnLst/>
                <a:rect l="l" t="t" r="r" b="b"/>
                <a:pathLst>
                  <a:path w="663" h="379" extrusionOk="0">
                    <a:moveTo>
                      <a:pt x="178" y="1"/>
                    </a:moveTo>
                    <a:lnTo>
                      <a:pt x="1" y="119"/>
                    </a:lnTo>
                    <a:lnTo>
                      <a:pt x="485" y="379"/>
                    </a:lnTo>
                    <a:lnTo>
                      <a:pt x="663" y="273"/>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6310589" y="5669338"/>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6336359" y="5654383"/>
                <a:ext cx="38828" cy="21801"/>
              </a:xfrm>
              <a:custGeom>
                <a:avLst/>
                <a:gdLst/>
                <a:ahLst/>
                <a:cxnLst/>
                <a:rect l="l" t="t" r="r" b="b"/>
                <a:pathLst>
                  <a:path w="675" h="379" extrusionOk="0">
                    <a:moveTo>
                      <a:pt x="190" y="0"/>
                    </a:moveTo>
                    <a:lnTo>
                      <a:pt x="1" y="106"/>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362187" y="5640117"/>
                <a:ext cx="38137" cy="21801"/>
              </a:xfrm>
              <a:custGeom>
                <a:avLst/>
                <a:gdLst/>
                <a:ahLst/>
                <a:cxnLst/>
                <a:rect l="l" t="t" r="r" b="b"/>
                <a:pathLst>
                  <a:path w="663" h="379" extrusionOk="0">
                    <a:moveTo>
                      <a:pt x="178" y="0"/>
                    </a:moveTo>
                    <a:lnTo>
                      <a:pt x="1" y="95"/>
                    </a:lnTo>
                    <a:lnTo>
                      <a:pt x="497"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388015" y="5624471"/>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414532" y="5610205"/>
                <a:ext cx="38137" cy="21801"/>
              </a:xfrm>
              <a:custGeom>
                <a:avLst/>
                <a:gdLst/>
                <a:ahLst/>
                <a:cxnLst/>
                <a:rect l="l" t="t" r="r" b="b"/>
                <a:pathLst>
                  <a:path w="663" h="379" extrusionOk="0">
                    <a:moveTo>
                      <a:pt x="178" y="0"/>
                    </a:moveTo>
                    <a:lnTo>
                      <a:pt x="0" y="107"/>
                    </a:lnTo>
                    <a:lnTo>
                      <a:pt x="473"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439670" y="5594559"/>
                <a:ext cx="38137" cy="22491"/>
              </a:xfrm>
              <a:custGeom>
                <a:avLst/>
                <a:gdLst/>
                <a:ahLst/>
                <a:cxnLst/>
                <a:rect l="l" t="t" r="r" b="b"/>
                <a:pathLst>
                  <a:path w="663" h="391" extrusionOk="0">
                    <a:moveTo>
                      <a:pt x="190" y="1"/>
                    </a:moveTo>
                    <a:lnTo>
                      <a:pt x="1" y="107"/>
                    </a:lnTo>
                    <a:lnTo>
                      <a:pt x="485" y="390"/>
                    </a:lnTo>
                    <a:lnTo>
                      <a:pt x="662"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465497" y="5580293"/>
                <a:ext cx="38770" cy="22491"/>
              </a:xfrm>
              <a:custGeom>
                <a:avLst/>
                <a:gdLst/>
                <a:ahLst/>
                <a:cxnLst/>
                <a:rect l="l" t="t" r="r" b="b"/>
                <a:pathLst>
                  <a:path w="674" h="391" extrusionOk="0">
                    <a:moveTo>
                      <a:pt x="190" y="1"/>
                    </a:moveTo>
                    <a:lnTo>
                      <a:pt x="0"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491325" y="5565338"/>
                <a:ext cx="38770" cy="21801"/>
              </a:xfrm>
              <a:custGeom>
                <a:avLst/>
                <a:gdLst/>
                <a:ahLst/>
                <a:cxnLst/>
                <a:rect l="l" t="t" r="r" b="b"/>
                <a:pathLst>
                  <a:path w="674" h="379" extrusionOk="0">
                    <a:moveTo>
                      <a:pt x="178" y="1"/>
                    </a:moveTo>
                    <a:lnTo>
                      <a:pt x="0" y="95"/>
                    </a:lnTo>
                    <a:lnTo>
                      <a:pt x="485" y="379"/>
                    </a:lnTo>
                    <a:lnTo>
                      <a:pt x="674" y="272"/>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517153" y="554969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542290" y="5535426"/>
                <a:ext cx="39460" cy="21801"/>
              </a:xfrm>
              <a:custGeom>
                <a:avLst/>
                <a:gdLst/>
                <a:ahLst/>
                <a:cxnLst/>
                <a:rect l="l" t="t" r="r" b="b"/>
                <a:pathLst>
                  <a:path w="686" h="379" extrusionOk="0">
                    <a:moveTo>
                      <a:pt x="189" y="1"/>
                    </a:moveTo>
                    <a:lnTo>
                      <a:pt x="0" y="107"/>
                    </a:lnTo>
                    <a:lnTo>
                      <a:pt x="485" y="379"/>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568808" y="5519837"/>
                <a:ext cx="38080" cy="23124"/>
              </a:xfrm>
              <a:custGeom>
                <a:avLst/>
                <a:gdLst/>
                <a:ahLst/>
                <a:cxnLst/>
                <a:rect l="l" t="t" r="r" b="b"/>
                <a:pathLst>
                  <a:path w="662" h="402" extrusionOk="0">
                    <a:moveTo>
                      <a:pt x="177" y="0"/>
                    </a:moveTo>
                    <a:lnTo>
                      <a:pt x="0" y="118"/>
                    </a:lnTo>
                    <a:lnTo>
                      <a:pt x="484" y="402"/>
                    </a:lnTo>
                    <a:lnTo>
                      <a:pt x="662" y="284"/>
                    </a:lnTo>
                    <a:lnTo>
                      <a:pt x="177"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6594636" y="5505572"/>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6619773" y="5490616"/>
                <a:ext cx="39460" cy="22491"/>
              </a:xfrm>
              <a:custGeom>
                <a:avLst/>
                <a:gdLst/>
                <a:ahLst/>
                <a:cxnLst/>
                <a:rect l="l" t="t" r="r" b="b"/>
                <a:pathLst>
                  <a:path w="686" h="391" extrusionOk="0">
                    <a:moveTo>
                      <a:pt x="189" y="0"/>
                    </a:moveTo>
                    <a:lnTo>
                      <a:pt x="0" y="118"/>
                    </a:lnTo>
                    <a:lnTo>
                      <a:pt x="484" y="390"/>
                    </a:lnTo>
                    <a:lnTo>
                      <a:pt x="685"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6646233" y="5475660"/>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671371" y="5460704"/>
                <a:ext cx="39518" cy="23182"/>
              </a:xfrm>
              <a:custGeom>
                <a:avLst/>
                <a:gdLst/>
                <a:ahLst/>
                <a:cxnLst/>
                <a:rect l="l" t="t" r="r" b="b"/>
                <a:pathLst>
                  <a:path w="687" h="403" extrusionOk="0">
                    <a:moveTo>
                      <a:pt x="202" y="0"/>
                    </a:moveTo>
                    <a:lnTo>
                      <a:pt x="1" y="119"/>
                    </a:lnTo>
                    <a:lnTo>
                      <a:pt x="497" y="402"/>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697889" y="5446438"/>
                <a:ext cx="38137" cy="21801"/>
              </a:xfrm>
              <a:custGeom>
                <a:avLst/>
                <a:gdLst/>
                <a:ahLst/>
                <a:cxnLst/>
                <a:rect l="l" t="t" r="r" b="b"/>
                <a:pathLst>
                  <a:path w="663" h="379" extrusionOk="0">
                    <a:moveTo>
                      <a:pt x="178" y="0"/>
                    </a:moveTo>
                    <a:lnTo>
                      <a:pt x="1" y="95"/>
                    </a:lnTo>
                    <a:lnTo>
                      <a:pt x="473"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723026" y="5430792"/>
                <a:ext cx="38828" cy="23182"/>
              </a:xfrm>
              <a:custGeom>
                <a:avLst/>
                <a:gdLst/>
                <a:ahLst/>
                <a:cxnLst/>
                <a:rect l="l" t="t" r="r" b="b"/>
                <a:pathLst>
                  <a:path w="675" h="403" extrusionOk="0">
                    <a:moveTo>
                      <a:pt x="202" y="1"/>
                    </a:moveTo>
                    <a:lnTo>
                      <a:pt x="1" y="119"/>
                    </a:lnTo>
                    <a:lnTo>
                      <a:pt x="497" y="402"/>
                    </a:lnTo>
                    <a:lnTo>
                      <a:pt x="674" y="284"/>
                    </a:lnTo>
                    <a:lnTo>
                      <a:pt x="202"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748854" y="5416527"/>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775372" y="5400881"/>
                <a:ext cx="38080" cy="22491"/>
              </a:xfrm>
              <a:custGeom>
                <a:avLst/>
                <a:gdLst/>
                <a:ahLst/>
                <a:cxnLst/>
                <a:rect l="l" t="t" r="r" b="b"/>
                <a:pathLst>
                  <a:path w="662" h="391" extrusionOk="0">
                    <a:moveTo>
                      <a:pt x="178" y="1"/>
                    </a:moveTo>
                    <a:lnTo>
                      <a:pt x="0" y="107"/>
                    </a:lnTo>
                    <a:lnTo>
                      <a:pt x="473"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5779196" y="5984620"/>
                <a:ext cx="32673" cy="150249"/>
              </a:xfrm>
              <a:custGeom>
                <a:avLst/>
                <a:gdLst/>
                <a:ahLst/>
                <a:cxnLst/>
                <a:rect l="l" t="t" r="r" b="b"/>
                <a:pathLst>
                  <a:path w="568" h="2612" extrusionOk="0">
                    <a:moveTo>
                      <a:pt x="0" y="0"/>
                    </a:moveTo>
                    <a:lnTo>
                      <a:pt x="0" y="2280"/>
                    </a:lnTo>
                    <a:lnTo>
                      <a:pt x="567" y="2611"/>
                    </a:lnTo>
                    <a:lnTo>
                      <a:pt x="567" y="343"/>
                    </a:lnTo>
                    <a:lnTo>
                      <a:pt x="0"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477060" y="5525244"/>
                <a:ext cx="32673" cy="36757"/>
              </a:xfrm>
              <a:custGeom>
                <a:avLst/>
                <a:gdLst/>
                <a:ahLst/>
                <a:cxnLst/>
                <a:rect l="l" t="t" r="r" b="b"/>
                <a:pathLst>
                  <a:path w="568" h="639" extrusionOk="0">
                    <a:moveTo>
                      <a:pt x="0" y="1"/>
                    </a:moveTo>
                    <a:lnTo>
                      <a:pt x="0" y="639"/>
                    </a:lnTo>
                    <a:lnTo>
                      <a:pt x="567" y="308"/>
                    </a:lnTo>
                    <a:lnTo>
                      <a:pt x="0" y="1"/>
                    </a:ln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738672" y="5373730"/>
                <a:ext cx="31292" cy="37447"/>
              </a:xfrm>
              <a:custGeom>
                <a:avLst/>
                <a:gdLst/>
                <a:ahLst/>
                <a:cxnLst/>
                <a:rect l="l" t="t" r="r" b="b"/>
                <a:pathLst>
                  <a:path w="544" h="651" extrusionOk="0">
                    <a:moveTo>
                      <a:pt x="0" y="0"/>
                    </a:moveTo>
                    <a:lnTo>
                      <a:pt x="0" y="650"/>
                    </a:lnTo>
                    <a:lnTo>
                      <a:pt x="544" y="331"/>
                    </a:lnTo>
                    <a:lnTo>
                      <a:pt x="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0" name="Google Shape;4230;p40"/>
            <p:cNvGrpSpPr/>
            <p:nvPr/>
          </p:nvGrpSpPr>
          <p:grpSpPr>
            <a:xfrm>
              <a:off x="6258930" y="813427"/>
              <a:ext cx="642501" cy="606585"/>
              <a:chOff x="-4345070" y="3726402"/>
              <a:chExt cx="642501" cy="606585"/>
            </a:xfrm>
          </p:grpSpPr>
          <p:sp>
            <p:nvSpPr>
              <p:cNvPr id="4231" name="Google Shape;4231;p40"/>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4"/>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4" name="Google Shape;4244;p40"/>
            <p:cNvGrpSpPr/>
            <p:nvPr/>
          </p:nvGrpSpPr>
          <p:grpSpPr>
            <a:xfrm>
              <a:off x="7730346" y="1216362"/>
              <a:ext cx="491637" cy="986062"/>
              <a:chOff x="4225370" y="-782119"/>
              <a:chExt cx="299250" cy="600196"/>
            </a:xfrm>
          </p:grpSpPr>
          <p:sp>
            <p:nvSpPr>
              <p:cNvPr id="4245" name="Google Shape;4245;p40"/>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7" name="Google Shape;4257;p40"/>
            <p:cNvGrpSpPr/>
            <p:nvPr/>
          </p:nvGrpSpPr>
          <p:grpSpPr>
            <a:xfrm>
              <a:off x="5954623" y="2724050"/>
              <a:ext cx="373850" cy="899213"/>
              <a:chOff x="10985382" y="-7411116"/>
              <a:chExt cx="815553" cy="1961633"/>
            </a:xfrm>
          </p:grpSpPr>
          <p:sp>
            <p:nvSpPr>
              <p:cNvPr id="4258" name="Google Shape;4258;p40"/>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11098342" y="-6411694"/>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40"/>
            <p:cNvGrpSpPr/>
            <p:nvPr/>
          </p:nvGrpSpPr>
          <p:grpSpPr>
            <a:xfrm>
              <a:off x="7527910" y="2799450"/>
              <a:ext cx="301969" cy="562336"/>
              <a:chOff x="7686885" y="2546950"/>
              <a:chExt cx="301969" cy="562336"/>
            </a:xfrm>
          </p:grpSpPr>
          <p:sp>
            <p:nvSpPr>
              <p:cNvPr id="4276" name="Google Shape;4276;p40"/>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88EB2163-8227-A9D9-FC99-5D6082429148}"/>
              </a:ext>
            </a:extLst>
          </p:cNvPr>
          <p:cNvPicPr>
            <a:picLocks noChangeAspect="1"/>
          </p:cNvPicPr>
          <p:nvPr/>
        </p:nvPicPr>
        <p:blipFill>
          <a:blip r:embed="rId3"/>
          <a:stretch>
            <a:fillRect/>
          </a:stretch>
        </p:blipFill>
        <p:spPr>
          <a:xfrm>
            <a:off x="750883" y="1405998"/>
            <a:ext cx="4161428" cy="28551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2" name="Google Shape;3812;p40"/>
          <p:cNvSpPr txBox="1">
            <a:spLocks noGrp="1"/>
          </p:cNvSpPr>
          <p:nvPr>
            <p:ph type="title"/>
          </p:nvPr>
        </p:nvSpPr>
        <p:spPr>
          <a:xfrm>
            <a:off x="931328" y="558218"/>
            <a:ext cx="3715402" cy="7255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TRIANGULAR WAVE GENERATOR CIRCUIT</a:t>
            </a:r>
            <a:endParaRPr sz="2400" dirty="0"/>
          </a:p>
        </p:txBody>
      </p:sp>
      <p:grpSp>
        <p:nvGrpSpPr>
          <p:cNvPr id="3815" name="Google Shape;3815;p40"/>
          <p:cNvGrpSpPr/>
          <p:nvPr/>
        </p:nvGrpSpPr>
        <p:grpSpPr>
          <a:xfrm>
            <a:off x="5309625" y="391075"/>
            <a:ext cx="3503100" cy="4383600"/>
            <a:chOff x="5309625" y="391075"/>
            <a:chExt cx="3503100" cy="4383600"/>
          </a:xfrm>
        </p:grpSpPr>
        <p:grpSp>
          <p:nvGrpSpPr>
            <p:cNvPr id="3816" name="Google Shape;3816;p40"/>
            <p:cNvGrpSpPr/>
            <p:nvPr/>
          </p:nvGrpSpPr>
          <p:grpSpPr>
            <a:xfrm>
              <a:off x="5309625" y="391075"/>
              <a:ext cx="3503100" cy="4383600"/>
              <a:chOff x="5309625" y="391075"/>
              <a:chExt cx="3503100" cy="4383600"/>
            </a:xfrm>
          </p:grpSpPr>
          <p:sp>
            <p:nvSpPr>
              <p:cNvPr id="3817" name="Google Shape;3817;p40"/>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8" name="Google Shape;3818;p40"/>
              <p:cNvGrpSpPr/>
              <p:nvPr/>
            </p:nvGrpSpPr>
            <p:grpSpPr>
              <a:xfrm rot="10800000" flipH="1">
                <a:off x="5314549" y="395586"/>
                <a:ext cx="3493047" cy="4375061"/>
                <a:chOff x="697175" y="461850"/>
                <a:chExt cx="1672675" cy="2098250"/>
              </a:xfrm>
            </p:grpSpPr>
            <p:sp>
              <p:nvSpPr>
                <p:cNvPr id="3819" name="Google Shape;3819;p40"/>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0"/>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0"/>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0"/>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0"/>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0"/>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0"/>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0"/>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0"/>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0"/>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0"/>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0"/>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0"/>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0"/>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0"/>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0"/>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0"/>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0"/>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0"/>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0"/>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0"/>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0"/>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0"/>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0"/>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0"/>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0"/>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0"/>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0"/>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0"/>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0"/>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0"/>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0"/>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0"/>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0"/>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0"/>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0"/>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0"/>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0"/>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0"/>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0"/>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0"/>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0"/>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0"/>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0"/>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0"/>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0"/>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0"/>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0"/>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0"/>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0"/>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0"/>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0"/>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0"/>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0"/>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0"/>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0"/>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0"/>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0"/>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0"/>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0"/>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0"/>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0"/>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0"/>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0"/>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0"/>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0"/>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0"/>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0"/>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0"/>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0"/>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0"/>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0"/>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0"/>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0"/>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0"/>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0"/>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0"/>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0"/>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0"/>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0"/>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0"/>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0"/>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0"/>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0"/>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0"/>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0"/>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0"/>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0"/>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0"/>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0"/>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0"/>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0"/>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0"/>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0"/>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0"/>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0"/>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0"/>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0"/>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0"/>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0"/>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0"/>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0"/>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0"/>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0"/>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0"/>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0"/>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0"/>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0"/>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0"/>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0"/>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0"/>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0"/>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0"/>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0"/>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0"/>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0"/>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0"/>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0"/>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0"/>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0"/>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0"/>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0"/>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0"/>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0"/>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0"/>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0"/>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0"/>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0"/>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0"/>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0"/>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0"/>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0"/>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0"/>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0"/>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0"/>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0"/>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0"/>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0"/>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0"/>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0"/>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0"/>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0"/>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0"/>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0"/>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0"/>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0"/>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0"/>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0"/>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0"/>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0"/>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0"/>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0"/>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0"/>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0"/>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0"/>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3" name="Google Shape;4103;p40"/>
            <p:cNvGrpSpPr/>
            <p:nvPr/>
          </p:nvGrpSpPr>
          <p:grpSpPr>
            <a:xfrm>
              <a:off x="6722850" y="1544650"/>
              <a:ext cx="762741" cy="1311760"/>
              <a:chOff x="5309625" y="6138225"/>
              <a:chExt cx="762741" cy="1311760"/>
            </a:xfrm>
          </p:grpSpPr>
          <p:sp>
            <p:nvSpPr>
              <p:cNvPr id="4104" name="Google Shape;4104;p40"/>
              <p:cNvSpPr/>
              <p:nvPr/>
            </p:nvSpPr>
            <p:spPr>
              <a:xfrm>
                <a:off x="5426107" y="6964575"/>
                <a:ext cx="594655" cy="312395"/>
              </a:xfrm>
              <a:custGeom>
                <a:avLst/>
                <a:gdLst/>
                <a:ahLst/>
                <a:cxnLst/>
                <a:rect l="l" t="t" r="r" b="b"/>
                <a:pathLst>
                  <a:path w="7479" h="3929" extrusionOk="0">
                    <a:moveTo>
                      <a:pt x="3724" y="0"/>
                    </a:moveTo>
                    <a:cubicBezTo>
                      <a:pt x="2856" y="0"/>
                      <a:pt x="1991" y="192"/>
                      <a:pt x="1335" y="576"/>
                    </a:cubicBezTo>
                    <a:cubicBezTo>
                      <a:pt x="0" y="1344"/>
                      <a:pt x="12" y="2584"/>
                      <a:pt x="1347" y="3352"/>
                    </a:cubicBezTo>
                    <a:cubicBezTo>
                      <a:pt x="2009" y="3736"/>
                      <a:pt x="2877" y="3928"/>
                      <a:pt x="3745" y="3928"/>
                    </a:cubicBezTo>
                    <a:cubicBezTo>
                      <a:pt x="4613" y="3928"/>
                      <a:pt x="5482" y="3736"/>
                      <a:pt x="6143" y="3352"/>
                    </a:cubicBezTo>
                    <a:cubicBezTo>
                      <a:pt x="7478" y="2584"/>
                      <a:pt x="7455" y="1344"/>
                      <a:pt x="6131" y="576"/>
                    </a:cubicBezTo>
                    <a:cubicBezTo>
                      <a:pt x="5464" y="192"/>
                      <a:pt x="4593" y="0"/>
                      <a:pt x="37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5447734" y="6964575"/>
                <a:ext cx="550448" cy="170787"/>
              </a:xfrm>
              <a:custGeom>
                <a:avLst/>
                <a:gdLst/>
                <a:ahLst/>
                <a:cxnLst/>
                <a:rect l="l" t="t" r="r" b="b"/>
                <a:pathLst>
                  <a:path w="6923" h="2148" extrusionOk="0">
                    <a:moveTo>
                      <a:pt x="3457" y="0"/>
                    </a:moveTo>
                    <a:cubicBezTo>
                      <a:pt x="2590" y="0"/>
                      <a:pt x="1725" y="192"/>
                      <a:pt x="1063" y="576"/>
                    </a:cubicBezTo>
                    <a:cubicBezTo>
                      <a:pt x="319" y="1001"/>
                      <a:pt x="0" y="1568"/>
                      <a:pt x="83" y="2124"/>
                    </a:cubicBezTo>
                    <a:cubicBezTo>
                      <a:pt x="142" y="1687"/>
                      <a:pt x="473" y="1261"/>
                      <a:pt x="1063" y="919"/>
                    </a:cubicBezTo>
                    <a:cubicBezTo>
                      <a:pt x="1719" y="535"/>
                      <a:pt x="2584" y="343"/>
                      <a:pt x="3452" y="343"/>
                    </a:cubicBezTo>
                    <a:cubicBezTo>
                      <a:pt x="4321" y="343"/>
                      <a:pt x="5192" y="535"/>
                      <a:pt x="5859" y="919"/>
                    </a:cubicBezTo>
                    <a:cubicBezTo>
                      <a:pt x="6450" y="1261"/>
                      <a:pt x="6793" y="1698"/>
                      <a:pt x="6852" y="2147"/>
                    </a:cubicBezTo>
                    <a:cubicBezTo>
                      <a:pt x="6923" y="1580"/>
                      <a:pt x="6592" y="1001"/>
                      <a:pt x="5859" y="576"/>
                    </a:cubicBezTo>
                    <a:cubicBezTo>
                      <a:pt x="5192" y="192"/>
                      <a:pt x="4324" y="0"/>
                      <a:pt x="345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5757665" y="7202867"/>
                <a:ext cx="314701" cy="247117"/>
              </a:xfrm>
              <a:custGeom>
                <a:avLst/>
                <a:gdLst/>
                <a:ahLst/>
                <a:cxnLst/>
                <a:rect l="l" t="t" r="r" b="b"/>
                <a:pathLst>
                  <a:path w="3958" h="3108" extrusionOk="0">
                    <a:moveTo>
                      <a:pt x="3958" y="1"/>
                    </a:moveTo>
                    <a:lnTo>
                      <a:pt x="0" y="2293"/>
                    </a:lnTo>
                    <a:lnTo>
                      <a:pt x="0" y="3108"/>
                    </a:lnTo>
                    <a:lnTo>
                      <a:pt x="3958" y="816"/>
                    </a:lnTo>
                    <a:lnTo>
                      <a:pt x="395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5309625" y="7126776"/>
                <a:ext cx="448118" cy="323208"/>
              </a:xfrm>
              <a:custGeom>
                <a:avLst/>
                <a:gdLst/>
                <a:ahLst/>
                <a:cxnLst/>
                <a:rect l="l" t="t" r="r" b="b"/>
                <a:pathLst>
                  <a:path w="5636" h="4065" extrusionOk="0">
                    <a:moveTo>
                      <a:pt x="1" y="1"/>
                    </a:moveTo>
                    <a:lnTo>
                      <a:pt x="1" y="816"/>
                    </a:lnTo>
                    <a:lnTo>
                      <a:pt x="5635" y="4065"/>
                    </a:lnTo>
                    <a:lnTo>
                      <a:pt x="5635" y="325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0"/>
              <p:cNvSpPr/>
              <p:nvPr/>
            </p:nvSpPr>
            <p:spPr>
              <a:xfrm>
                <a:off x="5309625" y="6943664"/>
                <a:ext cx="762739" cy="441519"/>
              </a:xfrm>
              <a:custGeom>
                <a:avLst/>
                <a:gdLst/>
                <a:ahLst/>
                <a:cxnLst/>
                <a:rect l="l" t="t" r="r" b="b"/>
                <a:pathLst>
                  <a:path w="9593" h="5553" extrusionOk="0">
                    <a:moveTo>
                      <a:pt x="3958" y="0"/>
                    </a:moveTo>
                    <a:lnTo>
                      <a:pt x="1" y="2304"/>
                    </a:lnTo>
                    <a:lnTo>
                      <a:pt x="5635" y="5553"/>
                    </a:lnTo>
                    <a:lnTo>
                      <a:pt x="9593" y="3249"/>
                    </a:lnTo>
                    <a:lnTo>
                      <a:pt x="8388" y="697"/>
                    </a:lnTo>
                    <a:lnTo>
                      <a:pt x="6321" y="367"/>
                    </a:lnTo>
                    <a:lnTo>
                      <a:pt x="6321" y="367"/>
                    </a:lnTo>
                    <a:cubicBezTo>
                      <a:pt x="6781" y="461"/>
                      <a:pt x="7207" y="615"/>
                      <a:pt x="7585" y="827"/>
                    </a:cubicBezTo>
                    <a:cubicBezTo>
                      <a:pt x="8908" y="1595"/>
                      <a:pt x="8920" y="2836"/>
                      <a:pt x="7596" y="3603"/>
                    </a:cubicBezTo>
                    <a:cubicBezTo>
                      <a:pt x="6929" y="3987"/>
                      <a:pt x="6061" y="4179"/>
                      <a:pt x="5194" y="4179"/>
                    </a:cubicBezTo>
                    <a:cubicBezTo>
                      <a:pt x="4327" y="4179"/>
                      <a:pt x="3462" y="3987"/>
                      <a:pt x="2800" y="3603"/>
                    </a:cubicBezTo>
                    <a:cubicBezTo>
                      <a:pt x="1465" y="2836"/>
                      <a:pt x="1454" y="1595"/>
                      <a:pt x="2777" y="827"/>
                    </a:cubicBezTo>
                    <a:cubicBezTo>
                      <a:pt x="3440" y="443"/>
                      <a:pt x="4313" y="254"/>
                      <a:pt x="5188" y="254"/>
                    </a:cubicBezTo>
                    <a:cubicBezTo>
                      <a:pt x="5389" y="254"/>
                      <a:pt x="5590" y="264"/>
                      <a:pt x="5789" y="284"/>
                    </a:cubicBezTo>
                    <a:lnTo>
                      <a:pt x="395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0"/>
              <p:cNvSpPr/>
              <p:nvPr/>
            </p:nvSpPr>
            <p:spPr>
              <a:xfrm>
                <a:off x="5466499" y="7097675"/>
                <a:ext cx="349446" cy="220799"/>
              </a:xfrm>
              <a:custGeom>
                <a:avLst/>
                <a:gdLst/>
                <a:ahLst/>
                <a:cxnLst/>
                <a:rect l="l" t="t" r="r" b="b"/>
                <a:pathLst>
                  <a:path w="4395" h="2777" extrusionOk="0">
                    <a:moveTo>
                      <a:pt x="3379" y="1"/>
                    </a:moveTo>
                    <a:lnTo>
                      <a:pt x="331" y="1312"/>
                    </a:lnTo>
                    <a:lnTo>
                      <a:pt x="331" y="1749"/>
                    </a:lnTo>
                    <a:lnTo>
                      <a:pt x="0" y="1950"/>
                    </a:lnTo>
                    <a:lnTo>
                      <a:pt x="1394" y="2777"/>
                    </a:lnTo>
                    <a:lnTo>
                      <a:pt x="1394" y="2316"/>
                    </a:lnTo>
                    <a:lnTo>
                      <a:pt x="4395" y="591"/>
                    </a:lnTo>
                    <a:lnTo>
                      <a:pt x="3379" y="1"/>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0"/>
              <p:cNvSpPr/>
              <p:nvPr/>
            </p:nvSpPr>
            <p:spPr>
              <a:xfrm>
                <a:off x="5466499" y="7201993"/>
                <a:ext cx="26397" cy="50727"/>
              </a:xfrm>
              <a:custGeom>
                <a:avLst/>
                <a:gdLst/>
                <a:ahLst/>
                <a:cxnLst/>
                <a:rect l="l" t="t" r="r" b="b"/>
                <a:pathLst>
                  <a:path w="332" h="638" extrusionOk="0">
                    <a:moveTo>
                      <a:pt x="331" y="0"/>
                    </a:moveTo>
                    <a:lnTo>
                      <a:pt x="0" y="189"/>
                    </a:lnTo>
                    <a:lnTo>
                      <a:pt x="0" y="638"/>
                    </a:lnTo>
                    <a:lnTo>
                      <a:pt x="331" y="437"/>
                    </a:lnTo>
                    <a:lnTo>
                      <a:pt x="331" y="0"/>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0"/>
              <p:cNvSpPr/>
              <p:nvPr/>
            </p:nvSpPr>
            <p:spPr>
              <a:xfrm>
                <a:off x="5470236" y="7041303"/>
                <a:ext cx="513873" cy="222469"/>
              </a:xfrm>
              <a:custGeom>
                <a:avLst/>
                <a:gdLst/>
                <a:ahLst/>
                <a:cxnLst/>
                <a:rect l="l" t="t" r="r" b="b"/>
                <a:pathLst>
                  <a:path w="6463" h="2798" extrusionOk="0">
                    <a:moveTo>
                      <a:pt x="6462" y="25"/>
                    </a:moveTo>
                    <a:lnTo>
                      <a:pt x="6459" y="107"/>
                    </a:lnTo>
                    <a:lnTo>
                      <a:pt x="6459" y="107"/>
                    </a:lnTo>
                    <a:cubicBezTo>
                      <a:pt x="6461" y="80"/>
                      <a:pt x="6462" y="52"/>
                      <a:pt x="6462" y="25"/>
                    </a:cubicBezTo>
                    <a:close/>
                    <a:moveTo>
                      <a:pt x="36" y="1"/>
                    </a:moveTo>
                    <a:lnTo>
                      <a:pt x="1" y="922"/>
                    </a:lnTo>
                    <a:cubicBezTo>
                      <a:pt x="1" y="1419"/>
                      <a:pt x="320" y="1891"/>
                      <a:pt x="957" y="2257"/>
                    </a:cubicBezTo>
                    <a:cubicBezTo>
                      <a:pt x="1589" y="2618"/>
                      <a:pt x="2410" y="2798"/>
                      <a:pt x="3232" y="2798"/>
                    </a:cubicBezTo>
                    <a:cubicBezTo>
                      <a:pt x="4053" y="2798"/>
                      <a:pt x="4874" y="2618"/>
                      <a:pt x="5506" y="2257"/>
                    </a:cubicBezTo>
                    <a:cubicBezTo>
                      <a:pt x="6120" y="1903"/>
                      <a:pt x="6427" y="1430"/>
                      <a:pt x="6427" y="958"/>
                    </a:cubicBezTo>
                    <a:lnTo>
                      <a:pt x="6459" y="107"/>
                    </a:lnTo>
                    <a:lnTo>
                      <a:pt x="6459" y="107"/>
                    </a:lnTo>
                    <a:cubicBezTo>
                      <a:pt x="6425" y="552"/>
                      <a:pt x="6119" y="990"/>
                      <a:pt x="5529" y="1324"/>
                    </a:cubicBezTo>
                    <a:cubicBezTo>
                      <a:pt x="4903" y="1684"/>
                      <a:pt x="4079" y="1865"/>
                      <a:pt x="3255" y="1865"/>
                    </a:cubicBezTo>
                    <a:cubicBezTo>
                      <a:pt x="2431" y="1865"/>
                      <a:pt x="1607" y="1684"/>
                      <a:pt x="981" y="1324"/>
                    </a:cubicBezTo>
                    <a:cubicBezTo>
                      <a:pt x="343" y="958"/>
                      <a:pt x="36" y="474"/>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5792411" y="70432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5662809" y="7185057"/>
                <a:ext cx="130635" cy="78476"/>
              </a:xfrm>
              <a:custGeom>
                <a:avLst/>
                <a:gdLst/>
                <a:ahLst/>
                <a:cxnLst/>
                <a:rect l="l" t="t" r="r" b="b"/>
                <a:pathLst>
                  <a:path w="1643" h="987" extrusionOk="0">
                    <a:moveTo>
                      <a:pt x="36" y="0"/>
                    </a:moveTo>
                    <a:lnTo>
                      <a:pt x="0" y="934"/>
                    </a:lnTo>
                    <a:cubicBezTo>
                      <a:pt x="260" y="969"/>
                      <a:pt x="532" y="987"/>
                      <a:pt x="805" y="987"/>
                    </a:cubicBezTo>
                    <a:cubicBezTo>
                      <a:pt x="1078" y="987"/>
                      <a:pt x="1353" y="969"/>
                      <a:pt x="1619" y="934"/>
                    </a:cubicBezTo>
                    <a:lnTo>
                      <a:pt x="1642" y="0"/>
                    </a:lnTo>
                    <a:lnTo>
                      <a:pt x="1642" y="0"/>
                    </a:lnTo>
                    <a:cubicBezTo>
                      <a:pt x="1377" y="48"/>
                      <a:pt x="1108" y="71"/>
                      <a:pt x="839" y="71"/>
                    </a:cubicBezTo>
                    <a:cubicBezTo>
                      <a:pt x="570" y="71"/>
                      <a:pt x="302" y="48"/>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5527562" y="7135284"/>
                <a:ext cx="138109" cy="124036"/>
              </a:xfrm>
              <a:custGeom>
                <a:avLst/>
                <a:gdLst/>
                <a:ahLst/>
                <a:cxnLst/>
                <a:rect l="l" t="t" r="r" b="b"/>
                <a:pathLst>
                  <a:path w="1737" h="1560" extrusionOk="0">
                    <a:moveTo>
                      <a:pt x="24" y="0"/>
                    </a:moveTo>
                    <a:lnTo>
                      <a:pt x="0" y="922"/>
                    </a:lnTo>
                    <a:cubicBezTo>
                      <a:pt x="71" y="969"/>
                      <a:pt x="142" y="1028"/>
                      <a:pt x="236" y="1075"/>
                    </a:cubicBezTo>
                    <a:cubicBezTo>
                      <a:pt x="662" y="1323"/>
                      <a:pt x="1158" y="1489"/>
                      <a:pt x="1713" y="1560"/>
                    </a:cubicBezTo>
                    <a:lnTo>
                      <a:pt x="1737" y="626"/>
                    </a:lnTo>
                    <a:cubicBezTo>
                      <a:pt x="1193" y="556"/>
                      <a:pt x="685" y="390"/>
                      <a:pt x="260" y="142"/>
                    </a:cubicBezTo>
                    <a:cubicBezTo>
                      <a:pt x="177" y="95"/>
                      <a:pt x="95" y="59"/>
                      <a:pt x="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470236" y="70422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5447734" y="68943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5493691" y="68347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5491291" y="68370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469281" y="6285239"/>
                <a:ext cx="513873" cy="850837"/>
              </a:xfrm>
              <a:custGeom>
                <a:avLst/>
                <a:gdLst/>
                <a:ahLst/>
                <a:cxnLst/>
                <a:rect l="l" t="t" r="r" b="b"/>
                <a:pathLst>
                  <a:path w="6463" h="10701" extrusionOk="0">
                    <a:moveTo>
                      <a:pt x="6463" y="24"/>
                    </a:moveTo>
                    <a:lnTo>
                      <a:pt x="6463" y="32"/>
                    </a:lnTo>
                    <a:lnTo>
                      <a:pt x="6463" y="32"/>
                    </a:lnTo>
                    <a:cubicBezTo>
                      <a:pt x="6463" y="30"/>
                      <a:pt x="6463" y="27"/>
                      <a:pt x="6463" y="24"/>
                    </a:cubicBezTo>
                    <a:close/>
                    <a:moveTo>
                      <a:pt x="36" y="0"/>
                    </a:moveTo>
                    <a:lnTo>
                      <a:pt x="1" y="8825"/>
                    </a:lnTo>
                    <a:cubicBezTo>
                      <a:pt x="1" y="9309"/>
                      <a:pt x="320" y="9782"/>
                      <a:pt x="946" y="10160"/>
                    </a:cubicBezTo>
                    <a:cubicBezTo>
                      <a:pt x="1584" y="10520"/>
                      <a:pt x="2408" y="10700"/>
                      <a:pt x="3229" y="10700"/>
                    </a:cubicBezTo>
                    <a:cubicBezTo>
                      <a:pt x="4050" y="10700"/>
                      <a:pt x="4868" y="10520"/>
                      <a:pt x="5494" y="10160"/>
                    </a:cubicBezTo>
                    <a:cubicBezTo>
                      <a:pt x="6120" y="9805"/>
                      <a:pt x="6427" y="9333"/>
                      <a:pt x="6427" y="8860"/>
                    </a:cubicBezTo>
                    <a:lnTo>
                      <a:pt x="6463" y="32"/>
                    </a:lnTo>
                    <a:lnTo>
                      <a:pt x="6463" y="32"/>
                    </a:lnTo>
                    <a:cubicBezTo>
                      <a:pt x="6459" y="502"/>
                      <a:pt x="6140" y="971"/>
                      <a:pt x="5529" y="1323"/>
                    </a:cubicBezTo>
                    <a:cubicBezTo>
                      <a:pt x="4903" y="1684"/>
                      <a:pt x="4079" y="1864"/>
                      <a:pt x="3255" y="1864"/>
                    </a:cubicBezTo>
                    <a:cubicBezTo>
                      <a:pt x="2431" y="1864"/>
                      <a:pt x="1607" y="1684"/>
                      <a:pt x="981" y="1323"/>
                    </a:cubicBezTo>
                    <a:cubicBezTo>
                      <a:pt x="343" y="957"/>
                      <a:pt x="36" y="47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5445334" y="68966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5791457" y="62871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662809" y="6428915"/>
                <a:ext cx="130635" cy="706923"/>
              </a:xfrm>
              <a:custGeom>
                <a:avLst/>
                <a:gdLst/>
                <a:ahLst/>
                <a:cxnLst/>
                <a:rect l="l" t="t" r="r" b="b"/>
                <a:pathLst>
                  <a:path w="1643" h="8891" extrusionOk="0">
                    <a:moveTo>
                      <a:pt x="36" y="1"/>
                    </a:moveTo>
                    <a:lnTo>
                      <a:pt x="0" y="8837"/>
                    </a:lnTo>
                    <a:cubicBezTo>
                      <a:pt x="260" y="8872"/>
                      <a:pt x="532" y="8890"/>
                      <a:pt x="805" y="8890"/>
                    </a:cubicBezTo>
                    <a:cubicBezTo>
                      <a:pt x="1078" y="8890"/>
                      <a:pt x="1353" y="8872"/>
                      <a:pt x="1619" y="8837"/>
                    </a:cubicBezTo>
                    <a:lnTo>
                      <a:pt x="1642" y="1"/>
                    </a:lnTo>
                    <a:lnTo>
                      <a:pt x="1642" y="1"/>
                    </a:lnTo>
                    <a:cubicBezTo>
                      <a:pt x="1377" y="48"/>
                      <a:pt x="1105" y="72"/>
                      <a:pt x="835" y="72"/>
                    </a:cubicBezTo>
                    <a:cubicBezTo>
                      <a:pt x="564" y="72"/>
                      <a:pt x="296" y="48"/>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527562" y="6378187"/>
                <a:ext cx="137155" cy="753437"/>
              </a:xfrm>
              <a:custGeom>
                <a:avLst/>
                <a:gdLst/>
                <a:ahLst/>
                <a:cxnLst/>
                <a:rect l="l" t="t" r="r" b="b"/>
                <a:pathLst>
                  <a:path w="1725" h="9476" extrusionOk="0">
                    <a:moveTo>
                      <a:pt x="24" y="1"/>
                    </a:moveTo>
                    <a:lnTo>
                      <a:pt x="0" y="8837"/>
                    </a:lnTo>
                    <a:cubicBezTo>
                      <a:pt x="71" y="8884"/>
                      <a:pt x="142" y="8943"/>
                      <a:pt x="236" y="8979"/>
                    </a:cubicBezTo>
                    <a:cubicBezTo>
                      <a:pt x="662" y="9239"/>
                      <a:pt x="1158" y="9392"/>
                      <a:pt x="1713" y="9475"/>
                    </a:cubicBezTo>
                    <a:lnTo>
                      <a:pt x="1725" y="639"/>
                    </a:lnTo>
                    <a:cubicBezTo>
                      <a:pt x="1193" y="568"/>
                      <a:pt x="674" y="403"/>
                      <a:pt x="260" y="154"/>
                    </a:cubicBezTo>
                    <a:cubicBezTo>
                      <a:pt x="177" y="107"/>
                      <a:pt x="95" y="60"/>
                      <a:pt x="2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5469281" y="62861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5445826" y="6138225"/>
                <a:ext cx="562692" cy="295221"/>
              </a:xfrm>
              <a:custGeom>
                <a:avLst/>
                <a:gdLst/>
                <a:ahLst/>
                <a:cxnLst/>
                <a:rect l="l" t="t" r="r" b="b"/>
                <a:pathLst>
                  <a:path w="7077" h="3713" extrusionOk="0">
                    <a:moveTo>
                      <a:pt x="3534" y="1"/>
                    </a:moveTo>
                    <a:cubicBezTo>
                      <a:pt x="2712" y="1"/>
                      <a:pt x="1891" y="184"/>
                      <a:pt x="1264" y="550"/>
                    </a:cubicBezTo>
                    <a:cubicBezTo>
                      <a:pt x="0" y="1271"/>
                      <a:pt x="12" y="2452"/>
                      <a:pt x="1276" y="3172"/>
                    </a:cubicBezTo>
                    <a:cubicBezTo>
                      <a:pt x="1908" y="3533"/>
                      <a:pt x="2732" y="3713"/>
                      <a:pt x="3555" y="3713"/>
                    </a:cubicBezTo>
                    <a:cubicBezTo>
                      <a:pt x="4377" y="3713"/>
                      <a:pt x="5198" y="3533"/>
                      <a:pt x="5824" y="3172"/>
                    </a:cubicBezTo>
                    <a:cubicBezTo>
                      <a:pt x="7077" y="2452"/>
                      <a:pt x="7065" y="1271"/>
                      <a:pt x="5813" y="550"/>
                    </a:cubicBezTo>
                    <a:cubicBezTo>
                      <a:pt x="5181" y="184"/>
                      <a:pt x="4357" y="1"/>
                      <a:pt x="353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5534082" y="6181002"/>
                <a:ext cx="386180" cy="210940"/>
              </a:xfrm>
              <a:custGeom>
                <a:avLst/>
                <a:gdLst/>
                <a:ahLst/>
                <a:cxnLst/>
                <a:rect l="l" t="t" r="r" b="b"/>
                <a:pathLst>
                  <a:path w="4857" h="2653" extrusionOk="0">
                    <a:moveTo>
                      <a:pt x="2429" y="0"/>
                    </a:moveTo>
                    <a:cubicBezTo>
                      <a:pt x="1929" y="0"/>
                      <a:pt x="1430" y="95"/>
                      <a:pt x="1017" y="284"/>
                    </a:cubicBezTo>
                    <a:cubicBezTo>
                      <a:pt x="958" y="319"/>
                      <a:pt x="887" y="366"/>
                      <a:pt x="828" y="390"/>
                    </a:cubicBezTo>
                    <a:cubicBezTo>
                      <a:pt x="781" y="425"/>
                      <a:pt x="722" y="461"/>
                      <a:pt x="674" y="496"/>
                    </a:cubicBezTo>
                    <a:cubicBezTo>
                      <a:pt x="1" y="981"/>
                      <a:pt x="1" y="1666"/>
                      <a:pt x="651" y="2150"/>
                    </a:cubicBezTo>
                    <a:cubicBezTo>
                      <a:pt x="710" y="2186"/>
                      <a:pt x="769" y="2233"/>
                      <a:pt x="828" y="2268"/>
                    </a:cubicBezTo>
                    <a:lnTo>
                      <a:pt x="1005" y="2351"/>
                    </a:lnTo>
                    <a:cubicBezTo>
                      <a:pt x="1424" y="2552"/>
                      <a:pt x="1935" y="2652"/>
                      <a:pt x="2445" y="2652"/>
                    </a:cubicBezTo>
                    <a:cubicBezTo>
                      <a:pt x="2954" y="2652"/>
                      <a:pt x="3462" y="2552"/>
                      <a:pt x="3876" y="2351"/>
                    </a:cubicBezTo>
                    <a:cubicBezTo>
                      <a:pt x="3911" y="2327"/>
                      <a:pt x="3970" y="2292"/>
                      <a:pt x="4029" y="2268"/>
                    </a:cubicBezTo>
                    <a:cubicBezTo>
                      <a:pt x="4088" y="2221"/>
                      <a:pt x="4147" y="2186"/>
                      <a:pt x="4206" y="2150"/>
                    </a:cubicBezTo>
                    <a:cubicBezTo>
                      <a:pt x="4856" y="1666"/>
                      <a:pt x="4856" y="981"/>
                      <a:pt x="4183" y="484"/>
                    </a:cubicBezTo>
                    <a:cubicBezTo>
                      <a:pt x="4136" y="449"/>
                      <a:pt x="4076" y="402"/>
                      <a:pt x="4017" y="378"/>
                    </a:cubicBezTo>
                    <a:lnTo>
                      <a:pt x="3840" y="284"/>
                    </a:lnTo>
                    <a:cubicBezTo>
                      <a:pt x="3427" y="95"/>
                      <a:pt x="2928" y="0"/>
                      <a:pt x="2429"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5612082" y="6219484"/>
                <a:ext cx="256499" cy="148445"/>
              </a:xfrm>
              <a:custGeom>
                <a:avLst/>
                <a:gdLst/>
                <a:ahLst/>
                <a:cxnLst/>
                <a:rect l="l" t="t" r="r" b="b"/>
                <a:pathLst>
                  <a:path w="3226" h="1867" extrusionOk="0">
                    <a:moveTo>
                      <a:pt x="378" y="0"/>
                    </a:moveTo>
                    <a:lnTo>
                      <a:pt x="154" y="83"/>
                    </a:lnTo>
                    <a:cubicBezTo>
                      <a:pt x="95" y="119"/>
                      <a:pt x="59" y="142"/>
                      <a:pt x="0" y="178"/>
                    </a:cubicBezTo>
                    <a:lnTo>
                      <a:pt x="1123" y="827"/>
                    </a:lnTo>
                    <a:lnTo>
                      <a:pt x="1453" y="1028"/>
                    </a:lnTo>
                    <a:lnTo>
                      <a:pt x="2895" y="1867"/>
                    </a:lnTo>
                    <a:cubicBezTo>
                      <a:pt x="2930" y="1843"/>
                      <a:pt x="2989" y="1808"/>
                      <a:pt x="3048" y="1784"/>
                    </a:cubicBezTo>
                    <a:cubicBezTo>
                      <a:pt x="3107" y="1737"/>
                      <a:pt x="3166" y="1702"/>
                      <a:pt x="3225" y="1666"/>
                    </a:cubicBezTo>
                    <a:lnTo>
                      <a:pt x="1796" y="827"/>
                    </a:lnTo>
                    <a:lnTo>
                      <a:pt x="1453" y="615"/>
                    </a:lnTo>
                    <a:lnTo>
                      <a:pt x="37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5585764" y="6215747"/>
                <a:ext cx="266836" cy="151308"/>
              </a:xfrm>
              <a:custGeom>
                <a:avLst/>
                <a:gdLst/>
                <a:ahLst/>
                <a:cxnLst/>
                <a:rect l="l" t="t" r="r" b="b"/>
                <a:pathLst>
                  <a:path w="3356" h="1903" extrusionOk="0">
                    <a:moveTo>
                      <a:pt x="2918" y="0"/>
                    </a:moveTo>
                    <a:lnTo>
                      <a:pt x="1773" y="662"/>
                    </a:lnTo>
                    <a:lnTo>
                      <a:pt x="1430" y="874"/>
                    </a:lnTo>
                    <a:lnTo>
                      <a:pt x="1" y="1701"/>
                    </a:lnTo>
                    <a:cubicBezTo>
                      <a:pt x="60" y="1737"/>
                      <a:pt x="119" y="1784"/>
                      <a:pt x="178" y="1819"/>
                    </a:cubicBezTo>
                    <a:lnTo>
                      <a:pt x="355" y="1902"/>
                    </a:lnTo>
                    <a:lnTo>
                      <a:pt x="1784" y="1075"/>
                    </a:lnTo>
                    <a:lnTo>
                      <a:pt x="2127" y="886"/>
                    </a:lnTo>
                    <a:lnTo>
                      <a:pt x="3356" y="177"/>
                    </a:lnTo>
                    <a:cubicBezTo>
                      <a:pt x="3344" y="177"/>
                      <a:pt x="3320" y="166"/>
                      <a:pt x="3285" y="130"/>
                    </a:cubicBezTo>
                    <a:cubicBezTo>
                      <a:pt x="3178" y="83"/>
                      <a:pt x="3060" y="47"/>
                      <a:pt x="2918"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5789057" y="62894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5538773" y="6183069"/>
                <a:ext cx="367336" cy="139779"/>
              </a:xfrm>
              <a:custGeom>
                <a:avLst/>
                <a:gdLst/>
                <a:ahLst/>
                <a:cxnLst/>
                <a:rect l="l" t="t" r="r" b="b"/>
                <a:pathLst>
                  <a:path w="4620" h="1758" extrusionOk="0">
                    <a:moveTo>
                      <a:pt x="2387" y="1"/>
                    </a:moveTo>
                    <a:cubicBezTo>
                      <a:pt x="1891" y="1"/>
                      <a:pt x="1395" y="98"/>
                      <a:pt x="981" y="293"/>
                    </a:cubicBezTo>
                    <a:cubicBezTo>
                      <a:pt x="922" y="317"/>
                      <a:pt x="840" y="364"/>
                      <a:pt x="781" y="388"/>
                    </a:cubicBezTo>
                    <a:cubicBezTo>
                      <a:pt x="745" y="423"/>
                      <a:pt x="686" y="470"/>
                      <a:pt x="639" y="494"/>
                    </a:cubicBezTo>
                    <a:cubicBezTo>
                      <a:pt x="131" y="848"/>
                      <a:pt x="1" y="1344"/>
                      <a:pt x="249" y="1758"/>
                    </a:cubicBezTo>
                    <a:cubicBezTo>
                      <a:pt x="178" y="1415"/>
                      <a:pt x="344" y="1061"/>
                      <a:pt x="745" y="777"/>
                    </a:cubicBezTo>
                    <a:cubicBezTo>
                      <a:pt x="781" y="730"/>
                      <a:pt x="828" y="707"/>
                      <a:pt x="887" y="671"/>
                    </a:cubicBezTo>
                    <a:cubicBezTo>
                      <a:pt x="946" y="624"/>
                      <a:pt x="1005" y="600"/>
                      <a:pt x="1076" y="565"/>
                    </a:cubicBezTo>
                    <a:cubicBezTo>
                      <a:pt x="1489" y="376"/>
                      <a:pt x="1989" y="281"/>
                      <a:pt x="2488" y="281"/>
                    </a:cubicBezTo>
                    <a:cubicBezTo>
                      <a:pt x="2987" y="281"/>
                      <a:pt x="3486" y="376"/>
                      <a:pt x="3899" y="565"/>
                    </a:cubicBezTo>
                    <a:lnTo>
                      <a:pt x="4077" y="659"/>
                    </a:lnTo>
                    <a:cubicBezTo>
                      <a:pt x="4136" y="683"/>
                      <a:pt x="4195" y="730"/>
                      <a:pt x="4242" y="766"/>
                    </a:cubicBezTo>
                    <a:cubicBezTo>
                      <a:pt x="4419" y="884"/>
                      <a:pt x="4537" y="1014"/>
                      <a:pt x="4620" y="1167"/>
                    </a:cubicBezTo>
                    <a:cubicBezTo>
                      <a:pt x="4584" y="907"/>
                      <a:pt x="4419" y="671"/>
                      <a:pt x="4136" y="482"/>
                    </a:cubicBezTo>
                    <a:cubicBezTo>
                      <a:pt x="4088" y="447"/>
                      <a:pt x="4029" y="411"/>
                      <a:pt x="3970" y="376"/>
                    </a:cubicBezTo>
                    <a:lnTo>
                      <a:pt x="3793" y="293"/>
                    </a:lnTo>
                    <a:cubicBezTo>
                      <a:pt x="3380" y="98"/>
                      <a:pt x="2883" y="1"/>
                      <a:pt x="2387"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5844093" y="6414841"/>
                <a:ext cx="87381" cy="98672"/>
              </a:xfrm>
              <a:custGeom>
                <a:avLst/>
                <a:gdLst/>
                <a:ahLst/>
                <a:cxnLst/>
                <a:rect l="l" t="t" r="r" b="b"/>
                <a:pathLst>
                  <a:path w="1099" h="1241" extrusionOk="0">
                    <a:moveTo>
                      <a:pt x="1087" y="1"/>
                    </a:moveTo>
                    <a:lnTo>
                      <a:pt x="1087" y="8"/>
                    </a:lnTo>
                    <a:lnTo>
                      <a:pt x="1087" y="8"/>
                    </a:lnTo>
                    <a:cubicBezTo>
                      <a:pt x="1091" y="6"/>
                      <a:pt x="1095" y="3"/>
                      <a:pt x="1099" y="1"/>
                    </a:cubicBezTo>
                    <a:close/>
                    <a:moveTo>
                      <a:pt x="1087" y="8"/>
                    </a:moveTo>
                    <a:cubicBezTo>
                      <a:pt x="997" y="67"/>
                      <a:pt x="917" y="145"/>
                      <a:pt x="815" y="201"/>
                    </a:cubicBezTo>
                    <a:cubicBezTo>
                      <a:pt x="579" y="343"/>
                      <a:pt x="296" y="449"/>
                      <a:pt x="0" y="532"/>
                    </a:cubicBezTo>
                    <a:lnTo>
                      <a:pt x="0" y="1241"/>
                    </a:lnTo>
                    <a:cubicBezTo>
                      <a:pt x="284" y="1158"/>
                      <a:pt x="532" y="1040"/>
                      <a:pt x="780" y="922"/>
                    </a:cubicBezTo>
                    <a:cubicBezTo>
                      <a:pt x="898" y="863"/>
                      <a:pt x="1004" y="804"/>
                      <a:pt x="1087" y="757"/>
                    </a:cubicBezTo>
                    <a:lnTo>
                      <a:pt x="1087" y="8"/>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844093" y="6510651"/>
                <a:ext cx="87381" cy="168243"/>
              </a:xfrm>
              <a:custGeom>
                <a:avLst/>
                <a:gdLst/>
                <a:ahLst/>
                <a:cxnLst/>
                <a:rect l="l" t="t" r="r" b="b"/>
                <a:pathLst>
                  <a:path w="1099" h="2116" extrusionOk="0">
                    <a:moveTo>
                      <a:pt x="1099" y="1"/>
                    </a:moveTo>
                    <a:cubicBezTo>
                      <a:pt x="1004" y="36"/>
                      <a:pt x="922" y="95"/>
                      <a:pt x="815" y="154"/>
                    </a:cubicBezTo>
                    <a:cubicBezTo>
                      <a:pt x="579" y="308"/>
                      <a:pt x="296" y="390"/>
                      <a:pt x="0" y="461"/>
                    </a:cubicBezTo>
                    <a:lnTo>
                      <a:pt x="0" y="2115"/>
                    </a:lnTo>
                    <a:cubicBezTo>
                      <a:pt x="296" y="2032"/>
                      <a:pt x="555" y="1926"/>
                      <a:pt x="815" y="1784"/>
                    </a:cubicBezTo>
                    <a:cubicBezTo>
                      <a:pt x="922" y="1725"/>
                      <a:pt x="1004" y="1666"/>
                      <a:pt x="1099" y="1595"/>
                    </a:cubicBezTo>
                    <a:lnTo>
                      <a:pt x="1099"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47281" y="6698534"/>
                <a:ext cx="62018" cy="364474"/>
              </a:xfrm>
              <a:custGeom>
                <a:avLst/>
                <a:gdLst/>
                <a:ahLst/>
                <a:cxnLst/>
                <a:rect l="l" t="t" r="r" b="b"/>
                <a:pathLst>
                  <a:path w="780" h="4584" extrusionOk="0">
                    <a:moveTo>
                      <a:pt x="0" y="0"/>
                    </a:moveTo>
                    <a:lnTo>
                      <a:pt x="0" y="4135"/>
                    </a:lnTo>
                    <a:lnTo>
                      <a:pt x="780" y="4584"/>
                    </a:lnTo>
                    <a:lnTo>
                      <a:pt x="780" y="449"/>
                    </a:lnTo>
                    <a:lnTo>
                      <a:pt x="0" y="0"/>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547281" y="6626179"/>
                <a:ext cx="62018" cy="91198"/>
              </a:xfrm>
              <a:custGeom>
                <a:avLst/>
                <a:gdLst/>
                <a:ahLst/>
                <a:cxnLst/>
                <a:rect l="l" t="t" r="r" b="b"/>
                <a:pathLst>
                  <a:path w="780" h="1147" extrusionOk="0">
                    <a:moveTo>
                      <a:pt x="0" y="1"/>
                    </a:moveTo>
                    <a:lnTo>
                      <a:pt x="0" y="686"/>
                    </a:lnTo>
                    <a:lnTo>
                      <a:pt x="780" y="1146"/>
                    </a:lnTo>
                    <a:lnTo>
                      <a:pt x="780" y="449"/>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5547281" y="6444896"/>
                <a:ext cx="62018" cy="202989"/>
              </a:xfrm>
              <a:custGeom>
                <a:avLst/>
                <a:gdLst/>
                <a:ahLst/>
                <a:cxnLst/>
                <a:rect l="l" t="t" r="r" b="b"/>
                <a:pathLst>
                  <a:path w="780" h="2553" extrusionOk="0">
                    <a:moveTo>
                      <a:pt x="0" y="1"/>
                    </a:moveTo>
                    <a:lnTo>
                      <a:pt x="0" y="2092"/>
                    </a:lnTo>
                    <a:lnTo>
                      <a:pt x="780" y="2552"/>
                    </a:lnTo>
                    <a:lnTo>
                      <a:pt x="780" y="438"/>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5790011" y="70455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5467836" y="70445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5466881" y="62884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9" name="Google Shape;4139;p40"/>
            <p:cNvGrpSpPr/>
            <p:nvPr/>
          </p:nvGrpSpPr>
          <p:grpSpPr>
            <a:xfrm>
              <a:off x="7236625" y="3453800"/>
              <a:ext cx="1314274" cy="809400"/>
              <a:chOff x="5522300" y="5335650"/>
              <a:chExt cx="1314274" cy="809400"/>
            </a:xfrm>
          </p:grpSpPr>
          <p:sp>
            <p:nvSpPr>
              <p:cNvPr id="4140" name="Google Shape;4140;p40"/>
              <p:cNvSpPr/>
              <p:nvPr/>
            </p:nvSpPr>
            <p:spPr>
              <a:xfrm>
                <a:off x="5522300" y="5959482"/>
                <a:ext cx="311312" cy="185568"/>
              </a:xfrm>
              <a:custGeom>
                <a:avLst/>
                <a:gdLst/>
                <a:ahLst/>
                <a:cxnLst/>
                <a:rect l="l" t="t" r="r" b="b"/>
                <a:pathLst>
                  <a:path w="5412" h="3226" extrusionOk="0">
                    <a:moveTo>
                      <a:pt x="2730" y="0"/>
                    </a:moveTo>
                    <a:lnTo>
                      <a:pt x="1" y="1512"/>
                    </a:lnTo>
                    <a:lnTo>
                      <a:pt x="3108" y="3225"/>
                    </a:lnTo>
                    <a:lnTo>
                      <a:pt x="5033" y="3048"/>
                    </a:lnTo>
                    <a:lnTo>
                      <a:pt x="5411" y="1855"/>
                    </a:lnTo>
                    <a:lnTo>
                      <a:pt x="273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728491" y="5355380"/>
                <a:ext cx="8858" cy="72076"/>
              </a:xfrm>
              <a:custGeom>
                <a:avLst/>
                <a:gdLst/>
                <a:ahLst/>
                <a:cxnLst/>
                <a:rect l="l" t="t" r="r" b="b"/>
                <a:pathLst>
                  <a:path w="154" h="1253" extrusionOk="0">
                    <a:moveTo>
                      <a:pt x="154" y="0"/>
                    </a:moveTo>
                    <a:lnTo>
                      <a:pt x="0" y="83"/>
                    </a:lnTo>
                    <a:lnTo>
                      <a:pt x="0" y="1253"/>
                    </a:lnTo>
                    <a:lnTo>
                      <a:pt x="154" y="1170"/>
                    </a:lnTo>
                    <a:lnTo>
                      <a:pt x="154"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5720753" y="5941133"/>
                <a:ext cx="66611" cy="169231"/>
              </a:xfrm>
              <a:custGeom>
                <a:avLst/>
                <a:gdLst/>
                <a:ahLst/>
                <a:cxnLst/>
                <a:rect l="l" t="t" r="r" b="b"/>
                <a:pathLst>
                  <a:path w="1158" h="2942" extrusionOk="0">
                    <a:moveTo>
                      <a:pt x="0" y="0"/>
                    </a:moveTo>
                    <a:lnTo>
                      <a:pt x="0" y="2280"/>
                    </a:lnTo>
                    <a:lnTo>
                      <a:pt x="1158" y="2942"/>
                    </a:lnTo>
                    <a:lnTo>
                      <a:pt x="1158" y="674"/>
                    </a:lnTo>
                    <a:lnTo>
                      <a:pt x="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679279" y="5926867"/>
                <a:ext cx="33363" cy="150191"/>
              </a:xfrm>
              <a:custGeom>
                <a:avLst/>
                <a:gdLst/>
                <a:ahLst/>
                <a:cxnLst/>
                <a:rect l="l" t="t" r="r" b="b"/>
                <a:pathLst>
                  <a:path w="580" h="2611" extrusionOk="0">
                    <a:moveTo>
                      <a:pt x="1" y="0"/>
                    </a:moveTo>
                    <a:lnTo>
                      <a:pt x="1" y="2280"/>
                    </a:lnTo>
                    <a:lnTo>
                      <a:pt x="579" y="2611"/>
                    </a:lnTo>
                    <a:lnTo>
                      <a:pt x="579" y="343"/>
                    </a:lnTo>
                    <a:lnTo>
                      <a:pt x="1"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5712585" y="5941133"/>
                <a:ext cx="8226" cy="135926"/>
              </a:xfrm>
              <a:custGeom>
                <a:avLst/>
                <a:gdLst/>
                <a:ahLst/>
                <a:cxnLst/>
                <a:rect l="l" t="t" r="r" b="b"/>
                <a:pathLst>
                  <a:path w="143" h="2363" extrusionOk="0">
                    <a:moveTo>
                      <a:pt x="142" y="0"/>
                    </a:moveTo>
                    <a:lnTo>
                      <a:pt x="0" y="95"/>
                    </a:lnTo>
                    <a:lnTo>
                      <a:pt x="0" y="2363"/>
                    </a:lnTo>
                    <a:lnTo>
                      <a:pt x="142" y="2280"/>
                    </a:lnTo>
                    <a:lnTo>
                      <a:pt x="142"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5811811" y="5413133"/>
                <a:ext cx="1024763" cy="721735"/>
              </a:xfrm>
              <a:custGeom>
                <a:avLst/>
                <a:gdLst/>
                <a:ahLst/>
                <a:cxnLst/>
                <a:rect l="l" t="t" r="r" b="b"/>
                <a:pathLst>
                  <a:path w="17815" h="12547" extrusionOk="0">
                    <a:moveTo>
                      <a:pt x="17815" y="0"/>
                    </a:moveTo>
                    <a:lnTo>
                      <a:pt x="0" y="10278"/>
                    </a:lnTo>
                    <a:lnTo>
                      <a:pt x="0" y="12546"/>
                    </a:lnTo>
                    <a:lnTo>
                      <a:pt x="17815" y="2257"/>
                    </a:lnTo>
                    <a:lnTo>
                      <a:pt x="17815"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5679279" y="5335650"/>
                <a:ext cx="1157295" cy="668699"/>
              </a:xfrm>
              <a:custGeom>
                <a:avLst/>
                <a:gdLst/>
                <a:ahLst/>
                <a:cxnLst/>
                <a:rect l="l" t="t" r="r" b="b"/>
                <a:pathLst>
                  <a:path w="20119" h="11625" extrusionOk="0">
                    <a:moveTo>
                      <a:pt x="17815" y="1"/>
                    </a:moveTo>
                    <a:lnTo>
                      <a:pt x="1" y="10278"/>
                    </a:lnTo>
                    <a:lnTo>
                      <a:pt x="579" y="10621"/>
                    </a:lnTo>
                    <a:lnTo>
                      <a:pt x="721" y="10526"/>
                    </a:lnTo>
                    <a:lnTo>
                      <a:pt x="1879" y="11200"/>
                    </a:lnTo>
                    <a:lnTo>
                      <a:pt x="1737" y="11282"/>
                    </a:lnTo>
                    <a:lnTo>
                      <a:pt x="2304" y="11625"/>
                    </a:lnTo>
                    <a:lnTo>
                      <a:pt x="20119" y="1347"/>
                    </a:lnTo>
                    <a:lnTo>
                      <a:pt x="19540" y="1005"/>
                    </a:lnTo>
                    <a:lnTo>
                      <a:pt x="19398" y="1099"/>
                    </a:lnTo>
                    <a:lnTo>
                      <a:pt x="18240" y="426"/>
                    </a:lnTo>
                    <a:lnTo>
                      <a:pt x="18394" y="343"/>
                    </a:lnTo>
                    <a:lnTo>
                      <a:pt x="17815" y="1"/>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5747213" y="5525244"/>
                <a:ext cx="762518" cy="439012"/>
              </a:xfrm>
              <a:custGeom>
                <a:avLst/>
                <a:gdLst/>
                <a:ahLst/>
                <a:cxnLst/>
                <a:rect l="l" t="t" r="r" b="b"/>
                <a:pathLst>
                  <a:path w="13256" h="7632" extrusionOk="0">
                    <a:moveTo>
                      <a:pt x="12688" y="1"/>
                    </a:moveTo>
                    <a:lnTo>
                      <a:pt x="1" y="7313"/>
                    </a:lnTo>
                    <a:lnTo>
                      <a:pt x="568" y="7632"/>
                    </a:lnTo>
                    <a:lnTo>
                      <a:pt x="12688" y="639"/>
                    </a:lnTo>
                    <a:lnTo>
                      <a:pt x="13255" y="308"/>
                    </a:lnTo>
                    <a:lnTo>
                      <a:pt x="12688" y="1"/>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519166" y="5373730"/>
                <a:ext cx="250798" cy="145474"/>
              </a:xfrm>
              <a:custGeom>
                <a:avLst/>
                <a:gdLst/>
                <a:ahLst/>
                <a:cxnLst/>
                <a:rect l="l" t="t" r="r" b="b"/>
                <a:pathLst>
                  <a:path w="4360" h="2529" extrusionOk="0">
                    <a:moveTo>
                      <a:pt x="3816" y="0"/>
                    </a:moveTo>
                    <a:lnTo>
                      <a:pt x="1" y="2209"/>
                    </a:lnTo>
                    <a:lnTo>
                      <a:pt x="556" y="2528"/>
                    </a:lnTo>
                    <a:lnTo>
                      <a:pt x="3816" y="650"/>
                    </a:lnTo>
                    <a:lnTo>
                      <a:pt x="4360" y="331"/>
                    </a:lnTo>
                    <a:lnTo>
                      <a:pt x="3816"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5707810" y="5916685"/>
                <a:ext cx="38137" cy="22434"/>
              </a:xfrm>
              <a:custGeom>
                <a:avLst/>
                <a:gdLst/>
                <a:ahLst/>
                <a:cxnLst/>
                <a:rect l="l" t="t" r="r" b="b"/>
                <a:pathLst>
                  <a:path w="663" h="390" extrusionOk="0">
                    <a:moveTo>
                      <a:pt x="178" y="0"/>
                    </a:moveTo>
                    <a:lnTo>
                      <a:pt x="1" y="106"/>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5732948" y="5901730"/>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5759466" y="5886774"/>
                <a:ext cx="38137" cy="22491"/>
              </a:xfrm>
              <a:custGeom>
                <a:avLst/>
                <a:gdLst/>
                <a:ahLst/>
                <a:cxnLst/>
                <a:rect l="l" t="t" r="r" b="b"/>
                <a:pathLst>
                  <a:path w="663" h="391" extrusionOk="0">
                    <a:moveTo>
                      <a:pt x="178" y="0"/>
                    </a:moveTo>
                    <a:lnTo>
                      <a:pt x="1" y="107"/>
                    </a:lnTo>
                    <a:lnTo>
                      <a:pt x="473"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5784603" y="5871818"/>
                <a:ext cx="38137" cy="21801"/>
              </a:xfrm>
              <a:custGeom>
                <a:avLst/>
                <a:gdLst/>
                <a:ahLst/>
                <a:cxnLst/>
                <a:rect l="l" t="t" r="r" b="b"/>
                <a:pathLst>
                  <a:path w="663" h="379" extrusionOk="0">
                    <a:moveTo>
                      <a:pt x="201" y="0"/>
                    </a:moveTo>
                    <a:lnTo>
                      <a:pt x="1" y="107"/>
                    </a:lnTo>
                    <a:lnTo>
                      <a:pt x="497" y="378"/>
                    </a:lnTo>
                    <a:lnTo>
                      <a:pt x="662"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5810431" y="5857552"/>
                <a:ext cx="38770" cy="21801"/>
              </a:xfrm>
              <a:custGeom>
                <a:avLst/>
                <a:gdLst/>
                <a:ahLst/>
                <a:cxnLst/>
                <a:rect l="l" t="t" r="r" b="b"/>
                <a:pathLst>
                  <a:path w="674"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5836948" y="5841906"/>
                <a:ext cx="38080" cy="22491"/>
              </a:xfrm>
              <a:custGeom>
                <a:avLst/>
                <a:gdLst/>
                <a:ahLst/>
                <a:cxnLst/>
                <a:rect l="l" t="t" r="r" b="b"/>
                <a:pathLst>
                  <a:path w="662" h="391" extrusionOk="0">
                    <a:moveTo>
                      <a:pt x="177" y="1"/>
                    </a:moveTo>
                    <a:lnTo>
                      <a:pt x="0" y="107"/>
                    </a:lnTo>
                    <a:lnTo>
                      <a:pt x="473" y="390"/>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5862086" y="5827640"/>
                <a:ext cx="38080" cy="21801"/>
              </a:xfrm>
              <a:custGeom>
                <a:avLst/>
                <a:gdLst/>
                <a:ahLst/>
                <a:cxnLst/>
                <a:rect l="l" t="t" r="r" b="b"/>
                <a:pathLst>
                  <a:path w="662" h="379" extrusionOk="0">
                    <a:moveTo>
                      <a:pt x="189" y="1"/>
                    </a:moveTo>
                    <a:lnTo>
                      <a:pt x="0" y="107"/>
                    </a:lnTo>
                    <a:lnTo>
                      <a:pt x="485" y="379"/>
                    </a:lnTo>
                    <a:lnTo>
                      <a:pt x="662"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5887913" y="5811994"/>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5913741" y="5797038"/>
                <a:ext cx="38770" cy="23182"/>
              </a:xfrm>
              <a:custGeom>
                <a:avLst/>
                <a:gdLst/>
                <a:ahLst/>
                <a:cxnLst/>
                <a:rect l="l" t="t" r="r" b="b"/>
                <a:pathLst>
                  <a:path w="674" h="403" extrusionOk="0">
                    <a:moveTo>
                      <a:pt x="177" y="1"/>
                    </a:moveTo>
                    <a:lnTo>
                      <a:pt x="0" y="119"/>
                    </a:lnTo>
                    <a:lnTo>
                      <a:pt x="484" y="403"/>
                    </a:lnTo>
                    <a:lnTo>
                      <a:pt x="674"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5939569" y="5782773"/>
                <a:ext cx="38770" cy="21801"/>
              </a:xfrm>
              <a:custGeom>
                <a:avLst/>
                <a:gdLst/>
                <a:ahLst/>
                <a:cxnLst/>
                <a:rect l="l" t="t" r="r" b="b"/>
                <a:pathLst>
                  <a:path w="674" h="379" extrusionOk="0">
                    <a:moveTo>
                      <a:pt x="189" y="1"/>
                    </a:moveTo>
                    <a:lnTo>
                      <a:pt x="0" y="95"/>
                    </a:lnTo>
                    <a:lnTo>
                      <a:pt x="484" y="379"/>
                    </a:lnTo>
                    <a:lnTo>
                      <a:pt x="673" y="273"/>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5964706" y="5767184"/>
                <a:ext cx="39460" cy="23124"/>
              </a:xfrm>
              <a:custGeom>
                <a:avLst/>
                <a:gdLst/>
                <a:ahLst/>
                <a:cxnLst/>
                <a:rect l="l" t="t" r="r" b="b"/>
                <a:pathLst>
                  <a:path w="686" h="402" extrusionOk="0">
                    <a:moveTo>
                      <a:pt x="189" y="0"/>
                    </a:moveTo>
                    <a:lnTo>
                      <a:pt x="0" y="118"/>
                    </a:lnTo>
                    <a:lnTo>
                      <a:pt x="484" y="402"/>
                    </a:lnTo>
                    <a:lnTo>
                      <a:pt x="685"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5991166" y="5752919"/>
                <a:ext cx="38137" cy="21801"/>
              </a:xfrm>
              <a:custGeom>
                <a:avLst/>
                <a:gdLst/>
                <a:ahLst/>
                <a:cxnLst/>
                <a:rect l="l" t="t" r="r" b="b"/>
                <a:pathLst>
                  <a:path w="663" h="379" extrusionOk="0">
                    <a:moveTo>
                      <a:pt x="178" y="0"/>
                    </a:moveTo>
                    <a:lnTo>
                      <a:pt x="1" y="106"/>
                    </a:lnTo>
                    <a:lnTo>
                      <a:pt x="485"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6016994" y="5737273"/>
                <a:ext cx="38828" cy="23182"/>
              </a:xfrm>
              <a:custGeom>
                <a:avLst/>
                <a:gdLst/>
                <a:ahLst/>
                <a:cxnLst/>
                <a:rect l="l" t="t" r="r" b="b"/>
                <a:pathLst>
                  <a:path w="675" h="403" extrusionOk="0">
                    <a:moveTo>
                      <a:pt x="190" y="0"/>
                    </a:moveTo>
                    <a:lnTo>
                      <a:pt x="1" y="119"/>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042131" y="5723007"/>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068649" y="5708051"/>
                <a:ext cx="38137" cy="22491"/>
              </a:xfrm>
              <a:custGeom>
                <a:avLst/>
                <a:gdLst/>
                <a:ahLst/>
                <a:cxnLst/>
                <a:rect l="l" t="t" r="r" b="b"/>
                <a:pathLst>
                  <a:path w="663" h="391" extrusionOk="0">
                    <a:moveTo>
                      <a:pt x="178" y="0"/>
                    </a:moveTo>
                    <a:lnTo>
                      <a:pt x="1" y="119"/>
                    </a:lnTo>
                    <a:lnTo>
                      <a:pt x="485" y="390"/>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093787" y="5693095"/>
                <a:ext cx="39460" cy="22491"/>
              </a:xfrm>
              <a:custGeom>
                <a:avLst/>
                <a:gdLst/>
                <a:ahLst/>
                <a:cxnLst/>
                <a:rect l="l" t="t" r="r" b="b"/>
                <a:pathLst>
                  <a:path w="686" h="391" extrusionOk="0">
                    <a:moveTo>
                      <a:pt x="201" y="1"/>
                    </a:moveTo>
                    <a:lnTo>
                      <a:pt x="1" y="107"/>
                    </a:lnTo>
                    <a:lnTo>
                      <a:pt x="497" y="390"/>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120305" y="5678139"/>
                <a:ext cx="38080" cy="23182"/>
              </a:xfrm>
              <a:custGeom>
                <a:avLst/>
                <a:gdLst/>
                <a:ahLst/>
                <a:cxnLst/>
                <a:rect l="l" t="t" r="r" b="b"/>
                <a:pathLst>
                  <a:path w="662" h="403" extrusionOk="0">
                    <a:moveTo>
                      <a:pt x="178" y="1"/>
                    </a:moveTo>
                    <a:lnTo>
                      <a:pt x="0" y="119"/>
                    </a:lnTo>
                    <a:lnTo>
                      <a:pt x="473" y="402"/>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145442" y="5663874"/>
                <a:ext cx="38770" cy="21801"/>
              </a:xfrm>
              <a:custGeom>
                <a:avLst/>
                <a:gdLst/>
                <a:ahLst/>
                <a:cxnLst/>
                <a:rect l="l" t="t" r="r" b="b"/>
                <a:pathLst>
                  <a:path w="674" h="379" extrusionOk="0">
                    <a:moveTo>
                      <a:pt x="201" y="1"/>
                    </a:moveTo>
                    <a:lnTo>
                      <a:pt x="0" y="95"/>
                    </a:lnTo>
                    <a:lnTo>
                      <a:pt x="497" y="379"/>
                    </a:lnTo>
                    <a:lnTo>
                      <a:pt x="674" y="272"/>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171270" y="5648228"/>
                <a:ext cx="39460" cy="22491"/>
              </a:xfrm>
              <a:custGeom>
                <a:avLst/>
                <a:gdLst/>
                <a:ahLst/>
                <a:cxnLst/>
                <a:rect l="l" t="t" r="r" b="b"/>
                <a:pathLst>
                  <a:path w="686" h="391" extrusionOk="0">
                    <a:moveTo>
                      <a:pt x="189" y="1"/>
                    </a:moveTo>
                    <a:lnTo>
                      <a:pt x="0" y="107"/>
                    </a:lnTo>
                    <a:lnTo>
                      <a:pt x="485" y="391"/>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197787" y="5633962"/>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222925" y="5618373"/>
                <a:ext cx="38770" cy="22434"/>
              </a:xfrm>
              <a:custGeom>
                <a:avLst/>
                <a:gdLst/>
                <a:ahLst/>
                <a:cxnLst/>
                <a:rect l="l" t="t" r="r" b="b"/>
                <a:pathLst>
                  <a:path w="674" h="390" extrusionOk="0">
                    <a:moveTo>
                      <a:pt x="201" y="0"/>
                    </a:moveTo>
                    <a:lnTo>
                      <a:pt x="0" y="106"/>
                    </a:lnTo>
                    <a:lnTo>
                      <a:pt x="496" y="390"/>
                    </a:lnTo>
                    <a:lnTo>
                      <a:pt x="674"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248752" y="5604050"/>
                <a:ext cx="38770" cy="22491"/>
              </a:xfrm>
              <a:custGeom>
                <a:avLst/>
                <a:gdLst/>
                <a:ahLst/>
                <a:cxnLst/>
                <a:rect l="l" t="t" r="r" b="b"/>
                <a:pathLst>
                  <a:path w="674" h="391" extrusionOk="0">
                    <a:moveTo>
                      <a:pt x="189" y="1"/>
                    </a:moveTo>
                    <a:lnTo>
                      <a:pt x="0" y="107"/>
                    </a:lnTo>
                    <a:lnTo>
                      <a:pt x="484" y="391"/>
                    </a:lnTo>
                    <a:lnTo>
                      <a:pt x="673" y="285"/>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275213" y="5589152"/>
                <a:ext cx="38137" cy="21801"/>
              </a:xfrm>
              <a:custGeom>
                <a:avLst/>
                <a:gdLst/>
                <a:ahLst/>
                <a:cxnLst/>
                <a:rect l="l" t="t" r="r" b="b"/>
                <a:pathLst>
                  <a:path w="663" h="379" extrusionOk="0">
                    <a:moveTo>
                      <a:pt x="178" y="0"/>
                    </a:moveTo>
                    <a:lnTo>
                      <a:pt x="1" y="95"/>
                    </a:lnTo>
                    <a:lnTo>
                      <a:pt x="485"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300350" y="5574196"/>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326178" y="5559240"/>
                <a:ext cx="38828" cy="21801"/>
              </a:xfrm>
              <a:custGeom>
                <a:avLst/>
                <a:gdLst/>
                <a:ahLst/>
                <a:cxnLst/>
                <a:rect l="l" t="t" r="r" b="b"/>
                <a:pathLst>
                  <a:path w="675" h="379" extrusionOk="0">
                    <a:moveTo>
                      <a:pt x="190" y="0"/>
                    </a:moveTo>
                    <a:lnTo>
                      <a:pt x="1" y="107"/>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352005" y="5544975"/>
                <a:ext cx="38828" cy="21801"/>
              </a:xfrm>
              <a:custGeom>
                <a:avLst/>
                <a:gdLst/>
                <a:ahLst/>
                <a:cxnLst/>
                <a:rect l="l" t="t" r="r" b="b"/>
                <a:pathLst>
                  <a:path w="675" h="379" extrusionOk="0">
                    <a:moveTo>
                      <a:pt x="178" y="0"/>
                    </a:moveTo>
                    <a:lnTo>
                      <a:pt x="1" y="95"/>
                    </a:lnTo>
                    <a:lnTo>
                      <a:pt x="497" y="378"/>
                    </a:lnTo>
                    <a:lnTo>
                      <a:pt x="674" y="260"/>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377833" y="5529328"/>
                <a:ext cx="38770" cy="22491"/>
              </a:xfrm>
              <a:custGeom>
                <a:avLst/>
                <a:gdLst/>
                <a:ahLst/>
                <a:cxnLst/>
                <a:rect l="l" t="t" r="r" b="b"/>
                <a:pathLst>
                  <a:path w="674" h="391" extrusionOk="0">
                    <a:moveTo>
                      <a:pt x="190" y="1"/>
                    </a:moveTo>
                    <a:lnTo>
                      <a:pt x="1"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404351" y="5514373"/>
                <a:ext cx="38080" cy="22491"/>
              </a:xfrm>
              <a:custGeom>
                <a:avLst/>
                <a:gdLst/>
                <a:ahLst/>
                <a:cxnLst/>
                <a:rect l="l" t="t" r="r" b="b"/>
                <a:pathLst>
                  <a:path w="662" h="391" extrusionOk="0">
                    <a:moveTo>
                      <a:pt x="177" y="1"/>
                    </a:moveTo>
                    <a:lnTo>
                      <a:pt x="0" y="119"/>
                    </a:lnTo>
                    <a:lnTo>
                      <a:pt x="473" y="390"/>
                    </a:lnTo>
                    <a:lnTo>
                      <a:pt x="662" y="272"/>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429488" y="5499417"/>
                <a:ext cx="38080" cy="22491"/>
              </a:xfrm>
              <a:custGeom>
                <a:avLst/>
                <a:gdLst/>
                <a:ahLst/>
                <a:cxnLst/>
                <a:rect l="l" t="t" r="r" b="b"/>
                <a:pathLst>
                  <a:path w="662" h="391" extrusionOk="0">
                    <a:moveTo>
                      <a:pt x="178" y="1"/>
                    </a:moveTo>
                    <a:lnTo>
                      <a:pt x="0" y="107"/>
                    </a:lnTo>
                    <a:lnTo>
                      <a:pt x="485"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455316" y="548446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481144" y="5470195"/>
                <a:ext cx="38080" cy="21801"/>
              </a:xfrm>
              <a:custGeom>
                <a:avLst/>
                <a:gdLst/>
                <a:ahLst/>
                <a:cxnLst/>
                <a:rect l="l" t="t" r="r" b="b"/>
                <a:pathLst>
                  <a:path w="662" h="379" extrusionOk="0">
                    <a:moveTo>
                      <a:pt x="177" y="1"/>
                    </a:moveTo>
                    <a:lnTo>
                      <a:pt x="0" y="95"/>
                    </a:lnTo>
                    <a:lnTo>
                      <a:pt x="473" y="379"/>
                    </a:lnTo>
                    <a:lnTo>
                      <a:pt x="662" y="273"/>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506971" y="5454607"/>
                <a:ext cx="38080" cy="23124"/>
              </a:xfrm>
              <a:custGeom>
                <a:avLst/>
                <a:gdLst/>
                <a:ahLst/>
                <a:cxnLst/>
                <a:rect l="l" t="t" r="r" b="b"/>
                <a:pathLst>
                  <a:path w="662" h="402" extrusionOk="0">
                    <a:moveTo>
                      <a:pt x="189" y="0"/>
                    </a:moveTo>
                    <a:lnTo>
                      <a:pt x="0" y="118"/>
                    </a:lnTo>
                    <a:lnTo>
                      <a:pt x="484" y="402"/>
                    </a:lnTo>
                    <a:lnTo>
                      <a:pt x="662"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532109" y="5440341"/>
                <a:ext cx="39460" cy="21801"/>
              </a:xfrm>
              <a:custGeom>
                <a:avLst/>
                <a:gdLst/>
                <a:ahLst/>
                <a:cxnLst/>
                <a:rect l="l" t="t" r="r" b="b"/>
                <a:pathLst>
                  <a:path w="686" h="379" extrusionOk="0">
                    <a:moveTo>
                      <a:pt x="201" y="0"/>
                    </a:moveTo>
                    <a:lnTo>
                      <a:pt x="0" y="106"/>
                    </a:lnTo>
                    <a:lnTo>
                      <a:pt x="496" y="378"/>
                    </a:lnTo>
                    <a:lnTo>
                      <a:pt x="685"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558569" y="5424695"/>
                <a:ext cx="38137" cy="23124"/>
              </a:xfrm>
              <a:custGeom>
                <a:avLst/>
                <a:gdLst/>
                <a:ahLst/>
                <a:cxnLst/>
                <a:rect l="l" t="t" r="r" b="b"/>
                <a:pathLst>
                  <a:path w="663" h="402" extrusionOk="0">
                    <a:moveTo>
                      <a:pt x="178" y="0"/>
                    </a:moveTo>
                    <a:lnTo>
                      <a:pt x="1" y="118"/>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584397" y="5410429"/>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609534" y="5395473"/>
                <a:ext cx="39518" cy="22491"/>
              </a:xfrm>
              <a:custGeom>
                <a:avLst/>
                <a:gdLst/>
                <a:ahLst/>
                <a:cxnLst/>
                <a:rect l="l" t="t" r="r" b="b"/>
                <a:pathLst>
                  <a:path w="687" h="391" extrusionOk="0">
                    <a:moveTo>
                      <a:pt x="190" y="0"/>
                    </a:moveTo>
                    <a:lnTo>
                      <a:pt x="1" y="118"/>
                    </a:lnTo>
                    <a:lnTo>
                      <a:pt x="485" y="390"/>
                    </a:lnTo>
                    <a:lnTo>
                      <a:pt x="686"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636052" y="5380518"/>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6661189" y="5365562"/>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6687017" y="5351296"/>
                <a:ext cx="38770" cy="21801"/>
              </a:xfrm>
              <a:custGeom>
                <a:avLst/>
                <a:gdLst/>
                <a:ahLst/>
                <a:cxnLst/>
                <a:rect l="l" t="t" r="r" b="b"/>
                <a:pathLst>
                  <a:path w="674" h="379" extrusionOk="0">
                    <a:moveTo>
                      <a:pt x="190" y="0"/>
                    </a:moveTo>
                    <a:lnTo>
                      <a:pt x="1" y="95"/>
                    </a:lnTo>
                    <a:lnTo>
                      <a:pt x="485" y="379"/>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94784" y="5966960"/>
                <a:ext cx="38828" cy="23124"/>
              </a:xfrm>
              <a:custGeom>
                <a:avLst/>
                <a:gdLst/>
                <a:ahLst/>
                <a:cxnLst/>
                <a:rect l="l" t="t" r="r" b="b"/>
                <a:pathLst>
                  <a:path w="675" h="402" extrusionOk="0">
                    <a:moveTo>
                      <a:pt x="190" y="0"/>
                    </a:moveTo>
                    <a:lnTo>
                      <a:pt x="1" y="118"/>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820612" y="5952695"/>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847130" y="5937048"/>
                <a:ext cx="38080" cy="22491"/>
              </a:xfrm>
              <a:custGeom>
                <a:avLst/>
                <a:gdLst/>
                <a:ahLst/>
                <a:cxnLst/>
                <a:rect l="l" t="t" r="r" b="b"/>
                <a:pathLst>
                  <a:path w="662" h="391" extrusionOk="0">
                    <a:moveTo>
                      <a:pt x="166" y="0"/>
                    </a:moveTo>
                    <a:lnTo>
                      <a:pt x="0" y="107"/>
                    </a:lnTo>
                    <a:lnTo>
                      <a:pt x="485" y="390"/>
                    </a:lnTo>
                    <a:lnTo>
                      <a:pt x="662" y="284"/>
                    </a:lnTo>
                    <a:lnTo>
                      <a:pt x="166"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872267" y="5922783"/>
                <a:ext cx="39460" cy="21801"/>
              </a:xfrm>
              <a:custGeom>
                <a:avLst/>
                <a:gdLst/>
                <a:ahLst/>
                <a:cxnLst/>
                <a:rect l="l" t="t" r="r" b="b"/>
                <a:pathLst>
                  <a:path w="686" h="379" extrusionOk="0">
                    <a:moveTo>
                      <a:pt x="190" y="0"/>
                    </a:moveTo>
                    <a:lnTo>
                      <a:pt x="1" y="107"/>
                    </a:lnTo>
                    <a:lnTo>
                      <a:pt x="485" y="378"/>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898095" y="5907137"/>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923923" y="5892871"/>
                <a:ext cx="38770" cy="22491"/>
              </a:xfrm>
              <a:custGeom>
                <a:avLst/>
                <a:gdLst/>
                <a:ahLst/>
                <a:cxnLst/>
                <a:rect l="l" t="t" r="r" b="b"/>
                <a:pathLst>
                  <a:path w="674" h="391" extrusionOk="0">
                    <a:moveTo>
                      <a:pt x="178" y="1"/>
                    </a:moveTo>
                    <a:lnTo>
                      <a:pt x="0" y="107"/>
                    </a:lnTo>
                    <a:lnTo>
                      <a:pt x="497" y="390"/>
                    </a:lnTo>
                    <a:lnTo>
                      <a:pt x="674"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949750" y="5877915"/>
                <a:ext cx="38770" cy="21801"/>
              </a:xfrm>
              <a:custGeom>
                <a:avLst/>
                <a:gdLst/>
                <a:ahLst/>
                <a:cxnLst/>
                <a:rect l="l" t="t" r="r" b="b"/>
                <a:pathLst>
                  <a:path w="674" h="379" extrusionOk="0">
                    <a:moveTo>
                      <a:pt x="189" y="1"/>
                    </a:moveTo>
                    <a:lnTo>
                      <a:pt x="0" y="95"/>
                    </a:lnTo>
                    <a:lnTo>
                      <a:pt x="485" y="379"/>
                    </a:lnTo>
                    <a:lnTo>
                      <a:pt x="674" y="272"/>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974888" y="5862959"/>
                <a:ext cx="39460" cy="22491"/>
              </a:xfrm>
              <a:custGeom>
                <a:avLst/>
                <a:gdLst/>
                <a:ahLst/>
                <a:cxnLst/>
                <a:rect l="l" t="t" r="r" b="b"/>
                <a:pathLst>
                  <a:path w="686" h="391" extrusionOk="0">
                    <a:moveTo>
                      <a:pt x="201" y="1"/>
                    </a:moveTo>
                    <a:lnTo>
                      <a:pt x="0" y="107"/>
                    </a:lnTo>
                    <a:lnTo>
                      <a:pt x="496" y="391"/>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6001405" y="5848003"/>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6026543" y="5833738"/>
                <a:ext cx="39460" cy="21801"/>
              </a:xfrm>
              <a:custGeom>
                <a:avLst/>
                <a:gdLst/>
                <a:ahLst/>
                <a:cxnLst/>
                <a:rect l="l" t="t" r="r" b="b"/>
                <a:pathLst>
                  <a:path w="686" h="379" extrusionOk="0">
                    <a:moveTo>
                      <a:pt x="201" y="1"/>
                    </a:moveTo>
                    <a:lnTo>
                      <a:pt x="0" y="95"/>
                    </a:lnTo>
                    <a:lnTo>
                      <a:pt x="496" y="379"/>
                    </a:lnTo>
                    <a:lnTo>
                      <a:pt x="685" y="261"/>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6053003" y="5818149"/>
                <a:ext cx="38828" cy="22434"/>
              </a:xfrm>
              <a:custGeom>
                <a:avLst/>
                <a:gdLst/>
                <a:ahLst/>
                <a:cxnLst/>
                <a:rect l="l" t="t" r="r" b="b"/>
                <a:pathLst>
                  <a:path w="675" h="390" extrusionOk="0">
                    <a:moveTo>
                      <a:pt x="178" y="0"/>
                    </a:moveTo>
                    <a:lnTo>
                      <a:pt x="1" y="106"/>
                    </a:lnTo>
                    <a:lnTo>
                      <a:pt x="473" y="390"/>
                    </a:lnTo>
                    <a:lnTo>
                      <a:pt x="674"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6078831" y="5803193"/>
                <a:ext cx="38137" cy="22491"/>
              </a:xfrm>
              <a:custGeom>
                <a:avLst/>
                <a:gdLst/>
                <a:ahLst/>
                <a:cxnLst/>
                <a:rect l="l" t="t" r="r" b="b"/>
                <a:pathLst>
                  <a:path w="663" h="391" extrusionOk="0">
                    <a:moveTo>
                      <a:pt x="190" y="0"/>
                    </a:moveTo>
                    <a:lnTo>
                      <a:pt x="1" y="118"/>
                    </a:lnTo>
                    <a:lnTo>
                      <a:pt x="485" y="390"/>
                    </a:lnTo>
                    <a:lnTo>
                      <a:pt x="662"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6103968" y="5788238"/>
                <a:ext cx="39518" cy="22491"/>
              </a:xfrm>
              <a:custGeom>
                <a:avLst/>
                <a:gdLst/>
                <a:ahLst/>
                <a:cxnLst/>
                <a:rect l="l" t="t" r="r" b="b"/>
                <a:pathLst>
                  <a:path w="687" h="391" extrusionOk="0">
                    <a:moveTo>
                      <a:pt x="202" y="0"/>
                    </a:moveTo>
                    <a:lnTo>
                      <a:pt x="1" y="107"/>
                    </a:lnTo>
                    <a:lnTo>
                      <a:pt x="497" y="390"/>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6130486" y="5773282"/>
                <a:ext cx="38137" cy="23182"/>
              </a:xfrm>
              <a:custGeom>
                <a:avLst/>
                <a:gdLst/>
                <a:ahLst/>
                <a:cxnLst/>
                <a:rect l="l" t="t" r="r" b="b"/>
                <a:pathLst>
                  <a:path w="663" h="403" extrusionOk="0">
                    <a:moveTo>
                      <a:pt x="178" y="0"/>
                    </a:moveTo>
                    <a:lnTo>
                      <a:pt x="1" y="119"/>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6156314" y="5759016"/>
                <a:ext cx="38080" cy="21801"/>
              </a:xfrm>
              <a:custGeom>
                <a:avLst/>
                <a:gdLst/>
                <a:ahLst/>
                <a:cxnLst/>
                <a:rect l="l" t="t" r="r" b="b"/>
                <a:pathLst>
                  <a:path w="662" h="379" extrusionOk="0">
                    <a:moveTo>
                      <a:pt x="189" y="0"/>
                    </a:moveTo>
                    <a:lnTo>
                      <a:pt x="0" y="95"/>
                    </a:lnTo>
                    <a:lnTo>
                      <a:pt x="485" y="378"/>
                    </a:lnTo>
                    <a:lnTo>
                      <a:pt x="662"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6181451" y="5743370"/>
                <a:ext cx="39460" cy="23182"/>
              </a:xfrm>
              <a:custGeom>
                <a:avLst/>
                <a:gdLst/>
                <a:ahLst/>
                <a:cxnLst/>
                <a:rect l="l" t="t" r="r" b="b"/>
                <a:pathLst>
                  <a:path w="686" h="403" extrusionOk="0">
                    <a:moveTo>
                      <a:pt x="190" y="1"/>
                    </a:moveTo>
                    <a:lnTo>
                      <a:pt x="1" y="119"/>
                    </a:lnTo>
                    <a:lnTo>
                      <a:pt x="485" y="402"/>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6207969" y="5729104"/>
                <a:ext cx="38080" cy="21801"/>
              </a:xfrm>
              <a:custGeom>
                <a:avLst/>
                <a:gdLst/>
                <a:ahLst/>
                <a:cxnLst/>
                <a:rect l="l" t="t" r="r" b="b"/>
                <a:pathLst>
                  <a:path w="662" h="379" extrusionOk="0">
                    <a:moveTo>
                      <a:pt x="177" y="1"/>
                    </a:moveTo>
                    <a:lnTo>
                      <a:pt x="0" y="107"/>
                    </a:lnTo>
                    <a:lnTo>
                      <a:pt x="485"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6233106" y="5713458"/>
                <a:ext cx="39460" cy="23182"/>
              </a:xfrm>
              <a:custGeom>
                <a:avLst/>
                <a:gdLst/>
                <a:ahLst/>
                <a:cxnLst/>
                <a:rect l="l" t="t" r="r" b="b"/>
                <a:pathLst>
                  <a:path w="686" h="403" extrusionOk="0">
                    <a:moveTo>
                      <a:pt x="201" y="1"/>
                    </a:moveTo>
                    <a:lnTo>
                      <a:pt x="0" y="119"/>
                    </a:lnTo>
                    <a:lnTo>
                      <a:pt x="497" y="403"/>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6258934" y="5699193"/>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6285394" y="5684237"/>
                <a:ext cx="38137" cy="21801"/>
              </a:xfrm>
              <a:custGeom>
                <a:avLst/>
                <a:gdLst/>
                <a:ahLst/>
                <a:cxnLst/>
                <a:rect l="l" t="t" r="r" b="b"/>
                <a:pathLst>
                  <a:path w="663" h="379" extrusionOk="0">
                    <a:moveTo>
                      <a:pt x="178" y="1"/>
                    </a:moveTo>
                    <a:lnTo>
                      <a:pt x="1" y="119"/>
                    </a:lnTo>
                    <a:lnTo>
                      <a:pt x="485" y="379"/>
                    </a:lnTo>
                    <a:lnTo>
                      <a:pt x="663" y="273"/>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6310589" y="5669338"/>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6336359" y="5654383"/>
                <a:ext cx="38828" cy="21801"/>
              </a:xfrm>
              <a:custGeom>
                <a:avLst/>
                <a:gdLst/>
                <a:ahLst/>
                <a:cxnLst/>
                <a:rect l="l" t="t" r="r" b="b"/>
                <a:pathLst>
                  <a:path w="675" h="379" extrusionOk="0">
                    <a:moveTo>
                      <a:pt x="190" y="0"/>
                    </a:moveTo>
                    <a:lnTo>
                      <a:pt x="1" y="106"/>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362187" y="5640117"/>
                <a:ext cx="38137" cy="21801"/>
              </a:xfrm>
              <a:custGeom>
                <a:avLst/>
                <a:gdLst/>
                <a:ahLst/>
                <a:cxnLst/>
                <a:rect l="l" t="t" r="r" b="b"/>
                <a:pathLst>
                  <a:path w="663" h="379" extrusionOk="0">
                    <a:moveTo>
                      <a:pt x="178" y="0"/>
                    </a:moveTo>
                    <a:lnTo>
                      <a:pt x="1" y="95"/>
                    </a:lnTo>
                    <a:lnTo>
                      <a:pt x="497"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388015" y="5624471"/>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414532" y="5610205"/>
                <a:ext cx="38137" cy="21801"/>
              </a:xfrm>
              <a:custGeom>
                <a:avLst/>
                <a:gdLst/>
                <a:ahLst/>
                <a:cxnLst/>
                <a:rect l="l" t="t" r="r" b="b"/>
                <a:pathLst>
                  <a:path w="663" h="379" extrusionOk="0">
                    <a:moveTo>
                      <a:pt x="178" y="0"/>
                    </a:moveTo>
                    <a:lnTo>
                      <a:pt x="0" y="107"/>
                    </a:lnTo>
                    <a:lnTo>
                      <a:pt x="473"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439670" y="5594559"/>
                <a:ext cx="38137" cy="22491"/>
              </a:xfrm>
              <a:custGeom>
                <a:avLst/>
                <a:gdLst/>
                <a:ahLst/>
                <a:cxnLst/>
                <a:rect l="l" t="t" r="r" b="b"/>
                <a:pathLst>
                  <a:path w="663" h="391" extrusionOk="0">
                    <a:moveTo>
                      <a:pt x="190" y="1"/>
                    </a:moveTo>
                    <a:lnTo>
                      <a:pt x="1" y="107"/>
                    </a:lnTo>
                    <a:lnTo>
                      <a:pt x="485" y="390"/>
                    </a:lnTo>
                    <a:lnTo>
                      <a:pt x="662"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465497" y="5580293"/>
                <a:ext cx="38770" cy="22491"/>
              </a:xfrm>
              <a:custGeom>
                <a:avLst/>
                <a:gdLst/>
                <a:ahLst/>
                <a:cxnLst/>
                <a:rect l="l" t="t" r="r" b="b"/>
                <a:pathLst>
                  <a:path w="674" h="391" extrusionOk="0">
                    <a:moveTo>
                      <a:pt x="190" y="1"/>
                    </a:moveTo>
                    <a:lnTo>
                      <a:pt x="0"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491325" y="5565338"/>
                <a:ext cx="38770" cy="21801"/>
              </a:xfrm>
              <a:custGeom>
                <a:avLst/>
                <a:gdLst/>
                <a:ahLst/>
                <a:cxnLst/>
                <a:rect l="l" t="t" r="r" b="b"/>
                <a:pathLst>
                  <a:path w="674" h="379" extrusionOk="0">
                    <a:moveTo>
                      <a:pt x="178" y="1"/>
                    </a:moveTo>
                    <a:lnTo>
                      <a:pt x="0" y="95"/>
                    </a:lnTo>
                    <a:lnTo>
                      <a:pt x="485" y="379"/>
                    </a:lnTo>
                    <a:lnTo>
                      <a:pt x="674" y="272"/>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517153" y="554969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542290" y="5535426"/>
                <a:ext cx="39460" cy="21801"/>
              </a:xfrm>
              <a:custGeom>
                <a:avLst/>
                <a:gdLst/>
                <a:ahLst/>
                <a:cxnLst/>
                <a:rect l="l" t="t" r="r" b="b"/>
                <a:pathLst>
                  <a:path w="686" h="379" extrusionOk="0">
                    <a:moveTo>
                      <a:pt x="189" y="1"/>
                    </a:moveTo>
                    <a:lnTo>
                      <a:pt x="0" y="107"/>
                    </a:lnTo>
                    <a:lnTo>
                      <a:pt x="485" y="379"/>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568808" y="5519837"/>
                <a:ext cx="38080" cy="23124"/>
              </a:xfrm>
              <a:custGeom>
                <a:avLst/>
                <a:gdLst/>
                <a:ahLst/>
                <a:cxnLst/>
                <a:rect l="l" t="t" r="r" b="b"/>
                <a:pathLst>
                  <a:path w="662" h="402" extrusionOk="0">
                    <a:moveTo>
                      <a:pt x="177" y="0"/>
                    </a:moveTo>
                    <a:lnTo>
                      <a:pt x="0" y="118"/>
                    </a:lnTo>
                    <a:lnTo>
                      <a:pt x="484" y="402"/>
                    </a:lnTo>
                    <a:lnTo>
                      <a:pt x="662" y="284"/>
                    </a:lnTo>
                    <a:lnTo>
                      <a:pt x="177"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6594636" y="5505572"/>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6619773" y="5490616"/>
                <a:ext cx="39460" cy="22491"/>
              </a:xfrm>
              <a:custGeom>
                <a:avLst/>
                <a:gdLst/>
                <a:ahLst/>
                <a:cxnLst/>
                <a:rect l="l" t="t" r="r" b="b"/>
                <a:pathLst>
                  <a:path w="686" h="391" extrusionOk="0">
                    <a:moveTo>
                      <a:pt x="189" y="0"/>
                    </a:moveTo>
                    <a:lnTo>
                      <a:pt x="0" y="118"/>
                    </a:lnTo>
                    <a:lnTo>
                      <a:pt x="484" y="390"/>
                    </a:lnTo>
                    <a:lnTo>
                      <a:pt x="685"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6646233" y="5475660"/>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671371" y="5460704"/>
                <a:ext cx="39518" cy="23182"/>
              </a:xfrm>
              <a:custGeom>
                <a:avLst/>
                <a:gdLst/>
                <a:ahLst/>
                <a:cxnLst/>
                <a:rect l="l" t="t" r="r" b="b"/>
                <a:pathLst>
                  <a:path w="687" h="403" extrusionOk="0">
                    <a:moveTo>
                      <a:pt x="202" y="0"/>
                    </a:moveTo>
                    <a:lnTo>
                      <a:pt x="1" y="119"/>
                    </a:lnTo>
                    <a:lnTo>
                      <a:pt x="497" y="402"/>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697889" y="5446438"/>
                <a:ext cx="38137" cy="21801"/>
              </a:xfrm>
              <a:custGeom>
                <a:avLst/>
                <a:gdLst/>
                <a:ahLst/>
                <a:cxnLst/>
                <a:rect l="l" t="t" r="r" b="b"/>
                <a:pathLst>
                  <a:path w="663" h="379" extrusionOk="0">
                    <a:moveTo>
                      <a:pt x="178" y="0"/>
                    </a:moveTo>
                    <a:lnTo>
                      <a:pt x="1" y="95"/>
                    </a:lnTo>
                    <a:lnTo>
                      <a:pt x="473"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723026" y="5430792"/>
                <a:ext cx="38828" cy="23182"/>
              </a:xfrm>
              <a:custGeom>
                <a:avLst/>
                <a:gdLst/>
                <a:ahLst/>
                <a:cxnLst/>
                <a:rect l="l" t="t" r="r" b="b"/>
                <a:pathLst>
                  <a:path w="675" h="403" extrusionOk="0">
                    <a:moveTo>
                      <a:pt x="202" y="1"/>
                    </a:moveTo>
                    <a:lnTo>
                      <a:pt x="1" y="119"/>
                    </a:lnTo>
                    <a:lnTo>
                      <a:pt x="497" y="402"/>
                    </a:lnTo>
                    <a:lnTo>
                      <a:pt x="674" y="284"/>
                    </a:lnTo>
                    <a:lnTo>
                      <a:pt x="202"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748854" y="5416527"/>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775372" y="5400881"/>
                <a:ext cx="38080" cy="22491"/>
              </a:xfrm>
              <a:custGeom>
                <a:avLst/>
                <a:gdLst/>
                <a:ahLst/>
                <a:cxnLst/>
                <a:rect l="l" t="t" r="r" b="b"/>
                <a:pathLst>
                  <a:path w="662" h="391" extrusionOk="0">
                    <a:moveTo>
                      <a:pt x="178" y="1"/>
                    </a:moveTo>
                    <a:lnTo>
                      <a:pt x="0" y="107"/>
                    </a:lnTo>
                    <a:lnTo>
                      <a:pt x="473"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5779196" y="5984620"/>
                <a:ext cx="32673" cy="150249"/>
              </a:xfrm>
              <a:custGeom>
                <a:avLst/>
                <a:gdLst/>
                <a:ahLst/>
                <a:cxnLst/>
                <a:rect l="l" t="t" r="r" b="b"/>
                <a:pathLst>
                  <a:path w="568" h="2612" extrusionOk="0">
                    <a:moveTo>
                      <a:pt x="0" y="0"/>
                    </a:moveTo>
                    <a:lnTo>
                      <a:pt x="0" y="2280"/>
                    </a:lnTo>
                    <a:lnTo>
                      <a:pt x="567" y="2611"/>
                    </a:lnTo>
                    <a:lnTo>
                      <a:pt x="567" y="343"/>
                    </a:lnTo>
                    <a:lnTo>
                      <a:pt x="0"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477060" y="5525244"/>
                <a:ext cx="32673" cy="36757"/>
              </a:xfrm>
              <a:custGeom>
                <a:avLst/>
                <a:gdLst/>
                <a:ahLst/>
                <a:cxnLst/>
                <a:rect l="l" t="t" r="r" b="b"/>
                <a:pathLst>
                  <a:path w="568" h="639" extrusionOk="0">
                    <a:moveTo>
                      <a:pt x="0" y="1"/>
                    </a:moveTo>
                    <a:lnTo>
                      <a:pt x="0" y="639"/>
                    </a:lnTo>
                    <a:lnTo>
                      <a:pt x="567" y="308"/>
                    </a:lnTo>
                    <a:lnTo>
                      <a:pt x="0" y="1"/>
                    </a:ln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738672" y="5373730"/>
                <a:ext cx="31292" cy="37447"/>
              </a:xfrm>
              <a:custGeom>
                <a:avLst/>
                <a:gdLst/>
                <a:ahLst/>
                <a:cxnLst/>
                <a:rect l="l" t="t" r="r" b="b"/>
                <a:pathLst>
                  <a:path w="544" h="651" extrusionOk="0">
                    <a:moveTo>
                      <a:pt x="0" y="0"/>
                    </a:moveTo>
                    <a:lnTo>
                      <a:pt x="0" y="650"/>
                    </a:lnTo>
                    <a:lnTo>
                      <a:pt x="544" y="331"/>
                    </a:lnTo>
                    <a:lnTo>
                      <a:pt x="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0" name="Google Shape;4230;p40"/>
            <p:cNvGrpSpPr/>
            <p:nvPr/>
          </p:nvGrpSpPr>
          <p:grpSpPr>
            <a:xfrm>
              <a:off x="6258930" y="813427"/>
              <a:ext cx="642501" cy="606585"/>
              <a:chOff x="-4345070" y="3726402"/>
              <a:chExt cx="642501" cy="606585"/>
            </a:xfrm>
          </p:grpSpPr>
          <p:sp>
            <p:nvSpPr>
              <p:cNvPr id="4231" name="Google Shape;4231;p40"/>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4"/>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4" name="Google Shape;4244;p40"/>
            <p:cNvGrpSpPr/>
            <p:nvPr/>
          </p:nvGrpSpPr>
          <p:grpSpPr>
            <a:xfrm>
              <a:off x="7730346" y="1216362"/>
              <a:ext cx="491637" cy="986062"/>
              <a:chOff x="4225370" y="-782119"/>
              <a:chExt cx="299250" cy="600196"/>
            </a:xfrm>
          </p:grpSpPr>
          <p:sp>
            <p:nvSpPr>
              <p:cNvPr id="4245" name="Google Shape;4245;p40"/>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7" name="Google Shape;4257;p40"/>
            <p:cNvGrpSpPr/>
            <p:nvPr/>
          </p:nvGrpSpPr>
          <p:grpSpPr>
            <a:xfrm>
              <a:off x="5954623" y="2724050"/>
              <a:ext cx="373850" cy="899213"/>
              <a:chOff x="10985382" y="-7411116"/>
              <a:chExt cx="815553" cy="1961633"/>
            </a:xfrm>
          </p:grpSpPr>
          <p:sp>
            <p:nvSpPr>
              <p:cNvPr id="4258" name="Google Shape;4258;p40"/>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11098342" y="-6411694"/>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40"/>
            <p:cNvGrpSpPr/>
            <p:nvPr/>
          </p:nvGrpSpPr>
          <p:grpSpPr>
            <a:xfrm>
              <a:off x="7527910" y="2799450"/>
              <a:ext cx="301969" cy="562336"/>
              <a:chOff x="7686885" y="2546950"/>
              <a:chExt cx="301969" cy="562336"/>
            </a:xfrm>
          </p:grpSpPr>
          <p:sp>
            <p:nvSpPr>
              <p:cNvPr id="4276" name="Google Shape;4276;p40"/>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1A9F9370-093B-5BCF-8895-10A3F896051D}"/>
              </a:ext>
            </a:extLst>
          </p:cNvPr>
          <p:cNvPicPr>
            <a:picLocks noChangeAspect="1"/>
          </p:cNvPicPr>
          <p:nvPr/>
        </p:nvPicPr>
        <p:blipFill>
          <a:blip r:embed="rId3"/>
          <a:stretch>
            <a:fillRect/>
          </a:stretch>
        </p:blipFill>
        <p:spPr>
          <a:xfrm>
            <a:off x="575097" y="1227298"/>
            <a:ext cx="4559433" cy="3442107"/>
          </a:xfrm>
          <a:prstGeom prst="rect">
            <a:avLst/>
          </a:prstGeom>
        </p:spPr>
      </p:pic>
    </p:spTree>
    <p:extLst>
      <p:ext uri="{BB962C8B-B14F-4D97-AF65-F5344CB8AC3E}">
        <p14:creationId xmlns:p14="http://schemas.microsoft.com/office/powerpoint/2010/main" val="2160970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2" name="Google Shape;3812;p40"/>
          <p:cNvSpPr txBox="1">
            <a:spLocks noGrp="1"/>
          </p:cNvSpPr>
          <p:nvPr>
            <p:ph type="title"/>
          </p:nvPr>
        </p:nvSpPr>
        <p:spPr>
          <a:xfrm>
            <a:off x="399696" y="508172"/>
            <a:ext cx="4729231" cy="7255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RECTANGLE AND SAWTOOTH WAVE GENERATOR CIRCUIT</a:t>
            </a:r>
            <a:endParaRPr sz="2400" dirty="0"/>
          </a:p>
        </p:txBody>
      </p:sp>
      <p:grpSp>
        <p:nvGrpSpPr>
          <p:cNvPr id="3815" name="Google Shape;3815;p40"/>
          <p:cNvGrpSpPr/>
          <p:nvPr/>
        </p:nvGrpSpPr>
        <p:grpSpPr>
          <a:xfrm>
            <a:off x="5309625" y="391075"/>
            <a:ext cx="3503100" cy="4383600"/>
            <a:chOff x="5309625" y="391075"/>
            <a:chExt cx="3503100" cy="4383600"/>
          </a:xfrm>
        </p:grpSpPr>
        <p:grpSp>
          <p:nvGrpSpPr>
            <p:cNvPr id="3816" name="Google Shape;3816;p40"/>
            <p:cNvGrpSpPr/>
            <p:nvPr/>
          </p:nvGrpSpPr>
          <p:grpSpPr>
            <a:xfrm>
              <a:off x="5309625" y="391075"/>
              <a:ext cx="3503100" cy="4383600"/>
              <a:chOff x="5309625" y="391075"/>
              <a:chExt cx="3503100" cy="4383600"/>
            </a:xfrm>
          </p:grpSpPr>
          <p:sp>
            <p:nvSpPr>
              <p:cNvPr id="3817" name="Google Shape;3817;p40"/>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8" name="Google Shape;3818;p40"/>
              <p:cNvGrpSpPr/>
              <p:nvPr/>
            </p:nvGrpSpPr>
            <p:grpSpPr>
              <a:xfrm rot="10800000" flipH="1">
                <a:off x="5314549" y="395586"/>
                <a:ext cx="3493047" cy="4375061"/>
                <a:chOff x="697175" y="461850"/>
                <a:chExt cx="1672675" cy="2098250"/>
              </a:xfrm>
            </p:grpSpPr>
            <p:sp>
              <p:nvSpPr>
                <p:cNvPr id="3819" name="Google Shape;3819;p40"/>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0"/>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0"/>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0"/>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0"/>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0"/>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0"/>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0"/>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0"/>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0"/>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0"/>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0"/>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0"/>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0"/>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0"/>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0"/>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0"/>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0"/>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0"/>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0"/>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0"/>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0"/>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0"/>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0"/>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0"/>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0"/>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0"/>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0"/>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0"/>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0"/>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0"/>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0"/>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0"/>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0"/>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0"/>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0"/>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0"/>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0"/>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0"/>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0"/>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0"/>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0"/>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0"/>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0"/>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0"/>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0"/>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0"/>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0"/>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0"/>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0"/>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0"/>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0"/>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0"/>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0"/>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0"/>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0"/>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0"/>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0"/>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0"/>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0"/>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0"/>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0"/>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0"/>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0"/>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0"/>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0"/>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0"/>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0"/>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0"/>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0"/>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0"/>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0"/>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0"/>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0"/>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0"/>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0"/>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0"/>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0"/>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0"/>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0"/>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0"/>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0"/>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0"/>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0"/>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0"/>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0"/>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0"/>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0"/>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0"/>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0"/>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0"/>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0"/>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0"/>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0"/>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0"/>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0"/>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0"/>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0"/>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0"/>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0"/>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0"/>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0"/>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0"/>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0"/>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0"/>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0"/>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0"/>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0"/>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0"/>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0"/>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0"/>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0"/>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0"/>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0"/>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0"/>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0"/>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0"/>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0"/>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0"/>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0"/>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0"/>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0"/>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0"/>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0"/>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0"/>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0"/>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0"/>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0"/>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0"/>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0"/>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0"/>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0"/>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0"/>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0"/>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0"/>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0"/>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0"/>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0"/>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0"/>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0"/>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0"/>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0"/>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0"/>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0"/>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0"/>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0"/>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0"/>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0"/>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0"/>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0"/>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0"/>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0"/>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0"/>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0"/>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0"/>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3" name="Google Shape;4103;p40"/>
            <p:cNvGrpSpPr/>
            <p:nvPr/>
          </p:nvGrpSpPr>
          <p:grpSpPr>
            <a:xfrm>
              <a:off x="6722850" y="1544650"/>
              <a:ext cx="762741" cy="1311760"/>
              <a:chOff x="5309625" y="6138225"/>
              <a:chExt cx="762741" cy="1311760"/>
            </a:xfrm>
          </p:grpSpPr>
          <p:sp>
            <p:nvSpPr>
              <p:cNvPr id="4104" name="Google Shape;4104;p40"/>
              <p:cNvSpPr/>
              <p:nvPr/>
            </p:nvSpPr>
            <p:spPr>
              <a:xfrm>
                <a:off x="5426107" y="6964575"/>
                <a:ext cx="594655" cy="312395"/>
              </a:xfrm>
              <a:custGeom>
                <a:avLst/>
                <a:gdLst/>
                <a:ahLst/>
                <a:cxnLst/>
                <a:rect l="l" t="t" r="r" b="b"/>
                <a:pathLst>
                  <a:path w="7479" h="3929" extrusionOk="0">
                    <a:moveTo>
                      <a:pt x="3724" y="0"/>
                    </a:moveTo>
                    <a:cubicBezTo>
                      <a:pt x="2856" y="0"/>
                      <a:pt x="1991" y="192"/>
                      <a:pt x="1335" y="576"/>
                    </a:cubicBezTo>
                    <a:cubicBezTo>
                      <a:pt x="0" y="1344"/>
                      <a:pt x="12" y="2584"/>
                      <a:pt x="1347" y="3352"/>
                    </a:cubicBezTo>
                    <a:cubicBezTo>
                      <a:pt x="2009" y="3736"/>
                      <a:pt x="2877" y="3928"/>
                      <a:pt x="3745" y="3928"/>
                    </a:cubicBezTo>
                    <a:cubicBezTo>
                      <a:pt x="4613" y="3928"/>
                      <a:pt x="5482" y="3736"/>
                      <a:pt x="6143" y="3352"/>
                    </a:cubicBezTo>
                    <a:cubicBezTo>
                      <a:pt x="7478" y="2584"/>
                      <a:pt x="7455" y="1344"/>
                      <a:pt x="6131" y="576"/>
                    </a:cubicBezTo>
                    <a:cubicBezTo>
                      <a:pt x="5464" y="192"/>
                      <a:pt x="4593" y="0"/>
                      <a:pt x="37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5447734" y="6964575"/>
                <a:ext cx="550448" cy="170787"/>
              </a:xfrm>
              <a:custGeom>
                <a:avLst/>
                <a:gdLst/>
                <a:ahLst/>
                <a:cxnLst/>
                <a:rect l="l" t="t" r="r" b="b"/>
                <a:pathLst>
                  <a:path w="6923" h="2148" extrusionOk="0">
                    <a:moveTo>
                      <a:pt x="3457" y="0"/>
                    </a:moveTo>
                    <a:cubicBezTo>
                      <a:pt x="2590" y="0"/>
                      <a:pt x="1725" y="192"/>
                      <a:pt x="1063" y="576"/>
                    </a:cubicBezTo>
                    <a:cubicBezTo>
                      <a:pt x="319" y="1001"/>
                      <a:pt x="0" y="1568"/>
                      <a:pt x="83" y="2124"/>
                    </a:cubicBezTo>
                    <a:cubicBezTo>
                      <a:pt x="142" y="1687"/>
                      <a:pt x="473" y="1261"/>
                      <a:pt x="1063" y="919"/>
                    </a:cubicBezTo>
                    <a:cubicBezTo>
                      <a:pt x="1719" y="535"/>
                      <a:pt x="2584" y="343"/>
                      <a:pt x="3452" y="343"/>
                    </a:cubicBezTo>
                    <a:cubicBezTo>
                      <a:pt x="4321" y="343"/>
                      <a:pt x="5192" y="535"/>
                      <a:pt x="5859" y="919"/>
                    </a:cubicBezTo>
                    <a:cubicBezTo>
                      <a:pt x="6450" y="1261"/>
                      <a:pt x="6793" y="1698"/>
                      <a:pt x="6852" y="2147"/>
                    </a:cubicBezTo>
                    <a:cubicBezTo>
                      <a:pt x="6923" y="1580"/>
                      <a:pt x="6592" y="1001"/>
                      <a:pt x="5859" y="576"/>
                    </a:cubicBezTo>
                    <a:cubicBezTo>
                      <a:pt x="5192" y="192"/>
                      <a:pt x="4324" y="0"/>
                      <a:pt x="345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5757665" y="7202867"/>
                <a:ext cx="314701" cy="247117"/>
              </a:xfrm>
              <a:custGeom>
                <a:avLst/>
                <a:gdLst/>
                <a:ahLst/>
                <a:cxnLst/>
                <a:rect l="l" t="t" r="r" b="b"/>
                <a:pathLst>
                  <a:path w="3958" h="3108" extrusionOk="0">
                    <a:moveTo>
                      <a:pt x="3958" y="1"/>
                    </a:moveTo>
                    <a:lnTo>
                      <a:pt x="0" y="2293"/>
                    </a:lnTo>
                    <a:lnTo>
                      <a:pt x="0" y="3108"/>
                    </a:lnTo>
                    <a:lnTo>
                      <a:pt x="3958" y="816"/>
                    </a:lnTo>
                    <a:lnTo>
                      <a:pt x="395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5309625" y="7126776"/>
                <a:ext cx="448118" cy="323208"/>
              </a:xfrm>
              <a:custGeom>
                <a:avLst/>
                <a:gdLst/>
                <a:ahLst/>
                <a:cxnLst/>
                <a:rect l="l" t="t" r="r" b="b"/>
                <a:pathLst>
                  <a:path w="5636" h="4065" extrusionOk="0">
                    <a:moveTo>
                      <a:pt x="1" y="1"/>
                    </a:moveTo>
                    <a:lnTo>
                      <a:pt x="1" y="816"/>
                    </a:lnTo>
                    <a:lnTo>
                      <a:pt x="5635" y="4065"/>
                    </a:lnTo>
                    <a:lnTo>
                      <a:pt x="5635" y="325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0"/>
              <p:cNvSpPr/>
              <p:nvPr/>
            </p:nvSpPr>
            <p:spPr>
              <a:xfrm>
                <a:off x="5309625" y="6943664"/>
                <a:ext cx="762739" cy="441519"/>
              </a:xfrm>
              <a:custGeom>
                <a:avLst/>
                <a:gdLst/>
                <a:ahLst/>
                <a:cxnLst/>
                <a:rect l="l" t="t" r="r" b="b"/>
                <a:pathLst>
                  <a:path w="9593" h="5553" extrusionOk="0">
                    <a:moveTo>
                      <a:pt x="3958" y="0"/>
                    </a:moveTo>
                    <a:lnTo>
                      <a:pt x="1" y="2304"/>
                    </a:lnTo>
                    <a:lnTo>
                      <a:pt x="5635" y="5553"/>
                    </a:lnTo>
                    <a:lnTo>
                      <a:pt x="9593" y="3249"/>
                    </a:lnTo>
                    <a:lnTo>
                      <a:pt x="8388" y="697"/>
                    </a:lnTo>
                    <a:lnTo>
                      <a:pt x="6321" y="367"/>
                    </a:lnTo>
                    <a:lnTo>
                      <a:pt x="6321" y="367"/>
                    </a:lnTo>
                    <a:cubicBezTo>
                      <a:pt x="6781" y="461"/>
                      <a:pt x="7207" y="615"/>
                      <a:pt x="7585" y="827"/>
                    </a:cubicBezTo>
                    <a:cubicBezTo>
                      <a:pt x="8908" y="1595"/>
                      <a:pt x="8920" y="2836"/>
                      <a:pt x="7596" y="3603"/>
                    </a:cubicBezTo>
                    <a:cubicBezTo>
                      <a:pt x="6929" y="3987"/>
                      <a:pt x="6061" y="4179"/>
                      <a:pt x="5194" y="4179"/>
                    </a:cubicBezTo>
                    <a:cubicBezTo>
                      <a:pt x="4327" y="4179"/>
                      <a:pt x="3462" y="3987"/>
                      <a:pt x="2800" y="3603"/>
                    </a:cubicBezTo>
                    <a:cubicBezTo>
                      <a:pt x="1465" y="2836"/>
                      <a:pt x="1454" y="1595"/>
                      <a:pt x="2777" y="827"/>
                    </a:cubicBezTo>
                    <a:cubicBezTo>
                      <a:pt x="3440" y="443"/>
                      <a:pt x="4313" y="254"/>
                      <a:pt x="5188" y="254"/>
                    </a:cubicBezTo>
                    <a:cubicBezTo>
                      <a:pt x="5389" y="254"/>
                      <a:pt x="5590" y="264"/>
                      <a:pt x="5789" y="284"/>
                    </a:cubicBezTo>
                    <a:lnTo>
                      <a:pt x="395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0"/>
              <p:cNvSpPr/>
              <p:nvPr/>
            </p:nvSpPr>
            <p:spPr>
              <a:xfrm>
                <a:off x="5466499" y="7097675"/>
                <a:ext cx="349446" cy="220799"/>
              </a:xfrm>
              <a:custGeom>
                <a:avLst/>
                <a:gdLst/>
                <a:ahLst/>
                <a:cxnLst/>
                <a:rect l="l" t="t" r="r" b="b"/>
                <a:pathLst>
                  <a:path w="4395" h="2777" extrusionOk="0">
                    <a:moveTo>
                      <a:pt x="3379" y="1"/>
                    </a:moveTo>
                    <a:lnTo>
                      <a:pt x="331" y="1312"/>
                    </a:lnTo>
                    <a:lnTo>
                      <a:pt x="331" y="1749"/>
                    </a:lnTo>
                    <a:lnTo>
                      <a:pt x="0" y="1950"/>
                    </a:lnTo>
                    <a:lnTo>
                      <a:pt x="1394" y="2777"/>
                    </a:lnTo>
                    <a:lnTo>
                      <a:pt x="1394" y="2316"/>
                    </a:lnTo>
                    <a:lnTo>
                      <a:pt x="4395" y="591"/>
                    </a:lnTo>
                    <a:lnTo>
                      <a:pt x="3379" y="1"/>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0"/>
              <p:cNvSpPr/>
              <p:nvPr/>
            </p:nvSpPr>
            <p:spPr>
              <a:xfrm>
                <a:off x="5466499" y="7201993"/>
                <a:ext cx="26397" cy="50727"/>
              </a:xfrm>
              <a:custGeom>
                <a:avLst/>
                <a:gdLst/>
                <a:ahLst/>
                <a:cxnLst/>
                <a:rect l="l" t="t" r="r" b="b"/>
                <a:pathLst>
                  <a:path w="332" h="638" extrusionOk="0">
                    <a:moveTo>
                      <a:pt x="331" y="0"/>
                    </a:moveTo>
                    <a:lnTo>
                      <a:pt x="0" y="189"/>
                    </a:lnTo>
                    <a:lnTo>
                      <a:pt x="0" y="638"/>
                    </a:lnTo>
                    <a:lnTo>
                      <a:pt x="331" y="437"/>
                    </a:lnTo>
                    <a:lnTo>
                      <a:pt x="331" y="0"/>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0"/>
              <p:cNvSpPr/>
              <p:nvPr/>
            </p:nvSpPr>
            <p:spPr>
              <a:xfrm>
                <a:off x="5470236" y="7041303"/>
                <a:ext cx="513873" cy="222469"/>
              </a:xfrm>
              <a:custGeom>
                <a:avLst/>
                <a:gdLst/>
                <a:ahLst/>
                <a:cxnLst/>
                <a:rect l="l" t="t" r="r" b="b"/>
                <a:pathLst>
                  <a:path w="6463" h="2798" extrusionOk="0">
                    <a:moveTo>
                      <a:pt x="6462" y="25"/>
                    </a:moveTo>
                    <a:lnTo>
                      <a:pt x="6459" y="107"/>
                    </a:lnTo>
                    <a:lnTo>
                      <a:pt x="6459" y="107"/>
                    </a:lnTo>
                    <a:cubicBezTo>
                      <a:pt x="6461" y="80"/>
                      <a:pt x="6462" y="52"/>
                      <a:pt x="6462" y="25"/>
                    </a:cubicBezTo>
                    <a:close/>
                    <a:moveTo>
                      <a:pt x="36" y="1"/>
                    </a:moveTo>
                    <a:lnTo>
                      <a:pt x="1" y="922"/>
                    </a:lnTo>
                    <a:cubicBezTo>
                      <a:pt x="1" y="1419"/>
                      <a:pt x="320" y="1891"/>
                      <a:pt x="957" y="2257"/>
                    </a:cubicBezTo>
                    <a:cubicBezTo>
                      <a:pt x="1589" y="2618"/>
                      <a:pt x="2410" y="2798"/>
                      <a:pt x="3232" y="2798"/>
                    </a:cubicBezTo>
                    <a:cubicBezTo>
                      <a:pt x="4053" y="2798"/>
                      <a:pt x="4874" y="2618"/>
                      <a:pt x="5506" y="2257"/>
                    </a:cubicBezTo>
                    <a:cubicBezTo>
                      <a:pt x="6120" y="1903"/>
                      <a:pt x="6427" y="1430"/>
                      <a:pt x="6427" y="958"/>
                    </a:cubicBezTo>
                    <a:lnTo>
                      <a:pt x="6459" y="107"/>
                    </a:lnTo>
                    <a:lnTo>
                      <a:pt x="6459" y="107"/>
                    </a:lnTo>
                    <a:cubicBezTo>
                      <a:pt x="6425" y="552"/>
                      <a:pt x="6119" y="990"/>
                      <a:pt x="5529" y="1324"/>
                    </a:cubicBezTo>
                    <a:cubicBezTo>
                      <a:pt x="4903" y="1684"/>
                      <a:pt x="4079" y="1865"/>
                      <a:pt x="3255" y="1865"/>
                    </a:cubicBezTo>
                    <a:cubicBezTo>
                      <a:pt x="2431" y="1865"/>
                      <a:pt x="1607" y="1684"/>
                      <a:pt x="981" y="1324"/>
                    </a:cubicBezTo>
                    <a:cubicBezTo>
                      <a:pt x="343" y="958"/>
                      <a:pt x="36" y="474"/>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5792411" y="70432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5662809" y="7185057"/>
                <a:ext cx="130635" cy="78476"/>
              </a:xfrm>
              <a:custGeom>
                <a:avLst/>
                <a:gdLst/>
                <a:ahLst/>
                <a:cxnLst/>
                <a:rect l="l" t="t" r="r" b="b"/>
                <a:pathLst>
                  <a:path w="1643" h="987" extrusionOk="0">
                    <a:moveTo>
                      <a:pt x="36" y="0"/>
                    </a:moveTo>
                    <a:lnTo>
                      <a:pt x="0" y="934"/>
                    </a:lnTo>
                    <a:cubicBezTo>
                      <a:pt x="260" y="969"/>
                      <a:pt x="532" y="987"/>
                      <a:pt x="805" y="987"/>
                    </a:cubicBezTo>
                    <a:cubicBezTo>
                      <a:pt x="1078" y="987"/>
                      <a:pt x="1353" y="969"/>
                      <a:pt x="1619" y="934"/>
                    </a:cubicBezTo>
                    <a:lnTo>
                      <a:pt x="1642" y="0"/>
                    </a:lnTo>
                    <a:lnTo>
                      <a:pt x="1642" y="0"/>
                    </a:lnTo>
                    <a:cubicBezTo>
                      <a:pt x="1377" y="48"/>
                      <a:pt x="1108" y="71"/>
                      <a:pt x="839" y="71"/>
                    </a:cubicBezTo>
                    <a:cubicBezTo>
                      <a:pt x="570" y="71"/>
                      <a:pt x="302" y="48"/>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5527562" y="7135284"/>
                <a:ext cx="138109" cy="124036"/>
              </a:xfrm>
              <a:custGeom>
                <a:avLst/>
                <a:gdLst/>
                <a:ahLst/>
                <a:cxnLst/>
                <a:rect l="l" t="t" r="r" b="b"/>
                <a:pathLst>
                  <a:path w="1737" h="1560" extrusionOk="0">
                    <a:moveTo>
                      <a:pt x="24" y="0"/>
                    </a:moveTo>
                    <a:lnTo>
                      <a:pt x="0" y="922"/>
                    </a:lnTo>
                    <a:cubicBezTo>
                      <a:pt x="71" y="969"/>
                      <a:pt x="142" y="1028"/>
                      <a:pt x="236" y="1075"/>
                    </a:cubicBezTo>
                    <a:cubicBezTo>
                      <a:pt x="662" y="1323"/>
                      <a:pt x="1158" y="1489"/>
                      <a:pt x="1713" y="1560"/>
                    </a:cubicBezTo>
                    <a:lnTo>
                      <a:pt x="1737" y="626"/>
                    </a:lnTo>
                    <a:cubicBezTo>
                      <a:pt x="1193" y="556"/>
                      <a:pt x="685" y="390"/>
                      <a:pt x="260" y="142"/>
                    </a:cubicBezTo>
                    <a:cubicBezTo>
                      <a:pt x="177" y="95"/>
                      <a:pt x="95" y="59"/>
                      <a:pt x="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470236" y="70422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5447734" y="68943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5493691" y="68347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5491291" y="68370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469281" y="6285239"/>
                <a:ext cx="513873" cy="850837"/>
              </a:xfrm>
              <a:custGeom>
                <a:avLst/>
                <a:gdLst/>
                <a:ahLst/>
                <a:cxnLst/>
                <a:rect l="l" t="t" r="r" b="b"/>
                <a:pathLst>
                  <a:path w="6463" h="10701" extrusionOk="0">
                    <a:moveTo>
                      <a:pt x="6463" y="24"/>
                    </a:moveTo>
                    <a:lnTo>
                      <a:pt x="6463" y="32"/>
                    </a:lnTo>
                    <a:lnTo>
                      <a:pt x="6463" y="32"/>
                    </a:lnTo>
                    <a:cubicBezTo>
                      <a:pt x="6463" y="30"/>
                      <a:pt x="6463" y="27"/>
                      <a:pt x="6463" y="24"/>
                    </a:cubicBezTo>
                    <a:close/>
                    <a:moveTo>
                      <a:pt x="36" y="0"/>
                    </a:moveTo>
                    <a:lnTo>
                      <a:pt x="1" y="8825"/>
                    </a:lnTo>
                    <a:cubicBezTo>
                      <a:pt x="1" y="9309"/>
                      <a:pt x="320" y="9782"/>
                      <a:pt x="946" y="10160"/>
                    </a:cubicBezTo>
                    <a:cubicBezTo>
                      <a:pt x="1584" y="10520"/>
                      <a:pt x="2408" y="10700"/>
                      <a:pt x="3229" y="10700"/>
                    </a:cubicBezTo>
                    <a:cubicBezTo>
                      <a:pt x="4050" y="10700"/>
                      <a:pt x="4868" y="10520"/>
                      <a:pt x="5494" y="10160"/>
                    </a:cubicBezTo>
                    <a:cubicBezTo>
                      <a:pt x="6120" y="9805"/>
                      <a:pt x="6427" y="9333"/>
                      <a:pt x="6427" y="8860"/>
                    </a:cubicBezTo>
                    <a:lnTo>
                      <a:pt x="6463" y="32"/>
                    </a:lnTo>
                    <a:lnTo>
                      <a:pt x="6463" y="32"/>
                    </a:lnTo>
                    <a:cubicBezTo>
                      <a:pt x="6459" y="502"/>
                      <a:pt x="6140" y="971"/>
                      <a:pt x="5529" y="1323"/>
                    </a:cubicBezTo>
                    <a:cubicBezTo>
                      <a:pt x="4903" y="1684"/>
                      <a:pt x="4079" y="1864"/>
                      <a:pt x="3255" y="1864"/>
                    </a:cubicBezTo>
                    <a:cubicBezTo>
                      <a:pt x="2431" y="1864"/>
                      <a:pt x="1607" y="1684"/>
                      <a:pt x="981" y="1323"/>
                    </a:cubicBezTo>
                    <a:cubicBezTo>
                      <a:pt x="343" y="957"/>
                      <a:pt x="36" y="47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5445334" y="68966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5791457" y="62871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662809" y="6428915"/>
                <a:ext cx="130635" cy="706923"/>
              </a:xfrm>
              <a:custGeom>
                <a:avLst/>
                <a:gdLst/>
                <a:ahLst/>
                <a:cxnLst/>
                <a:rect l="l" t="t" r="r" b="b"/>
                <a:pathLst>
                  <a:path w="1643" h="8891" extrusionOk="0">
                    <a:moveTo>
                      <a:pt x="36" y="1"/>
                    </a:moveTo>
                    <a:lnTo>
                      <a:pt x="0" y="8837"/>
                    </a:lnTo>
                    <a:cubicBezTo>
                      <a:pt x="260" y="8872"/>
                      <a:pt x="532" y="8890"/>
                      <a:pt x="805" y="8890"/>
                    </a:cubicBezTo>
                    <a:cubicBezTo>
                      <a:pt x="1078" y="8890"/>
                      <a:pt x="1353" y="8872"/>
                      <a:pt x="1619" y="8837"/>
                    </a:cubicBezTo>
                    <a:lnTo>
                      <a:pt x="1642" y="1"/>
                    </a:lnTo>
                    <a:lnTo>
                      <a:pt x="1642" y="1"/>
                    </a:lnTo>
                    <a:cubicBezTo>
                      <a:pt x="1377" y="48"/>
                      <a:pt x="1105" y="72"/>
                      <a:pt x="835" y="72"/>
                    </a:cubicBezTo>
                    <a:cubicBezTo>
                      <a:pt x="564" y="72"/>
                      <a:pt x="296" y="48"/>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527562" y="6378187"/>
                <a:ext cx="137155" cy="753437"/>
              </a:xfrm>
              <a:custGeom>
                <a:avLst/>
                <a:gdLst/>
                <a:ahLst/>
                <a:cxnLst/>
                <a:rect l="l" t="t" r="r" b="b"/>
                <a:pathLst>
                  <a:path w="1725" h="9476" extrusionOk="0">
                    <a:moveTo>
                      <a:pt x="24" y="1"/>
                    </a:moveTo>
                    <a:lnTo>
                      <a:pt x="0" y="8837"/>
                    </a:lnTo>
                    <a:cubicBezTo>
                      <a:pt x="71" y="8884"/>
                      <a:pt x="142" y="8943"/>
                      <a:pt x="236" y="8979"/>
                    </a:cubicBezTo>
                    <a:cubicBezTo>
                      <a:pt x="662" y="9239"/>
                      <a:pt x="1158" y="9392"/>
                      <a:pt x="1713" y="9475"/>
                    </a:cubicBezTo>
                    <a:lnTo>
                      <a:pt x="1725" y="639"/>
                    </a:lnTo>
                    <a:cubicBezTo>
                      <a:pt x="1193" y="568"/>
                      <a:pt x="674" y="403"/>
                      <a:pt x="260" y="154"/>
                    </a:cubicBezTo>
                    <a:cubicBezTo>
                      <a:pt x="177" y="107"/>
                      <a:pt x="95" y="60"/>
                      <a:pt x="2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5469281" y="62861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5445826" y="6138225"/>
                <a:ext cx="562692" cy="295221"/>
              </a:xfrm>
              <a:custGeom>
                <a:avLst/>
                <a:gdLst/>
                <a:ahLst/>
                <a:cxnLst/>
                <a:rect l="l" t="t" r="r" b="b"/>
                <a:pathLst>
                  <a:path w="7077" h="3713" extrusionOk="0">
                    <a:moveTo>
                      <a:pt x="3534" y="1"/>
                    </a:moveTo>
                    <a:cubicBezTo>
                      <a:pt x="2712" y="1"/>
                      <a:pt x="1891" y="184"/>
                      <a:pt x="1264" y="550"/>
                    </a:cubicBezTo>
                    <a:cubicBezTo>
                      <a:pt x="0" y="1271"/>
                      <a:pt x="12" y="2452"/>
                      <a:pt x="1276" y="3172"/>
                    </a:cubicBezTo>
                    <a:cubicBezTo>
                      <a:pt x="1908" y="3533"/>
                      <a:pt x="2732" y="3713"/>
                      <a:pt x="3555" y="3713"/>
                    </a:cubicBezTo>
                    <a:cubicBezTo>
                      <a:pt x="4377" y="3713"/>
                      <a:pt x="5198" y="3533"/>
                      <a:pt x="5824" y="3172"/>
                    </a:cubicBezTo>
                    <a:cubicBezTo>
                      <a:pt x="7077" y="2452"/>
                      <a:pt x="7065" y="1271"/>
                      <a:pt x="5813" y="550"/>
                    </a:cubicBezTo>
                    <a:cubicBezTo>
                      <a:pt x="5181" y="184"/>
                      <a:pt x="4357" y="1"/>
                      <a:pt x="353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5534082" y="6181002"/>
                <a:ext cx="386180" cy="210940"/>
              </a:xfrm>
              <a:custGeom>
                <a:avLst/>
                <a:gdLst/>
                <a:ahLst/>
                <a:cxnLst/>
                <a:rect l="l" t="t" r="r" b="b"/>
                <a:pathLst>
                  <a:path w="4857" h="2653" extrusionOk="0">
                    <a:moveTo>
                      <a:pt x="2429" y="0"/>
                    </a:moveTo>
                    <a:cubicBezTo>
                      <a:pt x="1929" y="0"/>
                      <a:pt x="1430" y="95"/>
                      <a:pt x="1017" y="284"/>
                    </a:cubicBezTo>
                    <a:cubicBezTo>
                      <a:pt x="958" y="319"/>
                      <a:pt x="887" y="366"/>
                      <a:pt x="828" y="390"/>
                    </a:cubicBezTo>
                    <a:cubicBezTo>
                      <a:pt x="781" y="425"/>
                      <a:pt x="722" y="461"/>
                      <a:pt x="674" y="496"/>
                    </a:cubicBezTo>
                    <a:cubicBezTo>
                      <a:pt x="1" y="981"/>
                      <a:pt x="1" y="1666"/>
                      <a:pt x="651" y="2150"/>
                    </a:cubicBezTo>
                    <a:cubicBezTo>
                      <a:pt x="710" y="2186"/>
                      <a:pt x="769" y="2233"/>
                      <a:pt x="828" y="2268"/>
                    </a:cubicBezTo>
                    <a:lnTo>
                      <a:pt x="1005" y="2351"/>
                    </a:lnTo>
                    <a:cubicBezTo>
                      <a:pt x="1424" y="2552"/>
                      <a:pt x="1935" y="2652"/>
                      <a:pt x="2445" y="2652"/>
                    </a:cubicBezTo>
                    <a:cubicBezTo>
                      <a:pt x="2954" y="2652"/>
                      <a:pt x="3462" y="2552"/>
                      <a:pt x="3876" y="2351"/>
                    </a:cubicBezTo>
                    <a:cubicBezTo>
                      <a:pt x="3911" y="2327"/>
                      <a:pt x="3970" y="2292"/>
                      <a:pt x="4029" y="2268"/>
                    </a:cubicBezTo>
                    <a:cubicBezTo>
                      <a:pt x="4088" y="2221"/>
                      <a:pt x="4147" y="2186"/>
                      <a:pt x="4206" y="2150"/>
                    </a:cubicBezTo>
                    <a:cubicBezTo>
                      <a:pt x="4856" y="1666"/>
                      <a:pt x="4856" y="981"/>
                      <a:pt x="4183" y="484"/>
                    </a:cubicBezTo>
                    <a:cubicBezTo>
                      <a:pt x="4136" y="449"/>
                      <a:pt x="4076" y="402"/>
                      <a:pt x="4017" y="378"/>
                    </a:cubicBezTo>
                    <a:lnTo>
                      <a:pt x="3840" y="284"/>
                    </a:lnTo>
                    <a:cubicBezTo>
                      <a:pt x="3427" y="95"/>
                      <a:pt x="2928" y="0"/>
                      <a:pt x="2429"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5612082" y="6219484"/>
                <a:ext cx="256499" cy="148445"/>
              </a:xfrm>
              <a:custGeom>
                <a:avLst/>
                <a:gdLst/>
                <a:ahLst/>
                <a:cxnLst/>
                <a:rect l="l" t="t" r="r" b="b"/>
                <a:pathLst>
                  <a:path w="3226" h="1867" extrusionOk="0">
                    <a:moveTo>
                      <a:pt x="378" y="0"/>
                    </a:moveTo>
                    <a:lnTo>
                      <a:pt x="154" y="83"/>
                    </a:lnTo>
                    <a:cubicBezTo>
                      <a:pt x="95" y="119"/>
                      <a:pt x="59" y="142"/>
                      <a:pt x="0" y="178"/>
                    </a:cubicBezTo>
                    <a:lnTo>
                      <a:pt x="1123" y="827"/>
                    </a:lnTo>
                    <a:lnTo>
                      <a:pt x="1453" y="1028"/>
                    </a:lnTo>
                    <a:lnTo>
                      <a:pt x="2895" y="1867"/>
                    </a:lnTo>
                    <a:cubicBezTo>
                      <a:pt x="2930" y="1843"/>
                      <a:pt x="2989" y="1808"/>
                      <a:pt x="3048" y="1784"/>
                    </a:cubicBezTo>
                    <a:cubicBezTo>
                      <a:pt x="3107" y="1737"/>
                      <a:pt x="3166" y="1702"/>
                      <a:pt x="3225" y="1666"/>
                    </a:cubicBezTo>
                    <a:lnTo>
                      <a:pt x="1796" y="827"/>
                    </a:lnTo>
                    <a:lnTo>
                      <a:pt x="1453" y="615"/>
                    </a:lnTo>
                    <a:lnTo>
                      <a:pt x="37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5585764" y="6215747"/>
                <a:ext cx="266836" cy="151308"/>
              </a:xfrm>
              <a:custGeom>
                <a:avLst/>
                <a:gdLst/>
                <a:ahLst/>
                <a:cxnLst/>
                <a:rect l="l" t="t" r="r" b="b"/>
                <a:pathLst>
                  <a:path w="3356" h="1903" extrusionOk="0">
                    <a:moveTo>
                      <a:pt x="2918" y="0"/>
                    </a:moveTo>
                    <a:lnTo>
                      <a:pt x="1773" y="662"/>
                    </a:lnTo>
                    <a:lnTo>
                      <a:pt x="1430" y="874"/>
                    </a:lnTo>
                    <a:lnTo>
                      <a:pt x="1" y="1701"/>
                    </a:lnTo>
                    <a:cubicBezTo>
                      <a:pt x="60" y="1737"/>
                      <a:pt x="119" y="1784"/>
                      <a:pt x="178" y="1819"/>
                    </a:cubicBezTo>
                    <a:lnTo>
                      <a:pt x="355" y="1902"/>
                    </a:lnTo>
                    <a:lnTo>
                      <a:pt x="1784" y="1075"/>
                    </a:lnTo>
                    <a:lnTo>
                      <a:pt x="2127" y="886"/>
                    </a:lnTo>
                    <a:lnTo>
                      <a:pt x="3356" y="177"/>
                    </a:lnTo>
                    <a:cubicBezTo>
                      <a:pt x="3344" y="177"/>
                      <a:pt x="3320" y="166"/>
                      <a:pt x="3285" y="130"/>
                    </a:cubicBezTo>
                    <a:cubicBezTo>
                      <a:pt x="3178" y="83"/>
                      <a:pt x="3060" y="47"/>
                      <a:pt x="2918"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5789057" y="62894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5538773" y="6183069"/>
                <a:ext cx="367336" cy="139779"/>
              </a:xfrm>
              <a:custGeom>
                <a:avLst/>
                <a:gdLst/>
                <a:ahLst/>
                <a:cxnLst/>
                <a:rect l="l" t="t" r="r" b="b"/>
                <a:pathLst>
                  <a:path w="4620" h="1758" extrusionOk="0">
                    <a:moveTo>
                      <a:pt x="2387" y="1"/>
                    </a:moveTo>
                    <a:cubicBezTo>
                      <a:pt x="1891" y="1"/>
                      <a:pt x="1395" y="98"/>
                      <a:pt x="981" y="293"/>
                    </a:cubicBezTo>
                    <a:cubicBezTo>
                      <a:pt x="922" y="317"/>
                      <a:pt x="840" y="364"/>
                      <a:pt x="781" y="388"/>
                    </a:cubicBezTo>
                    <a:cubicBezTo>
                      <a:pt x="745" y="423"/>
                      <a:pt x="686" y="470"/>
                      <a:pt x="639" y="494"/>
                    </a:cubicBezTo>
                    <a:cubicBezTo>
                      <a:pt x="131" y="848"/>
                      <a:pt x="1" y="1344"/>
                      <a:pt x="249" y="1758"/>
                    </a:cubicBezTo>
                    <a:cubicBezTo>
                      <a:pt x="178" y="1415"/>
                      <a:pt x="344" y="1061"/>
                      <a:pt x="745" y="777"/>
                    </a:cubicBezTo>
                    <a:cubicBezTo>
                      <a:pt x="781" y="730"/>
                      <a:pt x="828" y="707"/>
                      <a:pt x="887" y="671"/>
                    </a:cubicBezTo>
                    <a:cubicBezTo>
                      <a:pt x="946" y="624"/>
                      <a:pt x="1005" y="600"/>
                      <a:pt x="1076" y="565"/>
                    </a:cubicBezTo>
                    <a:cubicBezTo>
                      <a:pt x="1489" y="376"/>
                      <a:pt x="1989" y="281"/>
                      <a:pt x="2488" y="281"/>
                    </a:cubicBezTo>
                    <a:cubicBezTo>
                      <a:pt x="2987" y="281"/>
                      <a:pt x="3486" y="376"/>
                      <a:pt x="3899" y="565"/>
                    </a:cubicBezTo>
                    <a:lnTo>
                      <a:pt x="4077" y="659"/>
                    </a:lnTo>
                    <a:cubicBezTo>
                      <a:pt x="4136" y="683"/>
                      <a:pt x="4195" y="730"/>
                      <a:pt x="4242" y="766"/>
                    </a:cubicBezTo>
                    <a:cubicBezTo>
                      <a:pt x="4419" y="884"/>
                      <a:pt x="4537" y="1014"/>
                      <a:pt x="4620" y="1167"/>
                    </a:cubicBezTo>
                    <a:cubicBezTo>
                      <a:pt x="4584" y="907"/>
                      <a:pt x="4419" y="671"/>
                      <a:pt x="4136" y="482"/>
                    </a:cubicBezTo>
                    <a:cubicBezTo>
                      <a:pt x="4088" y="447"/>
                      <a:pt x="4029" y="411"/>
                      <a:pt x="3970" y="376"/>
                    </a:cubicBezTo>
                    <a:lnTo>
                      <a:pt x="3793" y="293"/>
                    </a:lnTo>
                    <a:cubicBezTo>
                      <a:pt x="3380" y="98"/>
                      <a:pt x="2883" y="1"/>
                      <a:pt x="2387"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5844093" y="6414841"/>
                <a:ext cx="87381" cy="98672"/>
              </a:xfrm>
              <a:custGeom>
                <a:avLst/>
                <a:gdLst/>
                <a:ahLst/>
                <a:cxnLst/>
                <a:rect l="l" t="t" r="r" b="b"/>
                <a:pathLst>
                  <a:path w="1099" h="1241" extrusionOk="0">
                    <a:moveTo>
                      <a:pt x="1087" y="1"/>
                    </a:moveTo>
                    <a:lnTo>
                      <a:pt x="1087" y="8"/>
                    </a:lnTo>
                    <a:lnTo>
                      <a:pt x="1087" y="8"/>
                    </a:lnTo>
                    <a:cubicBezTo>
                      <a:pt x="1091" y="6"/>
                      <a:pt x="1095" y="3"/>
                      <a:pt x="1099" y="1"/>
                    </a:cubicBezTo>
                    <a:close/>
                    <a:moveTo>
                      <a:pt x="1087" y="8"/>
                    </a:moveTo>
                    <a:cubicBezTo>
                      <a:pt x="997" y="67"/>
                      <a:pt x="917" y="145"/>
                      <a:pt x="815" y="201"/>
                    </a:cubicBezTo>
                    <a:cubicBezTo>
                      <a:pt x="579" y="343"/>
                      <a:pt x="296" y="449"/>
                      <a:pt x="0" y="532"/>
                    </a:cubicBezTo>
                    <a:lnTo>
                      <a:pt x="0" y="1241"/>
                    </a:lnTo>
                    <a:cubicBezTo>
                      <a:pt x="284" y="1158"/>
                      <a:pt x="532" y="1040"/>
                      <a:pt x="780" y="922"/>
                    </a:cubicBezTo>
                    <a:cubicBezTo>
                      <a:pt x="898" y="863"/>
                      <a:pt x="1004" y="804"/>
                      <a:pt x="1087" y="757"/>
                    </a:cubicBezTo>
                    <a:lnTo>
                      <a:pt x="1087" y="8"/>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844093" y="6510651"/>
                <a:ext cx="87381" cy="168243"/>
              </a:xfrm>
              <a:custGeom>
                <a:avLst/>
                <a:gdLst/>
                <a:ahLst/>
                <a:cxnLst/>
                <a:rect l="l" t="t" r="r" b="b"/>
                <a:pathLst>
                  <a:path w="1099" h="2116" extrusionOk="0">
                    <a:moveTo>
                      <a:pt x="1099" y="1"/>
                    </a:moveTo>
                    <a:cubicBezTo>
                      <a:pt x="1004" y="36"/>
                      <a:pt x="922" y="95"/>
                      <a:pt x="815" y="154"/>
                    </a:cubicBezTo>
                    <a:cubicBezTo>
                      <a:pt x="579" y="308"/>
                      <a:pt x="296" y="390"/>
                      <a:pt x="0" y="461"/>
                    </a:cubicBezTo>
                    <a:lnTo>
                      <a:pt x="0" y="2115"/>
                    </a:lnTo>
                    <a:cubicBezTo>
                      <a:pt x="296" y="2032"/>
                      <a:pt x="555" y="1926"/>
                      <a:pt x="815" y="1784"/>
                    </a:cubicBezTo>
                    <a:cubicBezTo>
                      <a:pt x="922" y="1725"/>
                      <a:pt x="1004" y="1666"/>
                      <a:pt x="1099" y="1595"/>
                    </a:cubicBezTo>
                    <a:lnTo>
                      <a:pt x="1099"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47281" y="6698534"/>
                <a:ext cx="62018" cy="364474"/>
              </a:xfrm>
              <a:custGeom>
                <a:avLst/>
                <a:gdLst/>
                <a:ahLst/>
                <a:cxnLst/>
                <a:rect l="l" t="t" r="r" b="b"/>
                <a:pathLst>
                  <a:path w="780" h="4584" extrusionOk="0">
                    <a:moveTo>
                      <a:pt x="0" y="0"/>
                    </a:moveTo>
                    <a:lnTo>
                      <a:pt x="0" y="4135"/>
                    </a:lnTo>
                    <a:lnTo>
                      <a:pt x="780" y="4584"/>
                    </a:lnTo>
                    <a:lnTo>
                      <a:pt x="780" y="449"/>
                    </a:lnTo>
                    <a:lnTo>
                      <a:pt x="0" y="0"/>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547281" y="6626179"/>
                <a:ext cx="62018" cy="91198"/>
              </a:xfrm>
              <a:custGeom>
                <a:avLst/>
                <a:gdLst/>
                <a:ahLst/>
                <a:cxnLst/>
                <a:rect l="l" t="t" r="r" b="b"/>
                <a:pathLst>
                  <a:path w="780" h="1147" extrusionOk="0">
                    <a:moveTo>
                      <a:pt x="0" y="1"/>
                    </a:moveTo>
                    <a:lnTo>
                      <a:pt x="0" y="686"/>
                    </a:lnTo>
                    <a:lnTo>
                      <a:pt x="780" y="1146"/>
                    </a:lnTo>
                    <a:lnTo>
                      <a:pt x="780" y="449"/>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5547281" y="6444896"/>
                <a:ext cx="62018" cy="202989"/>
              </a:xfrm>
              <a:custGeom>
                <a:avLst/>
                <a:gdLst/>
                <a:ahLst/>
                <a:cxnLst/>
                <a:rect l="l" t="t" r="r" b="b"/>
                <a:pathLst>
                  <a:path w="780" h="2553" extrusionOk="0">
                    <a:moveTo>
                      <a:pt x="0" y="1"/>
                    </a:moveTo>
                    <a:lnTo>
                      <a:pt x="0" y="2092"/>
                    </a:lnTo>
                    <a:lnTo>
                      <a:pt x="780" y="2552"/>
                    </a:lnTo>
                    <a:lnTo>
                      <a:pt x="780" y="438"/>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5790011" y="70455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5467836" y="70445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5466881" y="62884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9" name="Google Shape;4139;p40"/>
            <p:cNvGrpSpPr/>
            <p:nvPr/>
          </p:nvGrpSpPr>
          <p:grpSpPr>
            <a:xfrm>
              <a:off x="7236625" y="3453800"/>
              <a:ext cx="1314274" cy="809400"/>
              <a:chOff x="5522300" y="5335650"/>
              <a:chExt cx="1314274" cy="809400"/>
            </a:xfrm>
          </p:grpSpPr>
          <p:sp>
            <p:nvSpPr>
              <p:cNvPr id="4140" name="Google Shape;4140;p40"/>
              <p:cNvSpPr/>
              <p:nvPr/>
            </p:nvSpPr>
            <p:spPr>
              <a:xfrm>
                <a:off x="5522300" y="5959482"/>
                <a:ext cx="311312" cy="185568"/>
              </a:xfrm>
              <a:custGeom>
                <a:avLst/>
                <a:gdLst/>
                <a:ahLst/>
                <a:cxnLst/>
                <a:rect l="l" t="t" r="r" b="b"/>
                <a:pathLst>
                  <a:path w="5412" h="3226" extrusionOk="0">
                    <a:moveTo>
                      <a:pt x="2730" y="0"/>
                    </a:moveTo>
                    <a:lnTo>
                      <a:pt x="1" y="1512"/>
                    </a:lnTo>
                    <a:lnTo>
                      <a:pt x="3108" y="3225"/>
                    </a:lnTo>
                    <a:lnTo>
                      <a:pt x="5033" y="3048"/>
                    </a:lnTo>
                    <a:lnTo>
                      <a:pt x="5411" y="1855"/>
                    </a:lnTo>
                    <a:lnTo>
                      <a:pt x="273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728491" y="5355380"/>
                <a:ext cx="8858" cy="72076"/>
              </a:xfrm>
              <a:custGeom>
                <a:avLst/>
                <a:gdLst/>
                <a:ahLst/>
                <a:cxnLst/>
                <a:rect l="l" t="t" r="r" b="b"/>
                <a:pathLst>
                  <a:path w="154" h="1253" extrusionOk="0">
                    <a:moveTo>
                      <a:pt x="154" y="0"/>
                    </a:moveTo>
                    <a:lnTo>
                      <a:pt x="0" y="83"/>
                    </a:lnTo>
                    <a:lnTo>
                      <a:pt x="0" y="1253"/>
                    </a:lnTo>
                    <a:lnTo>
                      <a:pt x="154" y="1170"/>
                    </a:lnTo>
                    <a:lnTo>
                      <a:pt x="154"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5720753" y="5941133"/>
                <a:ext cx="66611" cy="169231"/>
              </a:xfrm>
              <a:custGeom>
                <a:avLst/>
                <a:gdLst/>
                <a:ahLst/>
                <a:cxnLst/>
                <a:rect l="l" t="t" r="r" b="b"/>
                <a:pathLst>
                  <a:path w="1158" h="2942" extrusionOk="0">
                    <a:moveTo>
                      <a:pt x="0" y="0"/>
                    </a:moveTo>
                    <a:lnTo>
                      <a:pt x="0" y="2280"/>
                    </a:lnTo>
                    <a:lnTo>
                      <a:pt x="1158" y="2942"/>
                    </a:lnTo>
                    <a:lnTo>
                      <a:pt x="1158" y="674"/>
                    </a:lnTo>
                    <a:lnTo>
                      <a:pt x="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679279" y="5926867"/>
                <a:ext cx="33363" cy="150191"/>
              </a:xfrm>
              <a:custGeom>
                <a:avLst/>
                <a:gdLst/>
                <a:ahLst/>
                <a:cxnLst/>
                <a:rect l="l" t="t" r="r" b="b"/>
                <a:pathLst>
                  <a:path w="580" h="2611" extrusionOk="0">
                    <a:moveTo>
                      <a:pt x="1" y="0"/>
                    </a:moveTo>
                    <a:lnTo>
                      <a:pt x="1" y="2280"/>
                    </a:lnTo>
                    <a:lnTo>
                      <a:pt x="579" y="2611"/>
                    </a:lnTo>
                    <a:lnTo>
                      <a:pt x="579" y="343"/>
                    </a:lnTo>
                    <a:lnTo>
                      <a:pt x="1"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5712585" y="5941133"/>
                <a:ext cx="8226" cy="135926"/>
              </a:xfrm>
              <a:custGeom>
                <a:avLst/>
                <a:gdLst/>
                <a:ahLst/>
                <a:cxnLst/>
                <a:rect l="l" t="t" r="r" b="b"/>
                <a:pathLst>
                  <a:path w="143" h="2363" extrusionOk="0">
                    <a:moveTo>
                      <a:pt x="142" y="0"/>
                    </a:moveTo>
                    <a:lnTo>
                      <a:pt x="0" y="95"/>
                    </a:lnTo>
                    <a:lnTo>
                      <a:pt x="0" y="2363"/>
                    </a:lnTo>
                    <a:lnTo>
                      <a:pt x="142" y="2280"/>
                    </a:lnTo>
                    <a:lnTo>
                      <a:pt x="142"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5811811" y="5413133"/>
                <a:ext cx="1024763" cy="721735"/>
              </a:xfrm>
              <a:custGeom>
                <a:avLst/>
                <a:gdLst/>
                <a:ahLst/>
                <a:cxnLst/>
                <a:rect l="l" t="t" r="r" b="b"/>
                <a:pathLst>
                  <a:path w="17815" h="12547" extrusionOk="0">
                    <a:moveTo>
                      <a:pt x="17815" y="0"/>
                    </a:moveTo>
                    <a:lnTo>
                      <a:pt x="0" y="10278"/>
                    </a:lnTo>
                    <a:lnTo>
                      <a:pt x="0" y="12546"/>
                    </a:lnTo>
                    <a:lnTo>
                      <a:pt x="17815" y="2257"/>
                    </a:lnTo>
                    <a:lnTo>
                      <a:pt x="17815"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5679279" y="5335650"/>
                <a:ext cx="1157295" cy="668699"/>
              </a:xfrm>
              <a:custGeom>
                <a:avLst/>
                <a:gdLst/>
                <a:ahLst/>
                <a:cxnLst/>
                <a:rect l="l" t="t" r="r" b="b"/>
                <a:pathLst>
                  <a:path w="20119" h="11625" extrusionOk="0">
                    <a:moveTo>
                      <a:pt x="17815" y="1"/>
                    </a:moveTo>
                    <a:lnTo>
                      <a:pt x="1" y="10278"/>
                    </a:lnTo>
                    <a:lnTo>
                      <a:pt x="579" y="10621"/>
                    </a:lnTo>
                    <a:lnTo>
                      <a:pt x="721" y="10526"/>
                    </a:lnTo>
                    <a:lnTo>
                      <a:pt x="1879" y="11200"/>
                    </a:lnTo>
                    <a:lnTo>
                      <a:pt x="1737" y="11282"/>
                    </a:lnTo>
                    <a:lnTo>
                      <a:pt x="2304" y="11625"/>
                    </a:lnTo>
                    <a:lnTo>
                      <a:pt x="20119" y="1347"/>
                    </a:lnTo>
                    <a:lnTo>
                      <a:pt x="19540" y="1005"/>
                    </a:lnTo>
                    <a:lnTo>
                      <a:pt x="19398" y="1099"/>
                    </a:lnTo>
                    <a:lnTo>
                      <a:pt x="18240" y="426"/>
                    </a:lnTo>
                    <a:lnTo>
                      <a:pt x="18394" y="343"/>
                    </a:lnTo>
                    <a:lnTo>
                      <a:pt x="17815" y="1"/>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5747213" y="5525244"/>
                <a:ext cx="762518" cy="439012"/>
              </a:xfrm>
              <a:custGeom>
                <a:avLst/>
                <a:gdLst/>
                <a:ahLst/>
                <a:cxnLst/>
                <a:rect l="l" t="t" r="r" b="b"/>
                <a:pathLst>
                  <a:path w="13256" h="7632" extrusionOk="0">
                    <a:moveTo>
                      <a:pt x="12688" y="1"/>
                    </a:moveTo>
                    <a:lnTo>
                      <a:pt x="1" y="7313"/>
                    </a:lnTo>
                    <a:lnTo>
                      <a:pt x="568" y="7632"/>
                    </a:lnTo>
                    <a:lnTo>
                      <a:pt x="12688" y="639"/>
                    </a:lnTo>
                    <a:lnTo>
                      <a:pt x="13255" y="308"/>
                    </a:lnTo>
                    <a:lnTo>
                      <a:pt x="12688" y="1"/>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519166" y="5373730"/>
                <a:ext cx="250798" cy="145474"/>
              </a:xfrm>
              <a:custGeom>
                <a:avLst/>
                <a:gdLst/>
                <a:ahLst/>
                <a:cxnLst/>
                <a:rect l="l" t="t" r="r" b="b"/>
                <a:pathLst>
                  <a:path w="4360" h="2529" extrusionOk="0">
                    <a:moveTo>
                      <a:pt x="3816" y="0"/>
                    </a:moveTo>
                    <a:lnTo>
                      <a:pt x="1" y="2209"/>
                    </a:lnTo>
                    <a:lnTo>
                      <a:pt x="556" y="2528"/>
                    </a:lnTo>
                    <a:lnTo>
                      <a:pt x="3816" y="650"/>
                    </a:lnTo>
                    <a:lnTo>
                      <a:pt x="4360" y="331"/>
                    </a:lnTo>
                    <a:lnTo>
                      <a:pt x="3816"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5707810" y="5916685"/>
                <a:ext cx="38137" cy="22434"/>
              </a:xfrm>
              <a:custGeom>
                <a:avLst/>
                <a:gdLst/>
                <a:ahLst/>
                <a:cxnLst/>
                <a:rect l="l" t="t" r="r" b="b"/>
                <a:pathLst>
                  <a:path w="663" h="390" extrusionOk="0">
                    <a:moveTo>
                      <a:pt x="178" y="0"/>
                    </a:moveTo>
                    <a:lnTo>
                      <a:pt x="1" y="106"/>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5732948" y="5901730"/>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5759466" y="5886774"/>
                <a:ext cx="38137" cy="22491"/>
              </a:xfrm>
              <a:custGeom>
                <a:avLst/>
                <a:gdLst/>
                <a:ahLst/>
                <a:cxnLst/>
                <a:rect l="l" t="t" r="r" b="b"/>
                <a:pathLst>
                  <a:path w="663" h="391" extrusionOk="0">
                    <a:moveTo>
                      <a:pt x="178" y="0"/>
                    </a:moveTo>
                    <a:lnTo>
                      <a:pt x="1" y="107"/>
                    </a:lnTo>
                    <a:lnTo>
                      <a:pt x="473"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5784603" y="5871818"/>
                <a:ext cx="38137" cy="21801"/>
              </a:xfrm>
              <a:custGeom>
                <a:avLst/>
                <a:gdLst/>
                <a:ahLst/>
                <a:cxnLst/>
                <a:rect l="l" t="t" r="r" b="b"/>
                <a:pathLst>
                  <a:path w="663" h="379" extrusionOk="0">
                    <a:moveTo>
                      <a:pt x="201" y="0"/>
                    </a:moveTo>
                    <a:lnTo>
                      <a:pt x="1" y="107"/>
                    </a:lnTo>
                    <a:lnTo>
                      <a:pt x="497" y="378"/>
                    </a:lnTo>
                    <a:lnTo>
                      <a:pt x="662"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5810431" y="5857552"/>
                <a:ext cx="38770" cy="21801"/>
              </a:xfrm>
              <a:custGeom>
                <a:avLst/>
                <a:gdLst/>
                <a:ahLst/>
                <a:cxnLst/>
                <a:rect l="l" t="t" r="r" b="b"/>
                <a:pathLst>
                  <a:path w="674"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5836948" y="5841906"/>
                <a:ext cx="38080" cy="22491"/>
              </a:xfrm>
              <a:custGeom>
                <a:avLst/>
                <a:gdLst/>
                <a:ahLst/>
                <a:cxnLst/>
                <a:rect l="l" t="t" r="r" b="b"/>
                <a:pathLst>
                  <a:path w="662" h="391" extrusionOk="0">
                    <a:moveTo>
                      <a:pt x="177" y="1"/>
                    </a:moveTo>
                    <a:lnTo>
                      <a:pt x="0" y="107"/>
                    </a:lnTo>
                    <a:lnTo>
                      <a:pt x="473" y="390"/>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5862086" y="5827640"/>
                <a:ext cx="38080" cy="21801"/>
              </a:xfrm>
              <a:custGeom>
                <a:avLst/>
                <a:gdLst/>
                <a:ahLst/>
                <a:cxnLst/>
                <a:rect l="l" t="t" r="r" b="b"/>
                <a:pathLst>
                  <a:path w="662" h="379" extrusionOk="0">
                    <a:moveTo>
                      <a:pt x="189" y="1"/>
                    </a:moveTo>
                    <a:lnTo>
                      <a:pt x="0" y="107"/>
                    </a:lnTo>
                    <a:lnTo>
                      <a:pt x="485" y="379"/>
                    </a:lnTo>
                    <a:lnTo>
                      <a:pt x="662"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5887913" y="5811994"/>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5913741" y="5797038"/>
                <a:ext cx="38770" cy="23182"/>
              </a:xfrm>
              <a:custGeom>
                <a:avLst/>
                <a:gdLst/>
                <a:ahLst/>
                <a:cxnLst/>
                <a:rect l="l" t="t" r="r" b="b"/>
                <a:pathLst>
                  <a:path w="674" h="403" extrusionOk="0">
                    <a:moveTo>
                      <a:pt x="177" y="1"/>
                    </a:moveTo>
                    <a:lnTo>
                      <a:pt x="0" y="119"/>
                    </a:lnTo>
                    <a:lnTo>
                      <a:pt x="484" y="403"/>
                    </a:lnTo>
                    <a:lnTo>
                      <a:pt x="674"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5939569" y="5782773"/>
                <a:ext cx="38770" cy="21801"/>
              </a:xfrm>
              <a:custGeom>
                <a:avLst/>
                <a:gdLst/>
                <a:ahLst/>
                <a:cxnLst/>
                <a:rect l="l" t="t" r="r" b="b"/>
                <a:pathLst>
                  <a:path w="674" h="379" extrusionOk="0">
                    <a:moveTo>
                      <a:pt x="189" y="1"/>
                    </a:moveTo>
                    <a:lnTo>
                      <a:pt x="0" y="95"/>
                    </a:lnTo>
                    <a:lnTo>
                      <a:pt x="484" y="379"/>
                    </a:lnTo>
                    <a:lnTo>
                      <a:pt x="673" y="273"/>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5964706" y="5767184"/>
                <a:ext cx="39460" cy="23124"/>
              </a:xfrm>
              <a:custGeom>
                <a:avLst/>
                <a:gdLst/>
                <a:ahLst/>
                <a:cxnLst/>
                <a:rect l="l" t="t" r="r" b="b"/>
                <a:pathLst>
                  <a:path w="686" h="402" extrusionOk="0">
                    <a:moveTo>
                      <a:pt x="189" y="0"/>
                    </a:moveTo>
                    <a:lnTo>
                      <a:pt x="0" y="118"/>
                    </a:lnTo>
                    <a:lnTo>
                      <a:pt x="484" y="402"/>
                    </a:lnTo>
                    <a:lnTo>
                      <a:pt x="685"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5991166" y="5752919"/>
                <a:ext cx="38137" cy="21801"/>
              </a:xfrm>
              <a:custGeom>
                <a:avLst/>
                <a:gdLst/>
                <a:ahLst/>
                <a:cxnLst/>
                <a:rect l="l" t="t" r="r" b="b"/>
                <a:pathLst>
                  <a:path w="663" h="379" extrusionOk="0">
                    <a:moveTo>
                      <a:pt x="178" y="0"/>
                    </a:moveTo>
                    <a:lnTo>
                      <a:pt x="1" y="106"/>
                    </a:lnTo>
                    <a:lnTo>
                      <a:pt x="485"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6016994" y="5737273"/>
                <a:ext cx="38828" cy="23182"/>
              </a:xfrm>
              <a:custGeom>
                <a:avLst/>
                <a:gdLst/>
                <a:ahLst/>
                <a:cxnLst/>
                <a:rect l="l" t="t" r="r" b="b"/>
                <a:pathLst>
                  <a:path w="675" h="403" extrusionOk="0">
                    <a:moveTo>
                      <a:pt x="190" y="0"/>
                    </a:moveTo>
                    <a:lnTo>
                      <a:pt x="1" y="119"/>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042131" y="5723007"/>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068649" y="5708051"/>
                <a:ext cx="38137" cy="22491"/>
              </a:xfrm>
              <a:custGeom>
                <a:avLst/>
                <a:gdLst/>
                <a:ahLst/>
                <a:cxnLst/>
                <a:rect l="l" t="t" r="r" b="b"/>
                <a:pathLst>
                  <a:path w="663" h="391" extrusionOk="0">
                    <a:moveTo>
                      <a:pt x="178" y="0"/>
                    </a:moveTo>
                    <a:lnTo>
                      <a:pt x="1" y="119"/>
                    </a:lnTo>
                    <a:lnTo>
                      <a:pt x="485" y="390"/>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093787" y="5693095"/>
                <a:ext cx="39460" cy="22491"/>
              </a:xfrm>
              <a:custGeom>
                <a:avLst/>
                <a:gdLst/>
                <a:ahLst/>
                <a:cxnLst/>
                <a:rect l="l" t="t" r="r" b="b"/>
                <a:pathLst>
                  <a:path w="686" h="391" extrusionOk="0">
                    <a:moveTo>
                      <a:pt x="201" y="1"/>
                    </a:moveTo>
                    <a:lnTo>
                      <a:pt x="1" y="107"/>
                    </a:lnTo>
                    <a:lnTo>
                      <a:pt x="497" y="390"/>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120305" y="5678139"/>
                <a:ext cx="38080" cy="23182"/>
              </a:xfrm>
              <a:custGeom>
                <a:avLst/>
                <a:gdLst/>
                <a:ahLst/>
                <a:cxnLst/>
                <a:rect l="l" t="t" r="r" b="b"/>
                <a:pathLst>
                  <a:path w="662" h="403" extrusionOk="0">
                    <a:moveTo>
                      <a:pt x="178" y="1"/>
                    </a:moveTo>
                    <a:lnTo>
                      <a:pt x="0" y="119"/>
                    </a:lnTo>
                    <a:lnTo>
                      <a:pt x="473" y="402"/>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145442" y="5663874"/>
                <a:ext cx="38770" cy="21801"/>
              </a:xfrm>
              <a:custGeom>
                <a:avLst/>
                <a:gdLst/>
                <a:ahLst/>
                <a:cxnLst/>
                <a:rect l="l" t="t" r="r" b="b"/>
                <a:pathLst>
                  <a:path w="674" h="379" extrusionOk="0">
                    <a:moveTo>
                      <a:pt x="201" y="1"/>
                    </a:moveTo>
                    <a:lnTo>
                      <a:pt x="0" y="95"/>
                    </a:lnTo>
                    <a:lnTo>
                      <a:pt x="497" y="379"/>
                    </a:lnTo>
                    <a:lnTo>
                      <a:pt x="674" y="272"/>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171270" y="5648228"/>
                <a:ext cx="39460" cy="22491"/>
              </a:xfrm>
              <a:custGeom>
                <a:avLst/>
                <a:gdLst/>
                <a:ahLst/>
                <a:cxnLst/>
                <a:rect l="l" t="t" r="r" b="b"/>
                <a:pathLst>
                  <a:path w="686" h="391" extrusionOk="0">
                    <a:moveTo>
                      <a:pt x="189" y="1"/>
                    </a:moveTo>
                    <a:lnTo>
                      <a:pt x="0" y="107"/>
                    </a:lnTo>
                    <a:lnTo>
                      <a:pt x="485" y="391"/>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197787" y="5633962"/>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222925" y="5618373"/>
                <a:ext cx="38770" cy="22434"/>
              </a:xfrm>
              <a:custGeom>
                <a:avLst/>
                <a:gdLst/>
                <a:ahLst/>
                <a:cxnLst/>
                <a:rect l="l" t="t" r="r" b="b"/>
                <a:pathLst>
                  <a:path w="674" h="390" extrusionOk="0">
                    <a:moveTo>
                      <a:pt x="201" y="0"/>
                    </a:moveTo>
                    <a:lnTo>
                      <a:pt x="0" y="106"/>
                    </a:lnTo>
                    <a:lnTo>
                      <a:pt x="496" y="390"/>
                    </a:lnTo>
                    <a:lnTo>
                      <a:pt x="674"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248752" y="5604050"/>
                <a:ext cx="38770" cy="22491"/>
              </a:xfrm>
              <a:custGeom>
                <a:avLst/>
                <a:gdLst/>
                <a:ahLst/>
                <a:cxnLst/>
                <a:rect l="l" t="t" r="r" b="b"/>
                <a:pathLst>
                  <a:path w="674" h="391" extrusionOk="0">
                    <a:moveTo>
                      <a:pt x="189" y="1"/>
                    </a:moveTo>
                    <a:lnTo>
                      <a:pt x="0" y="107"/>
                    </a:lnTo>
                    <a:lnTo>
                      <a:pt x="484" y="391"/>
                    </a:lnTo>
                    <a:lnTo>
                      <a:pt x="673" y="285"/>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275213" y="5589152"/>
                <a:ext cx="38137" cy="21801"/>
              </a:xfrm>
              <a:custGeom>
                <a:avLst/>
                <a:gdLst/>
                <a:ahLst/>
                <a:cxnLst/>
                <a:rect l="l" t="t" r="r" b="b"/>
                <a:pathLst>
                  <a:path w="663" h="379" extrusionOk="0">
                    <a:moveTo>
                      <a:pt x="178" y="0"/>
                    </a:moveTo>
                    <a:lnTo>
                      <a:pt x="1" y="95"/>
                    </a:lnTo>
                    <a:lnTo>
                      <a:pt x="485"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300350" y="5574196"/>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326178" y="5559240"/>
                <a:ext cx="38828" cy="21801"/>
              </a:xfrm>
              <a:custGeom>
                <a:avLst/>
                <a:gdLst/>
                <a:ahLst/>
                <a:cxnLst/>
                <a:rect l="l" t="t" r="r" b="b"/>
                <a:pathLst>
                  <a:path w="675" h="379" extrusionOk="0">
                    <a:moveTo>
                      <a:pt x="190" y="0"/>
                    </a:moveTo>
                    <a:lnTo>
                      <a:pt x="1" y="107"/>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352005" y="5544975"/>
                <a:ext cx="38828" cy="21801"/>
              </a:xfrm>
              <a:custGeom>
                <a:avLst/>
                <a:gdLst/>
                <a:ahLst/>
                <a:cxnLst/>
                <a:rect l="l" t="t" r="r" b="b"/>
                <a:pathLst>
                  <a:path w="675" h="379" extrusionOk="0">
                    <a:moveTo>
                      <a:pt x="178" y="0"/>
                    </a:moveTo>
                    <a:lnTo>
                      <a:pt x="1" y="95"/>
                    </a:lnTo>
                    <a:lnTo>
                      <a:pt x="497" y="378"/>
                    </a:lnTo>
                    <a:lnTo>
                      <a:pt x="674" y="260"/>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377833" y="5529328"/>
                <a:ext cx="38770" cy="22491"/>
              </a:xfrm>
              <a:custGeom>
                <a:avLst/>
                <a:gdLst/>
                <a:ahLst/>
                <a:cxnLst/>
                <a:rect l="l" t="t" r="r" b="b"/>
                <a:pathLst>
                  <a:path w="674" h="391" extrusionOk="0">
                    <a:moveTo>
                      <a:pt x="190" y="1"/>
                    </a:moveTo>
                    <a:lnTo>
                      <a:pt x="1"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404351" y="5514373"/>
                <a:ext cx="38080" cy="22491"/>
              </a:xfrm>
              <a:custGeom>
                <a:avLst/>
                <a:gdLst/>
                <a:ahLst/>
                <a:cxnLst/>
                <a:rect l="l" t="t" r="r" b="b"/>
                <a:pathLst>
                  <a:path w="662" h="391" extrusionOk="0">
                    <a:moveTo>
                      <a:pt x="177" y="1"/>
                    </a:moveTo>
                    <a:lnTo>
                      <a:pt x="0" y="119"/>
                    </a:lnTo>
                    <a:lnTo>
                      <a:pt x="473" y="390"/>
                    </a:lnTo>
                    <a:lnTo>
                      <a:pt x="662" y="272"/>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429488" y="5499417"/>
                <a:ext cx="38080" cy="22491"/>
              </a:xfrm>
              <a:custGeom>
                <a:avLst/>
                <a:gdLst/>
                <a:ahLst/>
                <a:cxnLst/>
                <a:rect l="l" t="t" r="r" b="b"/>
                <a:pathLst>
                  <a:path w="662" h="391" extrusionOk="0">
                    <a:moveTo>
                      <a:pt x="178" y="1"/>
                    </a:moveTo>
                    <a:lnTo>
                      <a:pt x="0" y="107"/>
                    </a:lnTo>
                    <a:lnTo>
                      <a:pt x="485"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455316" y="548446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481144" y="5470195"/>
                <a:ext cx="38080" cy="21801"/>
              </a:xfrm>
              <a:custGeom>
                <a:avLst/>
                <a:gdLst/>
                <a:ahLst/>
                <a:cxnLst/>
                <a:rect l="l" t="t" r="r" b="b"/>
                <a:pathLst>
                  <a:path w="662" h="379" extrusionOk="0">
                    <a:moveTo>
                      <a:pt x="177" y="1"/>
                    </a:moveTo>
                    <a:lnTo>
                      <a:pt x="0" y="95"/>
                    </a:lnTo>
                    <a:lnTo>
                      <a:pt x="473" y="379"/>
                    </a:lnTo>
                    <a:lnTo>
                      <a:pt x="662" y="273"/>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506971" y="5454607"/>
                <a:ext cx="38080" cy="23124"/>
              </a:xfrm>
              <a:custGeom>
                <a:avLst/>
                <a:gdLst/>
                <a:ahLst/>
                <a:cxnLst/>
                <a:rect l="l" t="t" r="r" b="b"/>
                <a:pathLst>
                  <a:path w="662" h="402" extrusionOk="0">
                    <a:moveTo>
                      <a:pt x="189" y="0"/>
                    </a:moveTo>
                    <a:lnTo>
                      <a:pt x="0" y="118"/>
                    </a:lnTo>
                    <a:lnTo>
                      <a:pt x="484" y="402"/>
                    </a:lnTo>
                    <a:lnTo>
                      <a:pt x="662"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532109" y="5440341"/>
                <a:ext cx="39460" cy="21801"/>
              </a:xfrm>
              <a:custGeom>
                <a:avLst/>
                <a:gdLst/>
                <a:ahLst/>
                <a:cxnLst/>
                <a:rect l="l" t="t" r="r" b="b"/>
                <a:pathLst>
                  <a:path w="686" h="379" extrusionOk="0">
                    <a:moveTo>
                      <a:pt x="201" y="0"/>
                    </a:moveTo>
                    <a:lnTo>
                      <a:pt x="0" y="106"/>
                    </a:lnTo>
                    <a:lnTo>
                      <a:pt x="496" y="378"/>
                    </a:lnTo>
                    <a:lnTo>
                      <a:pt x="685"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558569" y="5424695"/>
                <a:ext cx="38137" cy="23124"/>
              </a:xfrm>
              <a:custGeom>
                <a:avLst/>
                <a:gdLst/>
                <a:ahLst/>
                <a:cxnLst/>
                <a:rect l="l" t="t" r="r" b="b"/>
                <a:pathLst>
                  <a:path w="663" h="402" extrusionOk="0">
                    <a:moveTo>
                      <a:pt x="178" y="0"/>
                    </a:moveTo>
                    <a:lnTo>
                      <a:pt x="1" y="118"/>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584397" y="5410429"/>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609534" y="5395473"/>
                <a:ext cx="39518" cy="22491"/>
              </a:xfrm>
              <a:custGeom>
                <a:avLst/>
                <a:gdLst/>
                <a:ahLst/>
                <a:cxnLst/>
                <a:rect l="l" t="t" r="r" b="b"/>
                <a:pathLst>
                  <a:path w="687" h="391" extrusionOk="0">
                    <a:moveTo>
                      <a:pt x="190" y="0"/>
                    </a:moveTo>
                    <a:lnTo>
                      <a:pt x="1" y="118"/>
                    </a:lnTo>
                    <a:lnTo>
                      <a:pt x="485" y="390"/>
                    </a:lnTo>
                    <a:lnTo>
                      <a:pt x="686"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636052" y="5380518"/>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6661189" y="5365562"/>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6687017" y="5351296"/>
                <a:ext cx="38770" cy="21801"/>
              </a:xfrm>
              <a:custGeom>
                <a:avLst/>
                <a:gdLst/>
                <a:ahLst/>
                <a:cxnLst/>
                <a:rect l="l" t="t" r="r" b="b"/>
                <a:pathLst>
                  <a:path w="674" h="379" extrusionOk="0">
                    <a:moveTo>
                      <a:pt x="190" y="0"/>
                    </a:moveTo>
                    <a:lnTo>
                      <a:pt x="1" y="95"/>
                    </a:lnTo>
                    <a:lnTo>
                      <a:pt x="485" y="379"/>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94784" y="5966960"/>
                <a:ext cx="38828" cy="23124"/>
              </a:xfrm>
              <a:custGeom>
                <a:avLst/>
                <a:gdLst/>
                <a:ahLst/>
                <a:cxnLst/>
                <a:rect l="l" t="t" r="r" b="b"/>
                <a:pathLst>
                  <a:path w="675" h="402" extrusionOk="0">
                    <a:moveTo>
                      <a:pt x="190" y="0"/>
                    </a:moveTo>
                    <a:lnTo>
                      <a:pt x="1" y="118"/>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820612" y="5952695"/>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847130" y="5937048"/>
                <a:ext cx="38080" cy="22491"/>
              </a:xfrm>
              <a:custGeom>
                <a:avLst/>
                <a:gdLst/>
                <a:ahLst/>
                <a:cxnLst/>
                <a:rect l="l" t="t" r="r" b="b"/>
                <a:pathLst>
                  <a:path w="662" h="391" extrusionOk="0">
                    <a:moveTo>
                      <a:pt x="166" y="0"/>
                    </a:moveTo>
                    <a:lnTo>
                      <a:pt x="0" y="107"/>
                    </a:lnTo>
                    <a:lnTo>
                      <a:pt x="485" y="390"/>
                    </a:lnTo>
                    <a:lnTo>
                      <a:pt x="662" y="284"/>
                    </a:lnTo>
                    <a:lnTo>
                      <a:pt x="166"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872267" y="5922783"/>
                <a:ext cx="39460" cy="21801"/>
              </a:xfrm>
              <a:custGeom>
                <a:avLst/>
                <a:gdLst/>
                <a:ahLst/>
                <a:cxnLst/>
                <a:rect l="l" t="t" r="r" b="b"/>
                <a:pathLst>
                  <a:path w="686" h="379" extrusionOk="0">
                    <a:moveTo>
                      <a:pt x="190" y="0"/>
                    </a:moveTo>
                    <a:lnTo>
                      <a:pt x="1" y="107"/>
                    </a:lnTo>
                    <a:lnTo>
                      <a:pt x="485" y="378"/>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898095" y="5907137"/>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923923" y="5892871"/>
                <a:ext cx="38770" cy="22491"/>
              </a:xfrm>
              <a:custGeom>
                <a:avLst/>
                <a:gdLst/>
                <a:ahLst/>
                <a:cxnLst/>
                <a:rect l="l" t="t" r="r" b="b"/>
                <a:pathLst>
                  <a:path w="674" h="391" extrusionOk="0">
                    <a:moveTo>
                      <a:pt x="178" y="1"/>
                    </a:moveTo>
                    <a:lnTo>
                      <a:pt x="0" y="107"/>
                    </a:lnTo>
                    <a:lnTo>
                      <a:pt x="497" y="390"/>
                    </a:lnTo>
                    <a:lnTo>
                      <a:pt x="674"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949750" y="5877915"/>
                <a:ext cx="38770" cy="21801"/>
              </a:xfrm>
              <a:custGeom>
                <a:avLst/>
                <a:gdLst/>
                <a:ahLst/>
                <a:cxnLst/>
                <a:rect l="l" t="t" r="r" b="b"/>
                <a:pathLst>
                  <a:path w="674" h="379" extrusionOk="0">
                    <a:moveTo>
                      <a:pt x="189" y="1"/>
                    </a:moveTo>
                    <a:lnTo>
                      <a:pt x="0" y="95"/>
                    </a:lnTo>
                    <a:lnTo>
                      <a:pt x="485" y="379"/>
                    </a:lnTo>
                    <a:lnTo>
                      <a:pt x="674" y="272"/>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974888" y="5862959"/>
                <a:ext cx="39460" cy="22491"/>
              </a:xfrm>
              <a:custGeom>
                <a:avLst/>
                <a:gdLst/>
                <a:ahLst/>
                <a:cxnLst/>
                <a:rect l="l" t="t" r="r" b="b"/>
                <a:pathLst>
                  <a:path w="686" h="391" extrusionOk="0">
                    <a:moveTo>
                      <a:pt x="201" y="1"/>
                    </a:moveTo>
                    <a:lnTo>
                      <a:pt x="0" y="107"/>
                    </a:lnTo>
                    <a:lnTo>
                      <a:pt x="496" y="391"/>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6001405" y="5848003"/>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6026543" y="5833738"/>
                <a:ext cx="39460" cy="21801"/>
              </a:xfrm>
              <a:custGeom>
                <a:avLst/>
                <a:gdLst/>
                <a:ahLst/>
                <a:cxnLst/>
                <a:rect l="l" t="t" r="r" b="b"/>
                <a:pathLst>
                  <a:path w="686" h="379" extrusionOk="0">
                    <a:moveTo>
                      <a:pt x="201" y="1"/>
                    </a:moveTo>
                    <a:lnTo>
                      <a:pt x="0" y="95"/>
                    </a:lnTo>
                    <a:lnTo>
                      <a:pt x="496" y="379"/>
                    </a:lnTo>
                    <a:lnTo>
                      <a:pt x="685" y="261"/>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6053003" y="5818149"/>
                <a:ext cx="38828" cy="22434"/>
              </a:xfrm>
              <a:custGeom>
                <a:avLst/>
                <a:gdLst/>
                <a:ahLst/>
                <a:cxnLst/>
                <a:rect l="l" t="t" r="r" b="b"/>
                <a:pathLst>
                  <a:path w="675" h="390" extrusionOk="0">
                    <a:moveTo>
                      <a:pt x="178" y="0"/>
                    </a:moveTo>
                    <a:lnTo>
                      <a:pt x="1" y="106"/>
                    </a:lnTo>
                    <a:lnTo>
                      <a:pt x="473" y="390"/>
                    </a:lnTo>
                    <a:lnTo>
                      <a:pt x="674"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6078831" y="5803193"/>
                <a:ext cx="38137" cy="22491"/>
              </a:xfrm>
              <a:custGeom>
                <a:avLst/>
                <a:gdLst/>
                <a:ahLst/>
                <a:cxnLst/>
                <a:rect l="l" t="t" r="r" b="b"/>
                <a:pathLst>
                  <a:path w="663" h="391" extrusionOk="0">
                    <a:moveTo>
                      <a:pt x="190" y="0"/>
                    </a:moveTo>
                    <a:lnTo>
                      <a:pt x="1" y="118"/>
                    </a:lnTo>
                    <a:lnTo>
                      <a:pt x="485" y="390"/>
                    </a:lnTo>
                    <a:lnTo>
                      <a:pt x="662"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6103968" y="5788238"/>
                <a:ext cx="39518" cy="22491"/>
              </a:xfrm>
              <a:custGeom>
                <a:avLst/>
                <a:gdLst/>
                <a:ahLst/>
                <a:cxnLst/>
                <a:rect l="l" t="t" r="r" b="b"/>
                <a:pathLst>
                  <a:path w="687" h="391" extrusionOk="0">
                    <a:moveTo>
                      <a:pt x="202" y="0"/>
                    </a:moveTo>
                    <a:lnTo>
                      <a:pt x="1" y="107"/>
                    </a:lnTo>
                    <a:lnTo>
                      <a:pt x="497" y="390"/>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6130486" y="5773282"/>
                <a:ext cx="38137" cy="23182"/>
              </a:xfrm>
              <a:custGeom>
                <a:avLst/>
                <a:gdLst/>
                <a:ahLst/>
                <a:cxnLst/>
                <a:rect l="l" t="t" r="r" b="b"/>
                <a:pathLst>
                  <a:path w="663" h="403" extrusionOk="0">
                    <a:moveTo>
                      <a:pt x="178" y="0"/>
                    </a:moveTo>
                    <a:lnTo>
                      <a:pt x="1" y="119"/>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6156314" y="5759016"/>
                <a:ext cx="38080" cy="21801"/>
              </a:xfrm>
              <a:custGeom>
                <a:avLst/>
                <a:gdLst/>
                <a:ahLst/>
                <a:cxnLst/>
                <a:rect l="l" t="t" r="r" b="b"/>
                <a:pathLst>
                  <a:path w="662" h="379" extrusionOk="0">
                    <a:moveTo>
                      <a:pt x="189" y="0"/>
                    </a:moveTo>
                    <a:lnTo>
                      <a:pt x="0" y="95"/>
                    </a:lnTo>
                    <a:lnTo>
                      <a:pt x="485" y="378"/>
                    </a:lnTo>
                    <a:lnTo>
                      <a:pt x="662"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6181451" y="5743370"/>
                <a:ext cx="39460" cy="23182"/>
              </a:xfrm>
              <a:custGeom>
                <a:avLst/>
                <a:gdLst/>
                <a:ahLst/>
                <a:cxnLst/>
                <a:rect l="l" t="t" r="r" b="b"/>
                <a:pathLst>
                  <a:path w="686" h="403" extrusionOk="0">
                    <a:moveTo>
                      <a:pt x="190" y="1"/>
                    </a:moveTo>
                    <a:lnTo>
                      <a:pt x="1" y="119"/>
                    </a:lnTo>
                    <a:lnTo>
                      <a:pt x="485" y="402"/>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6207969" y="5729104"/>
                <a:ext cx="38080" cy="21801"/>
              </a:xfrm>
              <a:custGeom>
                <a:avLst/>
                <a:gdLst/>
                <a:ahLst/>
                <a:cxnLst/>
                <a:rect l="l" t="t" r="r" b="b"/>
                <a:pathLst>
                  <a:path w="662" h="379" extrusionOk="0">
                    <a:moveTo>
                      <a:pt x="177" y="1"/>
                    </a:moveTo>
                    <a:lnTo>
                      <a:pt x="0" y="107"/>
                    </a:lnTo>
                    <a:lnTo>
                      <a:pt x="485"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6233106" y="5713458"/>
                <a:ext cx="39460" cy="23182"/>
              </a:xfrm>
              <a:custGeom>
                <a:avLst/>
                <a:gdLst/>
                <a:ahLst/>
                <a:cxnLst/>
                <a:rect l="l" t="t" r="r" b="b"/>
                <a:pathLst>
                  <a:path w="686" h="403" extrusionOk="0">
                    <a:moveTo>
                      <a:pt x="201" y="1"/>
                    </a:moveTo>
                    <a:lnTo>
                      <a:pt x="0" y="119"/>
                    </a:lnTo>
                    <a:lnTo>
                      <a:pt x="497" y="403"/>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6258934" y="5699193"/>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6285394" y="5684237"/>
                <a:ext cx="38137" cy="21801"/>
              </a:xfrm>
              <a:custGeom>
                <a:avLst/>
                <a:gdLst/>
                <a:ahLst/>
                <a:cxnLst/>
                <a:rect l="l" t="t" r="r" b="b"/>
                <a:pathLst>
                  <a:path w="663" h="379" extrusionOk="0">
                    <a:moveTo>
                      <a:pt x="178" y="1"/>
                    </a:moveTo>
                    <a:lnTo>
                      <a:pt x="1" y="119"/>
                    </a:lnTo>
                    <a:lnTo>
                      <a:pt x="485" y="379"/>
                    </a:lnTo>
                    <a:lnTo>
                      <a:pt x="663" y="273"/>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6310589" y="5669338"/>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6336359" y="5654383"/>
                <a:ext cx="38828" cy="21801"/>
              </a:xfrm>
              <a:custGeom>
                <a:avLst/>
                <a:gdLst/>
                <a:ahLst/>
                <a:cxnLst/>
                <a:rect l="l" t="t" r="r" b="b"/>
                <a:pathLst>
                  <a:path w="675" h="379" extrusionOk="0">
                    <a:moveTo>
                      <a:pt x="190" y="0"/>
                    </a:moveTo>
                    <a:lnTo>
                      <a:pt x="1" y="106"/>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362187" y="5640117"/>
                <a:ext cx="38137" cy="21801"/>
              </a:xfrm>
              <a:custGeom>
                <a:avLst/>
                <a:gdLst/>
                <a:ahLst/>
                <a:cxnLst/>
                <a:rect l="l" t="t" r="r" b="b"/>
                <a:pathLst>
                  <a:path w="663" h="379" extrusionOk="0">
                    <a:moveTo>
                      <a:pt x="178" y="0"/>
                    </a:moveTo>
                    <a:lnTo>
                      <a:pt x="1" y="95"/>
                    </a:lnTo>
                    <a:lnTo>
                      <a:pt x="497"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388015" y="5624471"/>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414532" y="5610205"/>
                <a:ext cx="38137" cy="21801"/>
              </a:xfrm>
              <a:custGeom>
                <a:avLst/>
                <a:gdLst/>
                <a:ahLst/>
                <a:cxnLst/>
                <a:rect l="l" t="t" r="r" b="b"/>
                <a:pathLst>
                  <a:path w="663" h="379" extrusionOk="0">
                    <a:moveTo>
                      <a:pt x="178" y="0"/>
                    </a:moveTo>
                    <a:lnTo>
                      <a:pt x="0" y="107"/>
                    </a:lnTo>
                    <a:lnTo>
                      <a:pt x="473"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439670" y="5594559"/>
                <a:ext cx="38137" cy="22491"/>
              </a:xfrm>
              <a:custGeom>
                <a:avLst/>
                <a:gdLst/>
                <a:ahLst/>
                <a:cxnLst/>
                <a:rect l="l" t="t" r="r" b="b"/>
                <a:pathLst>
                  <a:path w="663" h="391" extrusionOk="0">
                    <a:moveTo>
                      <a:pt x="190" y="1"/>
                    </a:moveTo>
                    <a:lnTo>
                      <a:pt x="1" y="107"/>
                    </a:lnTo>
                    <a:lnTo>
                      <a:pt x="485" y="390"/>
                    </a:lnTo>
                    <a:lnTo>
                      <a:pt x="662"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465497" y="5580293"/>
                <a:ext cx="38770" cy="22491"/>
              </a:xfrm>
              <a:custGeom>
                <a:avLst/>
                <a:gdLst/>
                <a:ahLst/>
                <a:cxnLst/>
                <a:rect l="l" t="t" r="r" b="b"/>
                <a:pathLst>
                  <a:path w="674" h="391" extrusionOk="0">
                    <a:moveTo>
                      <a:pt x="190" y="1"/>
                    </a:moveTo>
                    <a:lnTo>
                      <a:pt x="0"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491325" y="5565338"/>
                <a:ext cx="38770" cy="21801"/>
              </a:xfrm>
              <a:custGeom>
                <a:avLst/>
                <a:gdLst/>
                <a:ahLst/>
                <a:cxnLst/>
                <a:rect l="l" t="t" r="r" b="b"/>
                <a:pathLst>
                  <a:path w="674" h="379" extrusionOk="0">
                    <a:moveTo>
                      <a:pt x="178" y="1"/>
                    </a:moveTo>
                    <a:lnTo>
                      <a:pt x="0" y="95"/>
                    </a:lnTo>
                    <a:lnTo>
                      <a:pt x="485" y="379"/>
                    </a:lnTo>
                    <a:lnTo>
                      <a:pt x="674" y="272"/>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517153" y="554969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542290" y="5535426"/>
                <a:ext cx="39460" cy="21801"/>
              </a:xfrm>
              <a:custGeom>
                <a:avLst/>
                <a:gdLst/>
                <a:ahLst/>
                <a:cxnLst/>
                <a:rect l="l" t="t" r="r" b="b"/>
                <a:pathLst>
                  <a:path w="686" h="379" extrusionOk="0">
                    <a:moveTo>
                      <a:pt x="189" y="1"/>
                    </a:moveTo>
                    <a:lnTo>
                      <a:pt x="0" y="107"/>
                    </a:lnTo>
                    <a:lnTo>
                      <a:pt x="485" y="379"/>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568808" y="5519837"/>
                <a:ext cx="38080" cy="23124"/>
              </a:xfrm>
              <a:custGeom>
                <a:avLst/>
                <a:gdLst/>
                <a:ahLst/>
                <a:cxnLst/>
                <a:rect l="l" t="t" r="r" b="b"/>
                <a:pathLst>
                  <a:path w="662" h="402" extrusionOk="0">
                    <a:moveTo>
                      <a:pt x="177" y="0"/>
                    </a:moveTo>
                    <a:lnTo>
                      <a:pt x="0" y="118"/>
                    </a:lnTo>
                    <a:lnTo>
                      <a:pt x="484" y="402"/>
                    </a:lnTo>
                    <a:lnTo>
                      <a:pt x="662" y="284"/>
                    </a:lnTo>
                    <a:lnTo>
                      <a:pt x="177"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6594636" y="5505572"/>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6619773" y="5490616"/>
                <a:ext cx="39460" cy="22491"/>
              </a:xfrm>
              <a:custGeom>
                <a:avLst/>
                <a:gdLst/>
                <a:ahLst/>
                <a:cxnLst/>
                <a:rect l="l" t="t" r="r" b="b"/>
                <a:pathLst>
                  <a:path w="686" h="391" extrusionOk="0">
                    <a:moveTo>
                      <a:pt x="189" y="0"/>
                    </a:moveTo>
                    <a:lnTo>
                      <a:pt x="0" y="118"/>
                    </a:lnTo>
                    <a:lnTo>
                      <a:pt x="484" y="390"/>
                    </a:lnTo>
                    <a:lnTo>
                      <a:pt x="685"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6646233" y="5475660"/>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671371" y="5460704"/>
                <a:ext cx="39518" cy="23182"/>
              </a:xfrm>
              <a:custGeom>
                <a:avLst/>
                <a:gdLst/>
                <a:ahLst/>
                <a:cxnLst/>
                <a:rect l="l" t="t" r="r" b="b"/>
                <a:pathLst>
                  <a:path w="687" h="403" extrusionOk="0">
                    <a:moveTo>
                      <a:pt x="202" y="0"/>
                    </a:moveTo>
                    <a:lnTo>
                      <a:pt x="1" y="119"/>
                    </a:lnTo>
                    <a:lnTo>
                      <a:pt x="497" y="402"/>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697889" y="5446438"/>
                <a:ext cx="38137" cy="21801"/>
              </a:xfrm>
              <a:custGeom>
                <a:avLst/>
                <a:gdLst/>
                <a:ahLst/>
                <a:cxnLst/>
                <a:rect l="l" t="t" r="r" b="b"/>
                <a:pathLst>
                  <a:path w="663" h="379" extrusionOk="0">
                    <a:moveTo>
                      <a:pt x="178" y="0"/>
                    </a:moveTo>
                    <a:lnTo>
                      <a:pt x="1" y="95"/>
                    </a:lnTo>
                    <a:lnTo>
                      <a:pt x="473"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723026" y="5430792"/>
                <a:ext cx="38828" cy="23182"/>
              </a:xfrm>
              <a:custGeom>
                <a:avLst/>
                <a:gdLst/>
                <a:ahLst/>
                <a:cxnLst/>
                <a:rect l="l" t="t" r="r" b="b"/>
                <a:pathLst>
                  <a:path w="675" h="403" extrusionOk="0">
                    <a:moveTo>
                      <a:pt x="202" y="1"/>
                    </a:moveTo>
                    <a:lnTo>
                      <a:pt x="1" y="119"/>
                    </a:lnTo>
                    <a:lnTo>
                      <a:pt x="497" y="402"/>
                    </a:lnTo>
                    <a:lnTo>
                      <a:pt x="674" y="284"/>
                    </a:lnTo>
                    <a:lnTo>
                      <a:pt x="202"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748854" y="5416527"/>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775372" y="5400881"/>
                <a:ext cx="38080" cy="22491"/>
              </a:xfrm>
              <a:custGeom>
                <a:avLst/>
                <a:gdLst/>
                <a:ahLst/>
                <a:cxnLst/>
                <a:rect l="l" t="t" r="r" b="b"/>
                <a:pathLst>
                  <a:path w="662" h="391" extrusionOk="0">
                    <a:moveTo>
                      <a:pt x="178" y="1"/>
                    </a:moveTo>
                    <a:lnTo>
                      <a:pt x="0" y="107"/>
                    </a:lnTo>
                    <a:lnTo>
                      <a:pt x="473"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5779196" y="5984620"/>
                <a:ext cx="32673" cy="150249"/>
              </a:xfrm>
              <a:custGeom>
                <a:avLst/>
                <a:gdLst/>
                <a:ahLst/>
                <a:cxnLst/>
                <a:rect l="l" t="t" r="r" b="b"/>
                <a:pathLst>
                  <a:path w="568" h="2612" extrusionOk="0">
                    <a:moveTo>
                      <a:pt x="0" y="0"/>
                    </a:moveTo>
                    <a:lnTo>
                      <a:pt x="0" y="2280"/>
                    </a:lnTo>
                    <a:lnTo>
                      <a:pt x="567" y="2611"/>
                    </a:lnTo>
                    <a:lnTo>
                      <a:pt x="567" y="343"/>
                    </a:lnTo>
                    <a:lnTo>
                      <a:pt x="0"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477060" y="5525244"/>
                <a:ext cx="32673" cy="36757"/>
              </a:xfrm>
              <a:custGeom>
                <a:avLst/>
                <a:gdLst/>
                <a:ahLst/>
                <a:cxnLst/>
                <a:rect l="l" t="t" r="r" b="b"/>
                <a:pathLst>
                  <a:path w="568" h="639" extrusionOk="0">
                    <a:moveTo>
                      <a:pt x="0" y="1"/>
                    </a:moveTo>
                    <a:lnTo>
                      <a:pt x="0" y="639"/>
                    </a:lnTo>
                    <a:lnTo>
                      <a:pt x="567" y="308"/>
                    </a:lnTo>
                    <a:lnTo>
                      <a:pt x="0" y="1"/>
                    </a:ln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738672" y="5373730"/>
                <a:ext cx="31292" cy="37447"/>
              </a:xfrm>
              <a:custGeom>
                <a:avLst/>
                <a:gdLst/>
                <a:ahLst/>
                <a:cxnLst/>
                <a:rect l="l" t="t" r="r" b="b"/>
                <a:pathLst>
                  <a:path w="544" h="651" extrusionOk="0">
                    <a:moveTo>
                      <a:pt x="0" y="0"/>
                    </a:moveTo>
                    <a:lnTo>
                      <a:pt x="0" y="650"/>
                    </a:lnTo>
                    <a:lnTo>
                      <a:pt x="544" y="331"/>
                    </a:lnTo>
                    <a:lnTo>
                      <a:pt x="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0" name="Google Shape;4230;p40"/>
            <p:cNvGrpSpPr/>
            <p:nvPr/>
          </p:nvGrpSpPr>
          <p:grpSpPr>
            <a:xfrm>
              <a:off x="6258930" y="813427"/>
              <a:ext cx="642501" cy="606585"/>
              <a:chOff x="-4345070" y="3726402"/>
              <a:chExt cx="642501" cy="606585"/>
            </a:xfrm>
          </p:grpSpPr>
          <p:sp>
            <p:nvSpPr>
              <p:cNvPr id="4231" name="Google Shape;4231;p40"/>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4"/>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4" name="Google Shape;4244;p40"/>
            <p:cNvGrpSpPr/>
            <p:nvPr/>
          </p:nvGrpSpPr>
          <p:grpSpPr>
            <a:xfrm>
              <a:off x="7730346" y="1216362"/>
              <a:ext cx="491637" cy="986062"/>
              <a:chOff x="4225370" y="-782119"/>
              <a:chExt cx="299250" cy="600196"/>
            </a:xfrm>
          </p:grpSpPr>
          <p:sp>
            <p:nvSpPr>
              <p:cNvPr id="4245" name="Google Shape;4245;p40"/>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7" name="Google Shape;4257;p40"/>
            <p:cNvGrpSpPr/>
            <p:nvPr/>
          </p:nvGrpSpPr>
          <p:grpSpPr>
            <a:xfrm>
              <a:off x="5954623" y="2724050"/>
              <a:ext cx="373850" cy="899213"/>
              <a:chOff x="10985382" y="-7411116"/>
              <a:chExt cx="815553" cy="1961633"/>
            </a:xfrm>
          </p:grpSpPr>
          <p:sp>
            <p:nvSpPr>
              <p:cNvPr id="4258" name="Google Shape;4258;p40"/>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11098342" y="-6411694"/>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40"/>
            <p:cNvGrpSpPr/>
            <p:nvPr/>
          </p:nvGrpSpPr>
          <p:grpSpPr>
            <a:xfrm>
              <a:off x="7527910" y="2799450"/>
              <a:ext cx="301969" cy="562336"/>
              <a:chOff x="7686885" y="2546950"/>
              <a:chExt cx="301969" cy="562336"/>
            </a:xfrm>
          </p:grpSpPr>
          <p:sp>
            <p:nvSpPr>
              <p:cNvPr id="4276" name="Google Shape;4276;p40"/>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31D406DE-0B8D-7528-682F-CDC796ED2D5E}"/>
              </a:ext>
            </a:extLst>
          </p:cNvPr>
          <p:cNvPicPr>
            <a:picLocks noChangeAspect="1"/>
          </p:cNvPicPr>
          <p:nvPr/>
        </p:nvPicPr>
        <p:blipFill>
          <a:blip r:embed="rId3"/>
          <a:stretch>
            <a:fillRect/>
          </a:stretch>
        </p:blipFill>
        <p:spPr>
          <a:xfrm>
            <a:off x="399444" y="1158158"/>
            <a:ext cx="4807239" cy="3525228"/>
          </a:xfrm>
          <a:prstGeom prst="rect">
            <a:avLst/>
          </a:prstGeom>
        </p:spPr>
      </p:pic>
    </p:spTree>
    <p:extLst>
      <p:ext uri="{BB962C8B-B14F-4D97-AF65-F5344CB8AC3E}">
        <p14:creationId xmlns:p14="http://schemas.microsoft.com/office/powerpoint/2010/main" val="206465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2" name="Google Shape;3812;p40"/>
          <p:cNvSpPr txBox="1">
            <a:spLocks noGrp="1"/>
          </p:cNvSpPr>
          <p:nvPr>
            <p:ph type="title"/>
          </p:nvPr>
        </p:nvSpPr>
        <p:spPr>
          <a:xfrm>
            <a:off x="931328" y="558218"/>
            <a:ext cx="3715402" cy="7255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SAWTOOTH GENERATOR CIRCUIT</a:t>
            </a:r>
            <a:endParaRPr sz="2400" dirty="0"/>
          </a:p>
        </p:txBody>
      </p:sp>
      <p:grpSp>
        <p:nvGrpSpPr>
          <p:cNvPr id="3815" name="Google Shape;3815;p40"/>
          <p:cNvGrpSpPr/>
          <p:nvPr/>
        </p:nvGrpSpPr>
        <p:grpSpPr>
          <a:xfrm>
            <a:off x="5309625" y="391075"/>
            <a:ext cx="3503100" cy="4383600"/>
            <a:chOff x="5309625" y="391075"/>
            <a:chExt cx="3503100" cy="4383600"/>
          </a:xfrm>
        </p:grpSpPr>
        <p:grpSp>
          <p:nvGrpSpPr>
            <p:cNvPr id="3816" name="Google Shape;3816;p40"/>
            <p:cNvGrpSpPr/>
            <p:nvPr/>
          </p:nvGrpSpPr>
          <p:grpSpPr>
            <a:xfrm>
              <a:off x="5309625" y="391075"/>
              <a:ext cx="3503100" cy="4383600"/>
              <a:chOff x="5309625" y="391075"/>
              <a:chExt cx="3503100" cy="4383600"/>
            </a:xfrm>
          </p:grpSpPr>
          <p:sp>
            <p:nvSpPr>
              <p:cNvPr id="3817" name="Google Shape;3817;p40"/>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8" name="Google Shape;3818;p40"/>
              <p:cNvGrpSpPr/>
              <p:nvPr/>
            </p:nvGrpSpPr>
            <p:grpSpPr>
              <a:xfrm rot="10800000" flipH="1">
                <a:off x="5314549" y="395586"/>
                <a:ext cx="3493047" cy="4375061"/>
                <a:chOff x="697175" y="461850"/>
                <a:chExt cx="1672675" cy="2098250"/>
              </a:xfrm>
            </p:grpSpPr>
            <p:sp>
              <p:nvSpPr>
                <p:cNvPr id="3819" name="Google Shape;3819;p40"/>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0"/>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0"/>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0"/>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0"/>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0"/>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0"/>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0"/>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0"/>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0"/>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0"/>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0"/>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0"/>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0"/>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0"/>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0"/>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0"/>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0"/>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0"/>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0"/>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0"/>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0"/>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0"/>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0"/>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0"/>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0"/>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0"/>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0"/>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0"/>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0"/>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0"/>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0"/>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0"/>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0"/>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0"/>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0"/>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0"/>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0"/>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0"/>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0"/>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0"/>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0"/>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0"/>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0"/>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0"/>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0"/>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0"/>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0"/>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0"/>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0"/>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0"/>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0"/>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0"/>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0"/>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0"/>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0"/>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0"/>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0"/>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0"/>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0"/>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0"/>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0"/>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0"/>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0"/>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0"/>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0"/>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0"/>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0"/>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0"/>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0"/>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0"/>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0"/>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0"/>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0"/>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0"/>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0"/>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0"/>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0"/>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0"/>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0"/>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0"/>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0"/>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0"/>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0"/>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0"/>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0"/>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0"/>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0"/>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0"/>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0"/>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0"/>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0"/>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0"/>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0"/>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0"/>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0"/>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0"/>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0"/>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0"/>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0"/>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0"/>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0"/>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0"/>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0"/>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0"/>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0"/>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0"/>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0"/>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0"/>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0"/>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0"/>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0"/>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0"/>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0"/>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0"/>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0"/>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0"/>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0"/>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0"/>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0"/>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0"/>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0"/>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0"/>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0"/>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0"/>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0"/>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0"/>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0"/>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0"/>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0"/>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0"/>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0"/>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0"/>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0"/>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0"/>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0"/>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0"/>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0"/>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0"/>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0"/>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0"/>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0"/>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0"/>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0"/>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0"/>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0"/>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0"/>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0"/>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0"/>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0"/>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0"/>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0"/>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0"/>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0"/>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0"/>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3" name="Google Shape;4103;p40"/>
            <p:cNvGrpSpPr/>
            <p:nvPr/>
          </p:nvGrpSpPr>
          <p:grpSpPr>
            <a:xfrm>
              <a:off x="6722850" y="1544650"/>
              <a:ext cx="762741" cy="1311760"/>
              <a:chOff x="5309625" y="6138225"/>
              <a:chExt cx="762741" cy="1311760"/>
            </a:xfrm>
          </p:grpSpPr>
          <p:sp>
            <p:nvSpPr>
              <p:cNvPr id="4104" name="Google Shape;4104;p40"/>
              <p:cNvSpPr/>
              <p:nvPr/>
            </p:nvSpPr>
            <p:spPr>
              <a:xfrm>
                <a:off x="5426107" y="6964575"/>
                <a:ext cx="594655" cy="312395"/>
              </a:xfrm>
              <a:custGeom>
                <a:avLst/>
                <a:gdLst/>
                <a:ahLst/>
                <a:cxnLst/>
                <a:rect l="l" t="t" r="r" b="b"/>
                <a:pathLst>
                  <a:path w="7479" h="3929" extrusionOk="0">
                    <a:moveTo>
                      <a:pt x="3724" y="0"/>
                    </a:moveTo>
                    <a:cubicBezTo>
                      <a:pt x="2856" y="0"/>
                      <a:pt x="1991" y="192"/>
                      <a:pt x="1335" y="576"/>
                    </a:cubicBezTo>
                    <a:cubicBezTo>
                      <a:pt x="0" y="1344"/>
                      <a:pt x="12" y="2584"/>
                      <a:pt x="1347" y="3352"/>
                    </a:cubicBezTo>
                    <a:cubicBezTo>
                      <a:pt x="2009" y="3736"/>
                      <a:pt x="2877" y="3928"/>
                      <a:pt x="3745" y="3928"/>
                    </a:cubicBezTo>
                    <a:cubicBezTo>
                      <a:pt x="4613" y="3928"/>
                      <a:pt x="5482" y="3736"/>
                      <a:pt x="6143" y="3352"/>
                    </a:cubicBezTo>
                    <a:cubicBezTo>
                      <a:pt x="7478" y="2584"/>
                      <a:pt x="7455" y="1344"/>
                      <a:pt x="6131" y="576"/>
                    </a:cubicBezTo>
                    <a:cubicBezTo>
                      <a:pt x="5464" y="192"/>
                      <a:pt x="4593" y="0"/>
                      <a:pt x="37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5447734" y="6964575"/>
                <a:ext cx="550448" cy="170787"/>
              </a:xfrm>
              <a:custGeom>
                <a:avLst/>
                <a:gdLst/>
                <a:ahLst/>
                <a:cxnLst/>
                <a:rect l="l" t="t" r="r" b="b"/>
                <a:pathLst>
                  <a:path w="6923" h="2148" extrusionOk="0">
                    <a:moveTo>
                      <a:pt x="3457" y="0"/>
                    </a:moveTo>
                    <a:cubicBezTo>
                      <a:pt x="2590" y="0"/>
                      <a:pt x="1725" y="192"/>
                      <a:pt x="1063" y="576"/>
                    </a:cubicBezTo>
                    <a:cubicBezTo>
                      <a:pt x="319" y="1001"/>
                      <a:pt x="0" y="1568"/>
                      <a:pt x="83" y="2124"/>
                    </a:cubicBezTo>
                    <a:cubicBezTo>
                      <a:pt x="142" y="1687"/>
                      <a:pt x="473" y="1261"/>
                      <a:pt x="1063" y="919"/>
                    </a:cubicBezTo>
                    <a:cubicBezTo>
                      <a:pt x="1719" y="535"/>
                      <a:pt x="2584" y="343"/>
                      <a:pt x="3452" y="343"/>
                    </a:cubicBezTo>
                    <a:cubicBezTo>
                      <a:pt x="4321" y="343"/>
                      <a:pt x="5192" y="535"/>
                      <a:pt x="5859" y="919"/>
                    </a:cubicBezTo>
                    <a:cubicBezTo>
                      <a:pt x="6450" y="1261"/>
                      <a:pt x="6793" y="1698"/>
                      <a:pt x="6852" y="2147"/>
                    </a:cubicBezTo>
                    <a:cubicBezTo>
                      <a:pt x="6923" y="1580"/>
                      <a:pt x="6592" y="1001"/>
                      <a:pt x="5859" y="576"/>
                    </a:cubicBezTo>
                    <a:cubicBezTo>
                      <a:pt x="5192" y="192"/>
                      <a:pt x="4324" y="0"/>
                      <a:pt x="345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5757665" y="7202867"/>
                <a:ext cx="314701" cy="247117"/>
              </a:xfrm>
              <a:custGeom>
                <a:avLst/>
                <a:gdLst/>
                <a:ahLst/>
                <a:cxnLst/>
                <a:rect l="l" t="t" r="r" b="b"/>
                <a:pathLst>
                  <a:path w="3958" h="3108" extrusionOk="0">
                    <a:moveTo>
                      <a:pt x="3958" y="1"/>
                    </a:moveTo>
                    <a:lnTo>
                      <a:pt x="0" y="2293"/>
                    </a:lnTo>
                    <a:lnTo>
                      <a:pt x="0" y="3108"/>
                    </a:lnTo>
                    <a:lnTo>
                      <a:pt x="3958" y="816"/>
                    </a:lnTo>
                    <a:lnTo>
                      <a:pt x="395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5309625" y="7126776"/>
                <a:ext cx="448118" cy="323208"/>
              </a:xfrm>
              <a:custGeom>
                <a:avLst/>
                <a:gdLst/>
                <a:ahLst/>
                <a:cxnLst/>
                <a:rect l="l" t="t" r="r" b="b"/>
                <a:pathLst>
                  <a:path w="5636" h="4065" extrusionOk="0">
                    <a:moveTo>
                      <a:pt x="1" y="1"/>
                    </a:moveTo>
                    <a:lnTo>
                      <a:pt x="1" y="816"/>
                    </a:lnTo>
                    <a:lnTo>
                      <a:pt x="5635" y="4065"/>
                    </a:lnTo>
                    <a:lnTo>
                      <a:pt x="5635" y="325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0"/>
              <p:cNvSpPr/>
              <p:nvPr/>
            </p:nvSpPr>
            <p:spPr>
              <a:xfrm>
                <a:off x="5309625" y="6943664"/>
                <a:ext cx="762739" cy="441519"/>
              </a:xfrm>
              <a:custGeom>
                <a:avLst/>
                <a:gdLst/>
                <a:ahLst/>
                <a:cxnLst/>
                <a:rect l="l" t="t" r="r" b="b"/>
                <a:pathLst>
                  <a:path w="9593" h="5553" extrusionOk="0">
                    <a:moveTo>
                      <a:pt x="3958" y="0"/>
                    </a:moveTo>
                    <a:lnTo>
                      <a:pt x="1" y="2304"/>
                    </a:lnTo>
                    <a:lnTo>
                      <a:pt x="5635" y="5553"/>
                    </a:lnTo>
                    <a:lnTo>
                      <a:pt x="9593" y="3249"/>
                    </a:lnTo>
                    <a:lnTo>
                      <a:pt x="8388" y="697"/>
                    </a:lnTo>
                    <a:lnTo>
                      <a:pt x="6321" y="367"/>
                    </a:lnTo>
                    <a:lnTo>
                      <a:pt x="6321" y="367"/>
                    </a:lnTo>
                    <a:cubicBezTo>
                      <a:pt x="6781" y="461"/>
                      <a:pt x="7207" y="615"/>
                      <a:pt x="7585" y="827"/>
                    </a:cubicBezTo>
                    <a:cubicBezTo>
                      <a:pt x="8908" y="1595"/>
                      <a:pt x="8920" y="2836"/>
                      <a:pt x="7596" y="3603"/>
                    </a:cubicBezTo>
                    <a:cubicBezTo>
                      <a:pt x="6929" y="3987"/>
                      <a:pt x="6061" y="4179"/>
                      <a:pt x="5194" y="4179"/>
                    </a:cubicBezTo>
                    <a:cubicBezTo>
                      <a:pt x="4327" y="4179"/>
                      <a:pt x="3462" y="3987"/>
                      <a:pt x="2800" y="3603"/>
                    </a:cubicBezTo>
                    <a:cubicBezTo>
                      <a:pt x="1465" y="2836"/>
                      <a:pt x="1454" y="1595"/>
                      <a:pt x="2777" y="827"/>
                    </a:cubicBezTo>
                    <a:cubicBezTo>
                      <a:pt x="3440" y="443"/>
                      <a:pt x="4313" y="254"/>
                      <a:pt x="5188" y="254"/>
                    </a:cubicBezTo>
                    <a:cubicBezTo>
                      <a:pt x="5389" y="254"/>
                      <a:pt x="5590" y="264"/>
                      <a:pt x="5789" y="284"/>
                    </a:cubicBezTo>
                    <a:lnTo>
                      <a:pt x="395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0"/>
              <p:cNvSpPr/>
              <p:nvPr/>
            </p:nvSpPr>
            <p:spPr>
              <a:xfrm>
                <a:off x="5466499" y="7097675"/>
                <a:ext cx="349446" cy="220799"/>
              </a:xfrm>
              <a:custGeom>
                <a:avLst/>
                <a:gdLst/>
                <a:ahLst/>
                <a:cxnLst/>
                <a:rect l="l" t="t" r="r" b="b"/>
                <a:pathLst>
                  <a:path w="4395" h="2777" extrusionOk="0">
                    <a:moveTo>
                      <a:pt x="3379" y="1"/>
                    </a:moveTo>
                    <a:lnTo>
                      <a:pt x="331" y="1312"/>
                    </a:lnTo>
                    <a:lnTo>
                      <a:pt x="331" y="1749"/>
                    </a:lnTo>
                    <a:lnTo>
                      <a:pt x="0" y="1950"/>
                    </a:lnTo>
                    <a:lnTo>
                      <a:pt x="1394" y="2777"/>
                    </a:lnTo>
                    <a:lnTo>
                      <a:pt x="1394" y="2316"/>
                    </a:lnTo>
                    <a:lnTo>
                      <a:pt x="4395" y="591"/>
                    </a:lnTo>
                    <a:lnTo>
                      <a:pt x="3379" y="1"/>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0"/>
              <p:cNvSpPr/>
              <p:nvPr/>
            </p:nvSpPr>
            <p:spPr>
              <a:xfrm>
                <a:off x="5466499" y="7201993"/>
                <a:ext cx="26397" cy="50727"/>
              </a:xfrm>
              <a:custGeom>
                <a:avLst/>
                <a:gdLst/>
                <a:ahLst/>
                <a:cxnLst/>
                <a:rect l="l" t="t" r="r" b="b"/>
                <a:pathLst>
                  <a:path w="332" h="638" extrusionOk="0">
                    <a:moveTo>
                      <a:pt x="331" y="0"/>
                    </a:moveTo>
                    <a:lnTo>
                      <a:pt x="0" y="189"/>
                    </a:lnTo>
                    <a:lnTo>
                      <a:pt x="0" y="638"/>
                    </a:lnTo>
                    <a:lnTo>
                      <a:pt x="331" y="437"/>
                    </a:lnTo>
                    <a:lnTo>
                      <a:pt x="331" y="0"/>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0"/>
              <p:cNvSpPr/>
              <p:nvPr/>
            </p:nvSpPr>
            <p:spPr>
              <a:xfrm>
                <a:off x="5470236" y="7041303"/>
                <a:ext cx="513873" cy="222469"/>
              </a:xfrm>
              <a:custGeom>
                <a:avLst/>
                <a:gdLst/>
                <a:ahLst/>
                <a:cxnLst/>
                <a:rect l="l" t="t" r="r" b="b"/>
                <a:pathLst>
                  <a:path w="6463" h="2798" extrusionOk="0">
                    <a:moveTo>
                      <a:pt x="6462" y="25"/>
                    </a:moveTo>
                    <a:lnTo>
                      <a:pt x="6459" y="107"/>
                    </a:lnTo>
                    <a:lnTo>
                      <a:pt x="6459" y="107"/>
                    </a:lnTo>
                    <a:cubicBezTo>
                      <a:pt x="6461" y="80"/>
                      <a:pt x="6462" y="52"/>
                      <a:pt x="6462" y="25"/>
                    </a:cubicBezTo>
                    <a:close/>
                    <a:moveTo>
                      <a:pt x="36" y="1"/>
                    </a:moveTo>
                    <a:lnTo>
                      <a:pt x="1" y="922"/>
                    </a:lnTo>
                    <a:cubicBezTo>
                      <a:pt x="1" y="1419"/>
                      <a:pt x="320" y="1891"/>
                      <a:pt x="957" y="2257"/>
                    </a:cubicBezTo>
                    <a:cubicBezTo>
                      <a:pt x="1589" y="2618"/>
                      <a:pt x="2410" y="2798"/>
                      <a:pt x="3232" y="2798"/>
                    </a:cubicBezTo>
                    <a:cubicBezTo>
                      <a:pt x="4053" y="2798"/>
                      <a:pt x="4874" y="2618"/>
                      <a:pt x="5506" y="2257"/>
                    </a:cubicBezTo>
                    <a:cubicBezTo>
                      <a:pt x="6120" y="1903"/>
                      <a:pt x="6427" y="1430"/>
                      <a:pt x="6427" y="958"/>
                    </a:cubicBezTo>
                    <a:lnTo>
                      <a:pt x="6459" y="107"/>
                    </a:lnTo>
                    <a:lnTo>
                      <a:pt x="6459" y="107"/>
                    </a:lnTo>
                    <a:cubicBezTo>
                      <a:pt x="6425" y="552"/>
                      <a:pt x="6119" y="990"/>
                      <a:pt x="5529" y="1324"/>
                    </a:cubicBezTo>
                    <a:cubicBezTo>
                      <a:pt x="4903" y="1684"/>
                      <a:pt x="4079" y="1865"/>
                      <a:pt x="3255" y="1865"/>
                    </a:cubicBezTo>
                    <a:cubicBezTo>
                      <a:pt x="2431" y="1865"/>
                      <a:pt x="1607" y="1684"/>
                      <a:pt x="981" y="1324"/>
                    </a:cubicBezTo>
                    <a:cubicBezTo>
                      <a:pt x="343" y="958"/>
                      <a:pt x="36" y="474"/>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5792411" y="70432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5662809" y="7185057"/>
                <a:ext cx="130635" cy="78476"/>
              </a:xfrm>
              <a:custGeom>
                <a:avLst/>
                <a:gdLst/>
                <a:ahLst/>
                <a:cxnLst/>
                <a:rect l="l" t="t" r="r" b="b"/>
                <a:pathLst>
                  <a:path w="1643" h="987" extrusionOk="0">
                    <a:moveTo>
                      <a:pt x="36" y="0"/>
                    </a:moveTo>
                    <a:lnTo>
                      <a:pt x="0" y="934"/>
                    </a:lnTo>
                    <a:cubicBezTo>
                      <a:pt x="260" y="969"/>
                      <a:pt x="532" y="987"/>
                      <a:pt x="805" y="987"/>
                    </a:cubicBezTo>
                    <a:cubicBezTo>
                      <a:pt x="1078" y="987"/>
                      <a:pt x="1353" y="969"/>
                      <a:pt x="1619" y="934"/>
                    </a:cubicBezTo>
                    <a:lnTo>
                      <a:pt x="1642" y="0"/>
                    </a:lnTo>
                    <a:lnTo>
                      <a:pt x="1642" y="0"/>
                    </a:lnTo>
                    <a:cubicBezTo>
                      <a:pt x="1377" y="48"/>
                      <a:pt x="1108" y="71"/>
                      <a:pt x="839" y="71"/>
                    </a:cubicBezTo>
                    <a:cubicBezTo>
                      <a:pt x="570" y="71"/>
                      <a:pt x="302" y="48"/>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5527562" y="7135284"/>
                <a:ext cx="138109" cy="124036"/>
              </a:xfrm>
              <a:custGeom>
                <a:avLst/>
                <a:gdLst/>
                <a:ahLst/>
                <a:cxnLst/>
                <a:rect l="l" t="t" r="r" b="b"/>
                <a:pathLst>
                  <a:path w="1737" h="1560" extrusionOk="0">
                    <a:moveTo>
                      <a:pt x="24" y="0"/>
                    </a:moveTo>
                    <a:lnTo>
                      <a:pt x="0" y="922"/>
                    </a:lnTo>
                    <a:cubicBezTo>
                      <a:pt x="71" y="969"/>
                      <a:pt x="142" y="1028"/>
                      <a:pt x="236" y="1075"/>
                    </a:cubicBezTo>
                    <a:cubicBezTo>
                      <a:pt x="662" y="1323"/>
                      <a:pt x="1158" y="1489"/>
                      <a:pt x="1713" y="1560"/>
                    </a:cubicBezTo>
                    <a:lnTo>
                      <a:pt x="1737" y="626"/>
                    </a:lnTo>
                    <a:cubicBezTo>
                      <a:pt x="1193" y="556"/>
                      <a:pt x="685" y="390"/>
                      <a:pt x="260" y="142"/>
                    </a:cubicBezTo>
                    <a:cubicBezTo>
                      <a:pt x="177" y="95"/>
                      <a:pt x="95" y="59"/>
                      <a:pt x="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470236" y="70422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5447734" y="68943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5493691" y="68347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5491291" y="68370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469281" y="6285239"/>
                <a:ext cx="513873" cy="850837"/>
              </a:xfrm>
              <a:custGeom>
                <a:avLst/>
                <a:gdLst/>
                <a:ahLst/>
                <a:cxnLst/>
                <a:rect l="l" t="t" r="r" b="b"/>
                <a:pathLst>
                  <a:path w="6463" h="10701" extrusionOk="0">
                    <a:moveTo>
                      <a:pt x="6463" y="24"/>
                    </a:moveTo>
                    <a:lnTo>
                      <a:pt x="6463" y="32"/>
                    </a:lnTo>
                    <a:lnTo>
                      <a:pt x="6463" y="32"/>
                    </a:lnTo>
                    <a:cubicBezTo>
                      <a:pt x="6463" y="30"/>
                      <a:pt x="6463" y="27"/>
                      <a:pt x="6463" y="24"/>
                    </a:cubicBezTo>
                    <a:close/>
                    <a:moveTo>
                      <a:pt x="36" y="0"/>
                    </a:moveTo>
                    <a:lnTo>
                      <a:pt x="1" y="8825"/>
                    </a:lnTo>
                    <a:cubicBezTo>
                      <a:pt x="1" y="9309"/>
                      <a:pt x="320" y="9782"/>
                      <a:pt x="946" y="10160"/>
                    </a:cubicBezTo>
                    <a:cubicBezTo>
                      <a:pt x="1584" y="10520"/>
                      <a:pt x="2408" y="10700"/>
                      <a:pt x="3229" y="10700"/>
                    </a:cubicBezTo>
                    <a:cubicBezTo>
                      <a:pt x="4050" y="10700"/>
                      <a:pt x="4868" y="10520"/>
                      <a:pt x="5494" y="10160"/>
                    </a:cubicBezTo>
                    <a:cubicBezTo>
                      <a:pt x="6120" y="9805"/>
                      <a:pt x="6427" y="9333"/>
                      <a:pt x="6427" y="8860"/>
                    </a:cubicBezTo>
                    <a:lnTo>
                      <a:pt x="6463" y="32"/>
                    </a:lnTo>
                    <a:lnTo>
                      <a:pt x="6463" y="32"/>
                    </a:lnTo>
                    <a:cubicBezTo>
                      <a:pt x="6459" y="502"/>
                      <a:pt x="6140" y="971"/>
                      <a:pt x="5529" y="1323"/>
                    </a:cubicBezTo>
                    <a:cubicBezTo>
                      <a:pt x="4903" y="1684"/>
                      <a:pt x="4079" y="1864"/>
                      <a:pt x="3255" y="1864"/>
                    </a:cubicBezTo>
                    <a:cubicBezTo>
                      <a:pt x="2431" y="1864"/>
                      <a:pt x="1607" y="1684"/>
                      <a:pt x="981" y="1323"/>
                    </a:cubicBezTo>
                    <a:cubicBezTo>
                      <a:pt x="343" y="957"/>
                      <a:pt x="36" y="47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5445334" y="68966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5791457" y="62871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662809" y="6428915"/>
                <a:ext cx="130635" cy="706923"/>
              </a:xfrm>
              <a:custGeom>
                <a:avLst/>
                <a:gdLst/>
                <a:ahLst/>
                <a:cxnLst/>
                <a:rect l="l" t="t" r="r" b="b"/>
                <a:pathLst>
                  <a:path w="1643" h="8891" extrusionOk="0">
                    <a:moveTo>
                      <a:pt x="36" y="1"/>
                    </a:moveTo>
                    <a:lnTo>
                      <a:pt x="0" y="8837"/>
                    </a:lnTo>
                    <a:cubicBezTo>
                      <a:pt x="260" y="8872"/>
                      <a:pt x="532" y="8890"/>
                      <a:pt x="805" y="8890"/>
                    </a:cubicBezTo>
                    <a:cubicBezTo>
                      <a:pt x="1078" y="8890"/>
                      <a:pt x="1353" y="8872"/>
                      <a:pt x="1619" y="8837"/>
                    </a:cubicBezTo>
                    <a:lnTo>
                      <a:pt x="1642" y="1"/>
                    </a:lnTo>
                    <a:lnTo>
                      <a:pt x="1642" y="1"/>
                    </a:lnTo>
                    <a:cubicBezTo>
                      <a:pt x="1377" y="48"/>
                      <a:pt x="1105" y="72"/>
                      <a:pt x="835" y="72"/>
                    </a:cubicBezTo>
                    <a:cubicBezTo>
                      <a:pt x="564" y="72"/>
                      <a:pt x="296" y="48"/>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527562" y="6378187"/>
                <a:ext cx="137155" cy="753437"/>
              </a:xfrm>
              <a:custGeom>
                <a:avLst/>
                <a:gdLst/>
                <a:ahLst/>
                <a:cxnLst/>
                <a:rect l="l" t="t" r="r" b="b"/>
                <a:pathLst>
                  <a:path w="1725" h="9476" extrusionOk="0">
                    <a:moveTo>
                      <a:pt x="24" y="1"/>
                    </a:moveTo>
                    <a:lnTo>
                      <a:pt x="0" y="8837"/>
                    </a:lnTo>
                    <a:cubicBezTo>
                      <a:pt x="71" y="8884"/>
                      <a:pt x="142" y="8943"/>
                      <a:pt x="236" y="8979"/>
                    </a:cubicBezTo>
                    <a:cubicBezTo>
                      <a:pt x="662" y="9239"/>
                      <a:pt x="1158" y="9392"/>
                      <a:pt x="1713" y="9475"/>
                    </a:cubicBezTo>
                    <a:lnTo>
                      <a:pt x="1725" y="639"/>
                    </a:lnTo>
                    <a:cubicBezTo>
                      <a:pt x="1193" y="568"/>
                      <a:pt x="674" y="403"/>
                      <a:pt x="260" y="154"/>
                    </a:cubicBezTo>
                    <a:cubicBezTo>
                      <a:pt x="177" y="107"/>
                      <a:pt x="95" y="60"/>
                      <a:pt x="2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5469281" y="62861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5445826" y="6138225"/>
                <a:ext cx="562692" cy="295221"/>
              </a:xfrm>
              <a:custGeom>
                <a:avLst/>
                <a:gdLst/>
                <a:ahLst/>
                <a:cxnLst/>
                <a:rect l="l" t="t" r="r" b="b"/>
                <a:pathLst>
                  <a:path w="7077" h="3713" extrusionOk="0">
                    <a:moveTo>
                      <a:pt x="3534" y="1"/>
                    </a:moveTo>
                    <a:cubicBezTo>
                      <a:pt x="2712" y="1"/>
                      <a:pt x="1891" y="184"/>
                      <a:pt x="1264" y="550"/>
                    </a:cubicBezTo>
                    <a:cubicBezTo>
                      <a:pt x="0" y="1271"/>
                      <a:pt x="12" y="2452"/>
                      <a:pt x="1276" y="3172"/>
                    </a:cubicBezTo>
                    <a:cubicBezTo>
                      <a:pt x="1908" y="3533"/>
                      <a:pt x="2732" y="3713"/>
                      <a:pt x="3555" y="3713"/>
                    </a:cubicBezTo>
                    <a:cubicBezTo>
                      <a:pt x="4377" y="3713"/>
                      <a:pt x="5198" y="3533"/>
                      <a:pt x="5824" y="3172"/>
                    </a:cubicBezTo>
                    <a:cubicBezTo>
                      <a:pt x="7077" y="2452"/>
                      <a:pt x="7065" y="1271"/>
                      <a:pt x="5813" y="550"/>
                    </a:cubicBezTo>
                    <a:cubicBezTo>
                      <a:pt x="5181" y="184"/>
                      <a:pt x="4357" y="1"/>
                      <a:pt x="353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5534082" y="6181002"/>
                <a:ext cx="386180" cy="210940"/>
              </a:xfrm>
              <a:custGeom>
                <a:avLst/>
                <a:gdLst/>
                <a:ahLst/>
                <a:cxnLst/>
                <a:rect l="l" t="t" r="r" b="b"/>
                <a:pathLst>
                  <a:path w="4857" h="2653" extrusionOk="0">
                    <a:moveTo>
                      <a:pt x="2429" y="0"/>
                    </a:moveTo>
                    <a:cubicBezTo>
                      <a:pt x="1929" y="0"/>
                      <a:pt x="1430" y="95"/>
                      <a:pt x="1017" y="284"/>
                    </a:cubicBezTo>
                    <a:cubicBezTo>
                      <a:pt x="958" y="319"/>
                      <a:pt x="887" y="366"/>
                      <a:pt x="828" y="390"/>
                    </a:cubicBezTo>
                    <a:cubicBezTo>
                      <a:pt x="781" y="425"/>
                      <a:pt x="722" y="461"/>
                      <a:pt x="674" y="496"/>
                    </a:cubicBezTo>
                    <a:cubicBezTo>
                      <a:pt x="1" y="981"/>
                      <a:pt x="1" y="1666"/>
                      <a:pt x="651" y="2150"/>
                    </a:cubicBezTo>
                    <a:cubicBezTo>
                      <a:pt x="710" y="2186"/>
                      <a:pt x="769" y="2233"/>
                      <a:pt x="828" y="2268"/>
                    </a:cubicBezTo>
                    <a:lnTo>
                      <a:pt x="1005" y="2351"/>
                    </a:lnTo>
                    <a:cubicBezTo>
                      <a:pt x="1424" y="2552"/>
                      <a:pt x="1935" y="2652"/>
                      <a:pt x="2445" y="2652"/>
                    </a:cubicBezTo>
                    <a:cubicBezTo>
                      <a:pt x="2954" y="2652"/>
                      <a:pt x="3462" y="2552"/>
                      <a:pt x="3876" y="2351"/>
                    </a:cubicBezTo>
                    <a:cubicBezTo>
                      <a:pt x="3911" y="2327"/>
                      <a:pt x="3970" y="2292"/>
                      <a:pt x="4029" y="2268"/>
                    </a:cubicBezTo>
                    <a:cubicBezTo>
                      <a:pt x="4088" y="2221"/>
                      <a:pt x="4147" y="2186"/>
                      <a:pt x="4206" y="2150"/>
                    </a:cubicBezTo>
                    <a:cubicBezTo>
                      <a:pt x="4856" y="1666"/>
                      <a:pt x="4856" y="981"/>
                      <a:pt x="4183" y="484"/>
                    </a:cubicBezTo>
                    <a:cubicBezTo>
                      <a:pt x="4136" y="449"/>
                      <a:pt x="4076" y="402"/>
                      <a:pt x="4017" y="378"/>
                    </a:cubicBezTo>
                    <a:lnTo>
                      <a:pt x="3840" y="284"/>
                    </a:lnTo>
                    <a:cubicBezTo>
                      <a:pt x="3427" y="95"/>
                      <a:pt x="2928" y="0"/>
                      <a:pt x="2429"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5612082" y="6219484"/>
                <a:ext cx="256499" cy="148445"/>
              </a:xfrm>
              <a:custGeom>
                <a:avLst/>
                <a:gdLst/>
                <a:ahLst/>
                <a:cxnLst/>
                <a:rect l="l" t="t" r="r" b="b"/>
                <a:pathLst>
                  <a:path w="3226" h="1867" extrusionOk="0">
                    <a:moveTo>
                      <a:pt x="378" y="0"/>
                    </a:moveTo>
                    <a:lnTo>
                      <a:pt x="154" y="83"/>
                    </a:lnTo>
                    <a:cubicBezTo>
                      <a:pt x="95" y="119"/>
                      <a:pt x="59" y="142"/>
                      <a:pt x="0" y="178"/>
                    </a:cubicBezTo>
                    <a:lnTo>
                      <a:pt x="1123" y="827"/>
                    </a:lnTo>
                    <a:lnTo>
                      <a:pt x="1453" y="1028"/>
                    </a:lnTo>
                    <a:lnTo>
                      <a:pt x="2895" y="1867"/>
                    </a:lnTo>
                    <a:cubicBezTo>
                      <a:pt x="2930" y="1843"/>
                      <a:pt x="2989" y="1808"/>
                      <a:pt x="3048" y="1784"/>
                    </a:cubicBezTo>
                    <a:cubicBezTo>
                      <a:pt x="3107" y="1737"/>
                      <a:pt x="3166" y="1702"/>
                      <a:pt x="3225" y="1666"/>
                    </a:cubicBezTo>
                    <a:lnTo>
                      <a:pt x="1796" y="827"/>
                    </a:lnTo>
                    <a:lnTo>
                      <a:pt x="1453" y="615"/>
                    </a:lnTo>
                    <a:lnTo>
                      <a:pt x="37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5585764" y="6215747"/>
                <a:ext cx="266836" cy="151308"/>
              </a:xfrm>
              <a:custGeom>
                <a:avLst/>
                <a:gdLst/>
                <a:ahLst/>
                <a:cxnLst/>
                <a:rect l="l" t="t" r="r" b="b"/>
                <a:pathLst>
                  <a:path w="3356" h="1903" extrusionOk="0">
                    <a:moveTo>
                      <a:pt x="2918" y="0"/>
                    </a:moveTo>
                    <a:lnTo>
                      <a:pt x="1773" y="662"/>
                    </a:lnTo>
                    <a:lnTo>
                      <a:pt x="1430" y="874"/>
                    </a:lnTo>
                    <a:lnTo>
                      <a:pt x="1" y="1701"/>
                    </a:lnTo>
                    <a:cubicBezTo>
                      <a:pt x="60" y="1737"/>
                      <a:pt x="119" y="1784"/>
                      <a:pt x="178" y="1819"/>
                    </a:cubicBezTo>
                    <a:lnTo>
                      <a:pt x="355" y="1902"/>
                    </a:lnTo>
                    <a:lnTo>
                      <a:pt x="1784" y="1075"/>
                    </a:lnTo>
                    <a:lnTo>
                      <a:pt x="2127" y="886"/>
                    </a:lnTo>
                    <a:lnTo>
                      <a:pt x="3356" y="177"/>
                    </a:lnTo>
                    <a:cubicBezTo>
                      <a:pt x="3344" y="177"/>
                      <a:pt x="3320" y="166"/>
                      <a:pt x="3285" y="130"/>
                    </a:cubicBezTo>
                    <a:cubicBezTo>
                      <a:pt x="3178" y="83"/>
                      <a:pt x="3060" y="47"/>
                      <a:pt x="2918"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5789057" y="62894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5538773" y="6183069"/>
                <a:ext cx="367336" cy="139779"/>
              </a:xfrm>
              <a:custGeom>
                <a:avLst/>
                <a:gdLst/>
                <a:ahLst/>
                <a:cxnLst/>
                <a:rect l="l" t="t" r="r" b="b"/>
                <a:pathLst>
                  <a:path w="4620" h="1758" extrusionOk="0">
                    <a:moveTo>
                      <a:pt x="2387" y="1"/>
                    </a:moveTo>
                    <a:cubicBezTo>
                      <a:pt x="1891" y="1"/>
                      <a:pt x="1395" y="98"/>
                      <a:pt x="981" y="293"/>
                    </a:cubicBezTo>
                    <a:cubicBezTo>
                      <a:pt x="922" y="317"/>
                      <a:pt x="840" y="364"/>
                      <a:pt x="781" y="388"/>
                    </a:cubicBezTo>
                    <a:cubicBezTo>
                      <a:pt x="745" y="423"/>
                      <a:pt x="686" y="470"/>
                      <a:pt x="639" y="494"/>
                    </a:cubicBezTo>
                    <a:cubicBezTo>
                      <a:pt x="131" y="848"/>
                      <a:pt x="1" y="1344"/>
                      <a:pt x="249" y="1758"/>
                    </a:cubicBezTo>
                    <a:cubicBezTo>
                      <a:pt x="178" y="1415"/>
                      <a:pt x="344" y="1061"/>
                      <a:pt x="745" y="777"/>
                    </a:cubicBezTo>
                    <a:cubicBezTo>
                      <a:pt x="781" y="730"/>
                      <a:pt x="828" y="707"/>
                      <a:pt x="887" y="671"/>
                    </a:cubicBezTo>
                    <a:cubicBezTo>
                      <a:pt x="946" y="624"/>
                      <a:pt x="1005" y="600"/>
                      <a:pt x="1076" y="565"/>
                    </a:cubicBezTo>
                    <a:cubicBezTo>
                      <a:pt x="1489" y="376"/>
                      <a:pt x="1989" y="281"/>
                      <a:pt x="2488" y="281"/>
                    </a:cubicBezTo>
                    <a:cubicBezTo>
                      <a:pt x="2987" y="281"/>
                      <a:pt x="3486" y="376"/>
                      <a:pt x="3899" y="565"/>
                    </a:cubicBezTo>
                    <a:lnTo>
                      <a:pt x="4077" y="659"/>
                    </a:lnTo>
                    <a:cubicBezTo>
                      <a:pt x="4136" y="683"/>
                      <a:pt x="4195" y="730"/>
                      <a:pt x="4242" y="766"/>
                    </a:cubicBezTo>
                    <a:cubicBezTo>
                      <a:pt x="4419" y="884"/>
                      <a:pt x="4537" y="1014"/>
                      <a:pt x="4620" y="1167"/>
                    </a:cubicBezTo>
                    <a:cubicBezTo>
                      <a:pt x="4584" y="907"/>
                      <a:pt x="4419" y="671"/>
                      <a:pt x="4136" y="482"/>
                    </a:cubicBezTo>
                    <a:cubicBezTo>
                      <a:pt x="4088" y="447"/>
                      <a:pt x="4029" y="411"/>
                      <a:pt x="3970" y="376"/>
                    </a:cubicBezTo>
                    <a:lnTo>
                      <a:pt x="3793" y="293"/>
                    </a:lnTo>
                    <a:cubicBezTo>
                      <a:pt x="3380" y="98"/>
                      <a:pt x="2883" y="1"/>
                      <a:pt x="2387"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5844093" y="6414841"/>
                <a:ext cx="87381" cy="98672"/>
              </a:xfrm>
              <a:custGeom>
                <a:avLst/>
                <a:gdLst/>
                <a:ahLst/>
                <a:cxnLst/>
                <a:rect l="l" t="t" r="r" b="b"/>
                <a:pathLst>
                  <a:path w="1099" h="1241" extrusionOk="0">
                    <a:moveTo>
                      <a:pt x="1087" y="1"/>
                    </a:moveTo>
                    <a:lnTo>
                      <a:pt x="1087" y="8"/>
                    </a:lnTo>
                    <a:lnTo>
                      <a:pt x="1087" y="8"/>
                    </a:lnTo>
                    <a:cubicBezTo>
                      <a:pt x="1091" y="6"/>
                      <a:pt x="1095" y="3"/>
                      <a:pt x="1099" y="1"/>
                    </a:cubicBezTo>
                    <a:close/>
                    <a:moveTo>
                      <a:pt x="1087" y="8"/>
                    </a:moveTo>
                    <a:cubicBezTo>
                      <a:pt x="997" y="67"/>
                      <a:pt x="917" y="145"/>
                      <a:pt x="815" y="201"/>
                    </a:cubicBezTo>
                    <a:cubicBezTo>
                      <a:pt x="579" y="343"/>
                      <a:pt x="296" y="449"/>
                      <a:pt x="0" y="532"/>
                    </a:cubicBezTo>
                    <a:lnTo>
                      <a:pt x="0" y="1241"/>
                    </a:lnTo>
                    <a:cubicBezTo>
                      <a:pt x="284" y="1158"/>
                      <a:pt x="532" y="1040"/>
                      <a:pt x="780" y="922"/>
                    </a:cubicBezTo>
                    <a:cubicBezTo>
                      <a:pt x="898" y="863"/>
                      <a:pt x="1004" y="804"/>
                      <a:pt x="1087" y="757"/>
                    </a:cubicBezTo>
                    <a:lnTo>
                      <a:pt x="1087" y="8"/>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844093" y="6510651"/>
                <a:ext cx="87381" cy="168243"/>
              </a:xfrm>
              <a:custGeom>
                <a:avLst/>
                <a:gdLst/>
                <a:ahLst/>
                <a:cxnLst/>
                <a:rect l="l" t="t" r="r" b="b"/>
                <a:pathLst>
                  <a:path w="1099" h="2116" extrusionOk="0">
                    <a:moveTo>
                      <a:pt x="1099" y="1"/>
                    </a:moveTo>
                    <a:cubicBezTo>
                      <a:pt x="1004" y="36"/>
                      <a:pt x="922" y="95"/>
                      <a:pt x="815" y="154"/>
                    </a:cubicBezTo>
                    <a:cubicBezTo>
                      <a:pt x="579" y="308"/>
                      <a:pt x="296" y="390"/>
                      <a:pt x="0" y="461"/>
                    </a:cubicBezTo>
                    <a:lnTo>
                      <a:pt x="0" y="2115"/>
                    </a:lnTo>
                    <a:cubicBezTo>
                      <a:pt x="296" y="2032"/>
                      <a:pt x="555" y="1926"/>
                      <a:pt x="815" y="1784"/>
                    </a:cubicBezTo>
                    <a:cubicBezTo>
                      <a:pt x="922" y="1725"/>
                      <a:pt x="1004" y="1666"/>
                      <a:pt x="1099" y="1595"/>
                    </a:cubicBezTo>
                    <a:lnTo>
                      <a:pt x="1099"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47281" y="6698534"/>
                <a:ext cx="62018" cy="364474"/>
              </a:xfrm>
              <a:custGeom>
                <a:avLst/>
                <a:gdLst/>
                <a:ahLst/>
                <a:cxnLst/>
                <a:rect l="l" t="t" r="r" b="b"/>
                <a:pathLst>
                  <a:path w="780" h="4584" extrusionOk="0">
                    <a:moveTo>
                      <a:pt x="0" y="0"/>
                    </a:moveTo>
                    <a:lnTo>
                      <a:pt x="0" y="4135"/>
                    </a:lnTo>
                    <a:lnTo>
                      <a:pt x="780" y="4584"/>
                    </a:lnTo>
                    <a:lnTo>
                      <a:pt x="780" y="449"/>
                    </a:lnTo>
                    <a:lnTo>
                      <a:pt x="0" y="0"/>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547281" y="6626179"/>
                <a:ext cx="62018" cy="91198"/>
              </a:xfrm>
              <a:custGeom>
                <a:avLst/>
                <a:gdLst/>
                <a:ahLst/>
                <a:cxnLst/>
                <a:rect l="l" t="t" r="r" b="b"/>
                <a:pathLst>
                  <a:path w="780" h="1147" extrusionOk="0">
                    <a:moveTo>
                      <a:pt x="0" y="1"/>
                    </a:moveTo>
                    <a:lnTo>
                      <a:pt x="0" y="686"/>
                    </a:lnTo>
                    <a:lnTo>
                      <a:pt x="780" y="1146"/>
                    </a:lnTo>
                    <a:lnTo>
                      <a:pt x="780" y="449"/>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5547281" y="6444896"/>
                <a:ext cx="62018" cy="202989"/>
              </a:xfrm>
              <a:custGeom>
                <a:avLst/>
                <a:gdLst/>
                <a:ahLst/>
                <a:cxnLst/>
                <a:rect l="l" t="t" r="r" b="b"/>
                <a:pathLst>
                  <a:path w="780" h="2553" extrusionOk="0">
                    <a:moveTo>
                      <a:pt x="0" y="1"/>
                    </a:moveTo>
                    <a:lnTo>
                      <a:pt x="0" y="2092"/>
                    </a:lnTo>
                    <a:lnTo>
                      <a:pt x="780" y="2552"/>
                    </a:lnTo>
                    <a:lnTo>
                      <a:pt x="780" y="438"/>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5790011" y="70455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5467836" y="70445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5466881" y="62884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9" name="Google Shape;4139;p40"/>
            <p:cNvGrpSpPr/>
            <p:nvPr/>
          </p:nvGrpSpPr>
          <p:grpSpPr>
            <a:xfrm>
              <a:off x="7236625" y="3453800"/>
              <a:ext cx="1314274" cy="809400"/>
              <a:chOff x="5522300" y="5335650"/>
              <a:chExt cx="1314274" cy="809400"/>
            </a:xfrm>
          </p:grpSpPr>
          <p:sp>
            <p:nvSpPr>
              <p:cNvPr id="4140" name="Google Shape;4140;p40"/>
              <p:cNvSpPr/>
              <p:nvPr/>
            </p:nvSpPr>
            <p:spPr>
              <a:xfrm>
                <a:off x="5522300" y="5959482"/>
                <a:ext cx="311312" cy="185568"/>
              </a:xfrm>
              <a:custGeom>
                <a:avLst/>
                <a:gdLst/>
                <a:ahLst/>
                <a:cxnLst/>
                <a:rect l="l" t="t" r="r" b="b"/>
                <a:pathLst>
                  <a:path w="5412" h="3226" extrusionOk="0">
                    <a:moveTo>
                      <a:pt x="2730" y="0"/>
                    </a:moveTo>
                    <a:lnTo>
                      <a:pt x="1" y="1512"/>
                    </a:lnTo>
                    <a:lnTo>
                      <a:pt x="3108" y="3225"/>
                    </a:lnTo>
                    <a:lnTo>
                      <a:pt x="5033" y="3048"/>
                    </a:lnTo>
                    <a:lnTo>
                      <a:pt x="5411" y="1855"/>
                    </a:lnTo>
                    <a:lnTo>
                      <a:pt x="273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728491" y="5355380"/>
                <a:ext cx="8858" cy="72076"/>
              </a:xfrm>
              <a:custGeom>
                <a:avLst/>
                <a:gdLst/>
                <a:ahLst/>
                <a:cxnLst/>
                <a:rect l="l" t="t" r="r" b="b"/>
                <a:pathLst>
                  <a:path w="154" h="1253" extrusionOk="0">
                    <a:moveTo>
                      <a:pt x="154" y="0"/>
                    </a:moveTo>
                    <a:lnTo>
                      <a:pt x="0" y="83"/>
                    </a:lnTo>
                    <a:lnTo>
                      <a:pt x="0" y="1253"/>
                    </a:lnTo>
                    <a:lnTo>
                      <a:pt x="154" y="1170"/>
                    </a:lnTo>
                    <a:lnTo>
                      <a:pt x="154"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5720753" y="5941133"/>
                <a:ext cx="66611" cy="169231"/>
              </a:xfrm>
              <a:custGeom>
                <a:avLst/>
                <a:gdLst/>
                <a:ahLst/>
                <a:cxnLst/>
                <a:rect l="l" t="t" r="r" b="b"/>
                <a:pathLst>
                  <a:path w="1158" h="2942" extrusionOk="0">
                    <a:moveTo>
                      <a:pt x="0" y="0"/>
                    </a:moveTo>
                    <a:lnTo>
                      <a:pt x="0" y="2280"/>
                    </a:lnTo>
                    <a:lnTo>
                      <a:pt x="1158" y="2942"/>
                    </a:lnTo>
                    <a:lnTo>
                      <a:pt x="1158" y="674"/>
                    </a:lnTo>
                    <a:lnTo>
                      <a:pt x="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679279" y="5926867"/>
                <a:ext cx="33363" cy="150191"/>
              </a:xfrm>
              <a:custGeom>
                <a:avLst/>
                <a:gdLst/>
                <a:ahLst/>
                <a:cxnLst/>
                <a:rect l="l" t="t" r="r" b="b"/>
                <a:pathLst>
                  <a:path w="580" h="2611" extrusionOk="0">
                    <a:moveTo>
                      <a:pt x="1" y="0"/>
                    </a:moveTo>
                    <a:lnTo>
                      <a:pt x="1" y="2280"/>
                    </a:lnTo>
                    <a:lnTo>
                      <a:pt x="579" y="2611"/>
                    </a:lnTo>
                    <a:lnTo>
                      <a:pt x="579" y="343"/>
                    </a:lnTo>
                    <a:lnTo>
                      <a:pt x="1"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5712585" y="5941133"/>
                <a:ext cx="8226" cy="135926"/>
              </a:xfrm>
              <a:custGeom>
                <a:avLst/>
                <a:gdLst/>
                <a:ahLst/>
                <a:cxnLst/>
                <a:rect l="l" t="t" r="r" b="b"/>
                <a:pathLst>
                  <a:path w="143" h="2363" extrusionOk="0">
                    <a:moveTo>
                      <a:pt x="142" y="0"/>
                    </a:moveTo>
                    <a:lnTo>
                      <a:pt x="0" y="95"/>
                    </a:lnTo>
                    <a:lnTo>
                      <a:pt x="0" y="2363"/>
                    </a:lnTo>
                    <a:lnTo>
                      <a:pt x="142" y="2280"/>
                    </a:lnTo>
                    <a:lnTo>
                      <a:pt x="142"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5811811" y="5413133"/>
                <a:ext cx="1024763" cy="721735"/>
              </a:xfrm>
              <a:custGeom>
                <a:avLst/>
                <a:gdLst/>
                <a:ahLst/>
                <a:cxnLst/>
                <a:rect l="l" t="t" r="r" b="b"/>
                <a:pathLst>
                  <a:path w="17815" h="12547" extrusionOk="0">
                    <a:moveTo>
                      <a:pt x="17815" y="0"/>
                    </a:moveTo>
                    <a:lnTo>
                      <a:pt x="0" y="10278"/>
                    </a:lnTo>
                    <a:lnTo>
                      <a:pt x="0" y="12546"/>
                    </a:lnTo>
                    <a:lnTo>
                      <a:pt x="17815" y="2257"/>
                    </a:lnTo>
                    <a:lnTo>
                      <a:pt x="17815"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5679279" y="5335650"/>
                <a:ext cx="1157295" cy="668699"/>
              </a:xfrm>
              <a:custGeom>
                <a:avLst/>
                <a:gdLst/>
                <a:ahLst/>
                <a:cxnLst/>
                <a:rect l="l" t="t" r="r" b="b"/>
                <a:pathLst>
                  <a:path w="20119" h="11625" extrusionOk="0">
                    <a:moveTo>
                      <a:pt x="17815" y="1"/>
                    </a:moveTo>
                    <a:lnTo>
                      <a:pt x="1" y="10278"/>
                    </a:lnTo>
                    <a:lnTo>
                      <a:pt x="579" y="10621"/>
                    </a:lnTo>
                    <a:lnTo>
                      <a:pt x="721" y="10526"/>
                    </a:lnTo>
                    <a:lnTo>
                      <a:pt x="1879" y="11200"/>
                    </a:lnTo>
                    <a:lnTo>
                      <a:pt x="1737" y="11282"/>
                    </a:lnTo>
                    <a:lnTo>
                      <a:pt x="2304" y="11625"/>
                    </a:lnTo>
                    <a:lnTo>
                      <a:pt x="20119" y="1347"/>
                    </a:lnTo>
                    <a:lnTo>
                      <a:pt x="19540" y="1005"/>
                    </a:lnTo>
                    <a:lnTo>
                      <a:pt x="19398" y="1099"/>
                    </a:lnTo>
                    <a:lnTo>
                      <a:pt x="18240" y="426"/>
                    </a:lnTo>
                    <a:lnTo>
                      <a:pt x="18394" y="343"/>
                    </a:lnTo>
                    <a:lnTo>
                      <a:pt x="17815" y="1"/>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5747213" y="5525244"/>
                <a:ext cx="762518" cy="439012"/>
              </a:xfrm>
              <a:custGeom>
                <a:avLst/>
                <a:gdLst/>
                <a:ahLst/>
                <a:cxnLst/>
                <a:rect l="l" t="t" r="r" b="b"/>
                <a:pathLst>
                  <a:path w="13256" h="7632" extrusionOk="0">
                    <a:moveTo>
                      <a:pt x="12688" y="1"/>
                    </a:moveTo>
                    <a:lnTo>
                      <a:pt x="1" y="7313"/>
                    </a:lnTo>
                    <a:lnTo>
                      <a:pt x="568" y="7632"/>
                    </a:lnTo>
                    <a:lnTo>
                      <a:pt x="12688" y="639"/>
                    </a:lnTo>
                    <a:lnTo>
                      <a:pt x="13255" y="308"/>
                    </a:lnTo>
                    <a:lnTo>
                      <a:pt x="12688" y="1"/>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519166" y="5373730"/>
                <a:ext cx="250798" cy="145474"/>
              </a:xfrm>
              <a:custGeom>
                <a:avLst/>
                <a:gdLst/>
                <a:ahLst/>
                <a:cxnLst/>
                <a:rect l="l" t="t" r="r" b="b"/>
                <a:pathLst>
                  <a:path w="4360" h="2529" extrusionOk="0">
                    <a:moveTo>
                      <a:pt x="3816" y="0"/>
                    </a:moveTo>
                    <a:lnTo>
                      <a:pt x="1" y="2209"/>
                    </a:lnTo>
                    <a:lnTo>
                      <a:pt x="556" y="2528"/>
                    </a:lnTo>
                    <a:lnTo>
                      <a:pt x="3816" y="650"/>
                    </a:lnTo>
                    <a:lnTo>
                      <a:pt x="4360" y="331"/>
                    </a:lnTo>
                    <a:lnTo>
                      <a:pt x="3816"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5707810" y="5916685"/>
                <a:ext cx="38137" cy="22434"/>
              </a:xfrm>
              <a:custGeom>
                <a:avLst/>
                <a:gdLst/>
                <a:ahLst/>
                <a:cxnLst/>
                <a:rect l="l" t="t" r="r" b="b"/>
                <a:pathLst>
                  <a:path w="663" h="390" extrusionOk="0">
                    <a:moveTo>
                      <a:pt x="178" y="0"/>
                    </a:moveTo>
                    <a:lnTo>
                      <a:pt x="1" y="106"/>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5732948" y="5901730"/>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5759466" y="5886774"/>
                <a:ext cx="38137" cy="22491"/>
              </a:xfrm>
              <a:custGeom>
                <a:avLst/>
                <a:gdLst/>
                <a:ahLst/>
                <a:cxnLst/>
                <a:rect l="l" t="t" r="r" b="b"/>
                <a:pathLst>
                  <a:path w="663" h="391" extrusionOk="0">
                    <a:moveTo>
                      <a:pt x="178" y="0"/>
                    </a:moveTo>
                    <a:lnTo>
                      <a:pt x="1" y="107"/>
                    </a:lnTo>
                    <a:lnTo>
                      <a:pt x="473"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5784603" y="5871818"/>
                <a:ext cx="38137" cy="21801"/>
              </a:xfrm>
              <a:custGeom>
                <a:avLst/>
                <a:gdLst/>
                <a:ahLst/>
                <a:cxnLst/>
                <a:rect l="l" t="t" r="r" b="b"/>
                <a:pathLst>
                  <a:path w="663" h="379" extrusionOk="0">
                    <a:moveTo>
                      <a:pt x="201" y="0"/>
                    </a:moveTo>
                    <a:lnTo>
                      <a:pt x="1" y="107"/>
                    </a:lnTo>
                    <a:lnTo>
                      <a:pt x="497" y="378"/>
                    </a:lnTo>
                    <a:lnTo>
                      <a:pt x="662"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5810431" y="5857552"/>
                <a:ext cx="38770" cy="21801"/>
              </a:xfrm>
              <a:custGeom>
                <a:avLst/>
                <a:gdLst/>
                <a:ahLst/>
                <a:cxnLst/>
                <a:rect l="l" t="t" r="r" b="b"/>
                <a:pathLst>
                  <a:path w="674"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5836948" y="5841906"/>
                <a:ext cx="38080" cy="22491"/>
              </a:xfrm>
              <a:custGeom>
                <a:avLst/>
                <a:gdLst/>
                <a:ahLst/>
                <a:cxnLst/>
                <a:rect l="l" t="t" r="r" b="b"/>
                <a:pathLst>
                  <a:path w="662" h="391" extrusionOk="0">
                    <a:moveTo>
                      <a:pt x="177" y="1"/>
                    </a:moveTo>
                    <a:lnTo>
                      <a:pt x="0" y="107"/>
                    </a:lnTo>
                    <a:lnTo>
                      <a:pt x="473" y="390"/>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5862086" y="5827640"/>
                <a:ext cx="38080" cy="21801"/>
              </a:xfrm>
              <a:custGeom>
                <a:avLst/>
                <a:gdLst/>
                <a:ahLst/>
                <a:cxnLst/>
                <a:rect l="l" t="t" r="r" b="b"/>
                <a:pathLst>
                  <a:path w="662" h="379" extrusionOk="0">
                    <a:moveTo>
                      <a:pt x="189" y="1"/>
                    </a:moveTo>
                    <a:lnTo>
                      <a:pt x="0" y="107"/>
                    </a:lnTo>
                    <a:lnTo>
                      <a:pt x="485" y="379"/>
                    </a:lnTo>
                    <a:lnTo>
                      <a:pt x="662"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5887913" y="5811994"/>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5913741" y="5797038"/>
                <a:ext cx="38770" cy="23182"/>
              </a:xfrm>
              <a:custGeom>
                <a:avLst/>
                <a:gdLst/>
                <a:ahLst/>
                <a:cxnLst/>
                <a:rect l="l" t="t" r="r" b="b"/>
                <a:pathLst>
                  <a:path w="674" h="403" extrusionOk="0">
                    <a:moveTo>
                      <a:pt x="177" y="1"/>
                    </a:moveTo>
                    <a:lnTo>
                      <a:pt x="0" y="119"/>
                    </a:lnTo>
                    <a:lnTo>
                      <a:pt x="484" y="403"/>
                    </a:lnTo>
                    <a:lnTo>
                      <a:pt x="674"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5939569" y="5782773"/>
                <a:ext cx="38770" cy="21801"/>
              </a:xfrm>
              <a:custGeom>
                <a:avLst/>
                <a:gdLst/>
                <a:ahLst/>
                <a:cxnLst/>
                <a:rect l="l" t="t" r="r" b="b"/>
                <a:pathLst>
                  <a:path w="674" h="379" extrusionOk="0">
                    <a:moveTo>
                      <a:pt x="189" y="1"/>
                    </a:moveTo>
                    <a:lnTo>
                      <a:pt x="0" y="95"/>
                    </a:lnTo>
                    <a:lnTo>
                      <a:pt x="484" y="379"/>
                    </a:lnTo>
                    <a:lnTo>
                      <a:pt x="673" y="273"/>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5964706" y="5767184"/>
                <a:ext cx="39460" cy="23124"/>
              </a:xfrm>
              <a:custGeom>
                <a:avLst/>
                <a:gdLst/>
                <a:ahLst/>
                <a:cxnLst/>
                <a:rect l="l" t="t" r="r" b="b"/>
                <a:pathLst>
                  <a:path w="686" h="402" extrusionOk="0">
                    <a:moveTo>
                      <a:pt x="189" y="0"/>
                    </a:moveTo>
                    <a:lnTo>
                      <a:pt x="0" y="118"/>
                    </a:lnTo>
                    <a:lnTo>
                      <a:pt x="484" y="402"/>
                    </a:lnTo>
                    <a:lnTo>
                      <a:pt x="685"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5991166" y="5752919"/>
                <a:ext cx="38137" cy="21801"/>
              </a:xfrm>
              <a:custGeom>
                <a:avLst/>
                <a:gdLst/>
                <a:ahLst/>
                <a:cxnLst/>
                <a:rect l="l" t="t" r="r" b="b"/>
                <a:pathLst>
                  <a:path w="663" h="379" extrusionOk="0">
                    <a:moveTo>
                      <a:pt x="178" y="0"/>
                    </a:moveTo>
                    <a:lnTo>
                      <a:pt x="1" y="106"/>
                    </a:lnTo>
                    <a:lnTo>
                      <a:pt x="485"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6016994" y="5737273"/>
                <a:ext cx="38828" cy="23182"/>
              </a:xfrm>
              <a:custGeom>
                <a:avLst/>
                <a:gdLst/>
                <a:ahLst/>
                <a:cxnLst/>
                <a:rect l="l" t="t" r="r" b="b"/>
                <a:pathLst>
                  <a:path w="675" h="403" extrusionOk="0">
                    <a:moveTo>
                      <a:pt x="190" y="0"/>
                    </a:moveTo>
                    <a:lnTo>
                      <a:pt x="1" y="119"/>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042131" y="5723007"/>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068649" y="5708051"/>
                <a:ext cx="38137" cy="22491"/>
              </a:xfrm>
              <a:custGeom>
                <a:avLst/>
                <a:gdLst/>
                <a:ahLst/>
                <a:cxnLst/>
                <a:rect l="l" t="t" r="r" b="b"/>
                <a:pathLst>
                  <a:path w="663" h="391" extrusionOk="0">
                    <a:moveTo>
                      <a:pt x="178" y="0"/>
                    </a:moveTo>
                    <a:lnTo>
                      <a:pt x="1" y="119"/>
                    </a:lnTo>
                    <a:lnTo>
                      <a:pt x="485" y="390"/>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093787" y="5693095"/>
                <a:ext cx="39460" cy="22491"/>
              </a:xfrm>
              <a:custGeom>
                <a:avLst/>
                <a:gdLst/>
                <a:ahLst/>
                <a:cxnLst/>
                <a:rect l="l" t="t" r="r" b="b"/>
                <a:pathLst>
                  <a:path w="686" h="391" extrusionOk="0">
                    <a:moveTo>
                      <a:pt x="201" y="1"/>
                    </a:moveTo>
                    <a:lnTo>
                      <a:pt x="1" y="107"/>
                    </a:lnTo>
                    <a:lnTo>
                      <a:pt x="497" y="390"/>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120305" y="5678139"/>
                <a:ext cx="38080" cy="23182"/>
              </a:xfrm>
              <a:custGeom>
                <a:avLst/>
                <a:gdLst/>
                <a:ahLst/>
                <a:cxnLst/>
                <a:rect l="l" t="t" r="r" b="b"/>
                <a:pathLst>
                  <a:path w="662" h="403" extrusionOk="0">
                    <a:moveTo>
                      <a:pt x="178" y="1"/>
                    </a:moveTo>
                    <a:lnTo>
                      <a:pt x="0" y="119"/>
                    </a:lnTo>
                    <a:lnTo>
                      <a:pt x="473" y="402"/>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145442" y="5663874"/>
                <a:ext cx="38770" cy="21801"/>
              </a:xfrm>
              <a:custGeom>
                <a:avLst/>
                <a:gdLst/>
                <a:ahLst/>
                <a:cxnLst/>
                <a:rect l="l" t="t" r="r" b="b"/>
                <a:pathLst>
                  <a:path w="674" h="379" extrusionOk="0">
                    <a:moveTo>
                      <a:pt x="201" y="1"/>
                    </a:moveTo>
                    <a:lnTo>
                      <a:pt x="0" y="95"/>
                    </a:lnTo>
                    <a:lnTo>
                      <a:pt x="497" y="379"/>
                    </a:lnTo>
                    <a:lnTo>
                      <a:pt x="674" y="272"/>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171270" y="5648228"/>
                <a:ext cx="39460" cy="22491"/>
              </a:xfrm>
              <a:custGeom>
                <a:avLst/>
                <a:gdLst/>
                <a:ahLst/>
                <a:cxnLst/>
                <a:rect l="l" t="t" r="r" b="b"/>
                <a:pathLst>
                  <a:path w="686" h="391" extrusionOk="0">
                    <a:moveTo>
                      <a:pt x="189" y="1"/>
                    </a:moveTo>
                    <a:lnTo>
                      <a:pt x="0" y="107"/>
                    </a:lnTo>
                    <a:lnTo>
                      <a:pt x="485" y="391"/>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197787" y="5633962"/>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222925" y="5618373"/>
                <a:ext cx="38770" cy="22434"/>
              </a:xfrm>
              <a:custGeom>
                <a:avLst/>
                <a:gdLst/>
                <a:ahLst/>
                <a:cxnLst/>
                <a:rect l="l" t="t" r="r" b="b"/>
                <a:pathLst>
                  <a:path w="674" h="390" extrusionOk="0">
                    <a:moveTo>
                      <a:pt x="201" y="0"/>
                    </a:moveTo>
                    <a:lnTo>
                      <a:pt x="0" y="106"/>
                    </a:lnTo>
                    <a:lnTo>
                      <a:pt x="496" y="390"/>
                    </a:lnTo>
                    <a:lnTo>
                      <a:pt x="674"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248752" y="5604050"/>
                <a:ext cx="38770" cy="22491"/>
              </a:xfrm>
              <a:custGeom>
                <a:avLst/>
                <a:gdLst/>
                <a:ahLst/>
                <a:cxnLst/>
                <a:rect l="l" t="t" r="r" b="b"/>
                <a:pathLst>
                  <a:path w="674" h="391" extrusionOk="0">
                    <a:moveTo>
                      <a:pt x="189" y="1"/>
                    </a:moveTo>
                    <a:lnTo>
                      <a:pt x="0" y="107"/>
                    </a:lnTo>
                    <a:lnTo>
                      <a:pt x="484" y="391"/>
                    </a:lnTo>
                    <a:lnTo>
                      <a:pt x="673" y="285"/>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275213" y="5589152"/>
                <a:ext cx="38137" cy="21801"/>
              </a:xfrm>
              <a:custGeom>
                <a:avLst/>
                <a:gdLst/>
                <a:ahLst/>
                <a:cxnLst/>
                <a:rect l="l" t="t" r="r" b="b"/>
                <a:pathLst>
                  <a:path w="663" h="379" extrusionOk="0">
                    <a:moveTo>
                      <a:pt x="178" y="0"/>
                    </a:moveTo>
                    <a:lnTo>
                      <a:pt x="1" y="95"/>
                    </a:lnTo>
                    <a:lnTo>
                      <a:pt x="485"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300350" y="5574196"/>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326178" y="5559240"/>
                <a:ext cx="38828" cy="21801"/>
              </a:xfrm>
              <a:custGeom>
                <a:avLst/>
                <a:gdLst/>
                <a:ahLst/>
                <a:cxnLst/>
                <a:rect l="l" t="t" r="r" b="b"/>
                <a:pathLst>
                  <a:path w="675" h="379" extrusionOk="0">
                    <a:moveTo>
                      <a:pt x="190" y="0"/>
                    </a:moveTo>
                    <a:lnTo>
                      <a:pt x="1" y="107"/>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352005" y="5544975"/>
                <a:ext cx="38828" cy="21801"/>
              </a:xfrm>
              <a:custGeom>
                <a:avLst/>
                <a:gdLst/>
                <a:ahLst/>
                <a:cxnLst/>
                <a:rect l="l" t="t" r="r" b="b"/>
                <a:pathLst>
                  <a:path w="675" h="379" extrusionOk="0">
                    <a:moveTo>
                      <a:pt x="178" y="0"/>
                    </a:moveTo>
                    <a:lnTo>
                      <a:pt x="1" y="95"/>
                    </a:lnTo>
                    <a:lnTo>
                      <a:pt x="497" y="378"/>
                    </a:lnTo>
                    <a:lnTo>
                      <a:pt x="674" y="260"/>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377833" y="5529328"/>
                <a:ext cx="38770" cy="22491"/>
              </a:xfrm>
              <a:custGeom>
                <a:avLst/>
                <a:gdLst/>
                <a:ahLst/>
                <a:cxnLst/>
                <a:rect l="l" t="t" r="r" b="b"/>
                <a:pathLst>
                  <a:path w="674" h="391" extrusionOk="0">
                    <a:moveTo>
                      <a:pt x="190" y="1"/>
                    </a:moveTo>
                    <a:lnTo>
                      <a:pt x="1"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404351" y="5514373"/>
                <a:ext cx="38080" cy="22491"/>
              </a:xfrm>
              <a:custGeom>
                <a:avLst/>
                <a:gdLst/>
                <a:ahLst/>
                <a:cxnLst/>
                <a:rect l="l" t="t" r="r" b="b"/>
                <a:pathLst>
                  <a:path w="662" h="391" extrusionOk="0">
                    <a:moveTo>
                      <a:pt x="177" y="1"/>
                    </a:moveTo>
                    <a:lnTo>
                      <a:pt x="0" y="119"/>
                    </a:lnTo>
                    <a:lnTo>
                      <a:pt x="473" y="390"/>
                    </a:lnTo>
                    <a:lnTo>
                      <a:pt x="662" y="272"/>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429488" y="5499417"/>
                <a:ext cx="38080" cy="22491"/>
              </a:xfrm>
              <a:custGeom>
                <a:avLst/>
                <a:gdLst/>
                <a:ahLst/>
                <a:cxnLst/>
                <a:rect l="l" t="t" r="r" b="b"/>
                <a:pathLst>
                  <a:path w="662" h="391" extrusionOk="0">
                    <a:moveTo>
                      <a:pt x="178" y="1"/>
                    </a:moveTo>
                    <a:lnTo>
                      <a:pt x="0" y="107"/>
                    </a:lnTo>
                    <a:lnTo>
                      <a:pt x="485"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455316" y="548446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481144" y="5470195"/>
                <a:ext cx="38080" cy="21801"/>
              </a:xfrm>
              <a:custGeom>
                <a:avLst/>
                <a:gdLst/>
                <a:ahLst/>
                <a:cxnLst/>
                <a:rect l="l" t="t" r="r" b="b"/>
                <a:pathLst>
                  <a:path w="662" h="379" extrusionOk="0">
                    <a:moveTo>
                      <a:pt x="177" y="1"/>
                    </a:moveTo>
                    <a:lnTo>
                      <a:pt x="0" y="95"/>
                    </a:lnTo>
                    <a:lnTo>
                      <a:pt x="473" y="379"/>
                    </a:lnTo>
                    <a:lnTo>
                      <a:pt x="662" y="273"/>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506971" y="5454607"/>
                <a:ext cx="38080" cy="23124"/>
              </a:xfrm>
              <a:custGeom>
                <a:avLst/>
                <a:gdLst/>
                <a:ahLst/>
                <a:cxnLst/>
                <a:rect l="l" t="t" r="r" b="b"/>
                <a:pathLst>
                  <a:path w="662" h="402" extrusionOk="0">
                    <a:moveTo>
                      <a:pt x="189" y="0"/>
                    </a:moveTo>
                    <a:lnTo>
                      <a:pt x="0" y="118"/>
                    </a:lnTo>
                    <a:lnTo>
                      <a:pt x="484" y="402"/>
                    </a:lnTo>
                    <a:lnTo>
                      <a:pt x="662"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532109" y="5440341"/>
                <a:ext cx="39460" cy="21801"/>
              </a:xfrm>
              <a:custGeom>
                <a:avLst/>
                <a:gdLst/>
                <a:ahLst/>
                <a:cxnLst/>
                <a:rect l="l" t="t" r="r" b="b"/>
                <a:pathLst>
                  <a:path w="686" h="379" extrusionOk="0">
                    <a:moveTo>
                      <a:pt x="201" y="0"/>
                    </a:moveTo>
                    <a:lnTo>
                      <a:pt x="0" y="106"/>
                    </a:lnTo>
                    <a:lnTo>
                      <a:pt x="496" y="378"/>
                    </a:lnTo>
                    <a:lnTo>
                      <a:pt x="685"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558569" y="5424695"/>
                <a:ext cx="38137" cy="23124"/>
              </a:xfrm>
              <a:custGeom>
                <a:avLst/>
                <a:gdLst/>
                <a:ahLst/>
                <a:cxnLst/>
                <a:rect l="l" t="t" r="r" b="b"/>
                <a:pathLst>
                  <a:path w="663" h="402" extrusionOk="0">
                    <a:moveTo>
                      <a:pt x="178" y="0"/>
                    </a:moveTo>
                    <a:lnTo>
                      <a:pt x="1" y="118"/>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584397" y="5410429"/>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609534" y="5395473"/>
                <a:ext cx="39518" cy="22491"/>
              </a:xfrm>
              <a:custGeom>
                <a:avLst/>
                <a:gdLst/>
                <a:ahLst/>
                <a:cxnLst/>
                <a:rect l="l" t="t" r="r" b="b"/>
                <a:pathLst>
                  <a:path w="687" h="391" extrusionOk="0">
                    <a:moveTo>
                      <a:pt x="190" y="0"/>
                    </a:moveTo>
                    <a:lnTo>
                      <a:pt x="1" y="118"/>
                    </a:lnTo>
                    <a:lnTo>
                      <a:pt x="485" y="390"/>
                    </a:lnTo>
                    <a:lnTo>
                      <a:pt x="686"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636052" y="5380518"/>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6661189" y="5365562"/>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6687017" y="5351296"/>
                <a:ext cx="38770" cy="21801"/>
              </a:xfrm>
              <a:custGeom>
                <a:avLst/>
                <a:gdLst/>
                <a:ahLst/>
                <a:cxnLst/>
                <a:rect l="l" t="t" r="r" b="b"/>
                <a:pathLst>
                  <a:path w="674" h="379" extrusionOk="0">
                    <a:moveTo>
                      <a:pt x="190" y="0"/>
                    </a:moveTo>
                    <a:lnTo>
                      <a:pt x="1" y="95"/>
                    </a:lnTo>
                    <a:lnTo>
                      <a:pt x="485" y="379"/>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94784" y="5966960"/>
                <a:ext cx="38828" cy="23124"/>
              </a:xfrm>
              <a:custGeom>
                <a:avLst/>
                <a:gdLst/>
                <a:ahLst/>
                <a:cxnLst/>
                <a:rect l="l" t="t" r="r" b="b"/>
                <a:pathLst>
                  <a:path w="675" h="402" extrusionOk="0">
                    <a:moveTo>
                      <a:pt x="190" y="0"/>
                    </a:moveTo>
                    <a:lnTo>
                      <a:pt x="1" y="118"/>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820612" y="5952695"/>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847130" y="5937048"/>
                <a:ext cx="38080" cy="22491"/>
              </a:xfrm>
              <a:custGeom>
                <a:avLst/>
                <a:gdLst/>
                <a:ahLst/>
                <a:cxnLst/>
                <a:rect l="l" t="t" r="r" b="b"/>
                <a:pathLst>
                  <a:path w="662" h="391" extrusionOk="0">
                    <a:moveTo>
                      <a:pt x="166" y="0"/>
                    </a:moveTo>
                    <a:lnTo>
                      <a:pt x="0" y="107"/>
                    </a:lnTo>
                    <a:lnTo>
                      <a:pt x="485" y="390"/>
                    </a:lnTo>
                    <a:lnTo>
                      <a:pt x="662" y="284"/>
                    </a:lnTo>
                    <a:lnTo>
                      <a:pt x="166"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872267" y="5922783"/>
                <a:ext cx="39460" cy="21801"/>
              </a:xfrm>
              <a:custGeom>
                <a:avLst/>
                <a:gdLst/>
                <a:ahLst/>
                <a:cxnLst/>
                <a:rect l="l" t="t" r="r" b="b"/>
                <a:pathLst>
                  <a:path w="686" h="379" extrusionOk="0">
                    <a:moveTo>
                      <a:pt x="190" y="0"/>
                    </a:moveTo>
                    <a:lnTo>
                      <a:pt x="1" y="107"/>
                    </a:lnTo>
                    <a:lnTo>
                      <a:pt x="485" y="378"/>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898095" y="5907137"/>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923923" y="5892871"/>
                <a:ext cx="38770" cy="22491"/>
              </a:xfrm>
              <a:custGeom>
                <a:avLst/>
                <a:gdLst/>
                <a:ahLst/>
                <a:cxnLst/>
                <a:rect l="l" t="t" r="r" b="b"/>
                <a:pathLst>
                  <a:path w="674" h="391" extrusionOk="0">
                    <a:moveTo>
                      <a:pt x="178" y="1"/>
                    </a:moveTo>
                    <a:lnTo>
                      <a:pt x="0" y="107"/>
                    </a:lnTo>
                    <a:lnTo>
                      <a:pt x="497" y="390"/>
                    </a:lnTo>
                    <a:lnTo>
                      <a:pt x="674"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949750" y="5877915"/>
                <a:ext cx="38770" cy="21801"/>
              </a:xfrm>
              <a:custGeom>
                <a:avLst/>
                <a:gdLst/>
                <a:ahLst/>
                <a:cxnLst/>
                <a:rect l="l" t="t" r="r" b="b"/>
                <a:pathLst>
                  <a:path w="674" h="379" extrusionOk="0">
                    <a:moveTo>
                      <a:pt x="189" y="1"/>
                    </a:moveTo>
                    <a:lnTo>
                      <a:pt x="0" y="95"/>
                    </a:lnTo>
                    <a:lnTo>
                      <a:pt x="485" y="379"/>
                    </a:lnTo>
                    <a:lnTo>
                      <a:pt x="674" y="272"/>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974888" y="5862959"/>
                <a:ext cx="39460" cy="22491"/>
              </a:xfrm>
              <a:custGeom>
                <a:avLst/>
                <a:gdLst/>
                <a:ahLst/>
                <a:cxnLst/>
                <a:rect l="l" t="t" r="r" b="b"/>
                <a:pathLst>
                  <a:path w="686" h="391" extrusionOk="0">
                    <a:moveTo>
                      <a:pt x="201" y="1"/>
                    </a:moveTo>
                    <a:lnTo>
                      <a:pt x="0" y="107"/>
                    </a:lnTo>
                    <a:lnTo>
                      <a:pt x="496" y="391"/>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6001405" y="5848003"/>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6026543" y="5833738"/>
                <a:ext cx="39460" cy="21801"/>
              </a:xfrm>
              <a:custGeom>
                <a:avLst/>
                <a:gdLst/>
                <a:ahLst/>
                <a:cxnLst/>
                <a:rect l="l" t="t" r="r" b="b"/>
                <a:pathLst>
                  <a:path w="686" h="379" extrusionOk="0">
                    <a:moveTo>
                      <a:pt x="201" y="1"/>
                    </a:moveTo>
                    <a:lnTo>
                      <a:pt x="0" y="95"/>
                    </a:lnTo>
                    <a:lnTo>
                      <a:pt x="496" y="379"/>
                    </a:lnTo>
                    <a:lnTo>
                      <a:pt x="685" y="261"/>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6053003" y="5818149"/>
                <a:ext cx="38828" cy="22434"/>
              </a:xfrm>
              <a:custGeom>
                <a:avLst/>
                <a:gdLst/>
                <a:ahLst/>
                <a:cxnLst/>
                <a:rect l="l" t="t" r="r" b="b"/>
                <a:pathLst>
                  <a:path w="675" h="390" extrusionOk="0">
                    <a:moveTo>
                      <a:pt x="178" y="0"/>
                    </a:moveTo>
                    <a:lnTo>
                      <a:pt x="1" y="106"/>
                    </a:lnTo>
                    <a:lnTo>
                      <a:pt x="473" y="390"/>
                    </a:lnTo>
                    <a:lnTo>
                      <a:pt x="674"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6078831" y="5803193"/>
                <a:ext cx="38137" cy="22491"/>
              </a:xfrm>
              <a:custGeom>
                <a:avLst/>
                <a:gdLst/>
                <a:ahLst/>
                <a:cxnLst/>
                <a:rect l="l" t="t" r="r" b="b"/>
                <a:pathLst>
                  <a:path w="663" h="391" extrusionOk="0">
                    <a:moveTo>
                      <a:pt x="190" y="0"/>
                    </a:moveTo>
                    <a:lnTo>
                      <a:pt x="1" y="118"/>
                    </a:lnTo>
                    <a:lnTo>
                      <a:pt x="485" y="390"/>
                    </a:lnTo>
                    <a:lnTo>
                      <a:pt x="662"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6103968" y="5788238"/>
                <a:ext cx="39518" cy="22491"/>
              </a:xfrm>
              <a:custGeom>
                <a:avLst/>
                <a:gdLst/>
                <a:ahLst/>
                <a:cxnLst/>
                <a:rect l="l" t="t" r="r" b="b"/>
                <a:pathLst>
                  <a:path w="687" h="391" extrusionOk="0">
                    <a:moveTo>
                      <a:pt x="202" y="0"/>
                    </a:moveTo>
                    <a:lnTo>
                      <a:pt x="1" y="107"/>
                    </a:lnTo>
                    <a:lnTo>
                      <a:pt x="497" y="390"/>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6130486" y="5773282"/>
                <a:ext cx="38137" cy="23182"/>
              </a:xfrm>
              <a:custGeom>
                <a:avLst/>
                <a:gdLst/>
                <a:ahLst/>
                <a:cxnLst/>
                <a:rect l="l" t="t" r="r" b="b"/>
                <a:pathLst>
                  <a:path w="663" h="403" extrusionOk="0">
                    <a:moveTo>
                      <a:pt x="178" y="0"/>
                    </a:moveTo>
                    <a:lnTo>
                      <a:pt x="1" y="119"/>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6156314" y="5759016"/>
                <a:ext cx="38080" cy="21801"/>
              </a:xfrm>
              <a:custGeom>
                <a:avLst/>
                <a:gdLst/>
                <a:ahLst/>
                <a:cxnLst/>
                <a:rect l="l" t="t" r="r" b="b"/>
                <a:pathLst>
                  <a:path w="662" h="379" extrusionOk="0">
                    <a:moveTo>
                      <a:pt x="189" y="0"/>
                    </a:moveTo>
                    <a:lnTo>
                      <a:pt x="0" y="95"/>
                    </a:lnTo>
                    <a:lnTo>
                      <a:pt x="485" y="378"/>
                    </a:lnTo>
                    <a:lnTo>
                      <a:pt x="662"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6181451" y="5743370"/>
                <a:ext cx="39460" cy="23182"/>
              </a:xfrm>
              <a:custGeom>
                <a:avLst/>
                <a:gdLst/>
                <a:ahLst/>
                <a:cxnLst/>
                <a:rect l="l" t="t" r="r" b="b"/>
                <a:pathLst>
                  <a:path w="686" h="403" extrusionOk="0">
                    <a:moveTo>
                      <a:pt x="190" y="1"/>
                    </a:moveTo>
                    <a:lnTo>
                      <a:pt x="1" y="119"/>
                    </a:lnTo>
                    <a:lnTo>
                      <a:pt x="485" y="402"/>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6207969" y="5729104"/>
                <a:ext cx="38080" cy="21801"/>
              </a:xfrm>
              <a:custGeom>
                <a:avLst/>
                <a:gdLst/>
                <a:ahLst/>
                <a:cxnLst/>
                <a:rect l="l" t="t" r="r" b="b"/>
                <a:pathLst>
                  <a:path w="662" h="379" extrusionOk="0">
                    <a:moveTo>
                      <a:pt x="177" y="1"/>
                    </a:moveTo>
                    <a:lnTo>
                      <a:pt x="0" y="107"/>
                    </a:lnTo>
                    <a:lnTo>
                      <a:pt x="485"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6233106" y="5713458"/>
                <a:ext cx="39460" cy="23182"/>
              </a:xfrm>
              <a:custGeom>
                <a:avLst/>
                <a:gdLst/>
                <a:ahLst/>
                <a:cxnLst/>
                <a:rect l="l" t="t" r="r" b="b"/>
                <a:pathLst>
                  <a:path w="686" h="403" extrusionOk="0">
                    <a:moveTo>
                      <a:pt x="201" y="1"/>
                    </a:moveTo>
                    <a:lnTo>
                      <a:pt x="0" y="119"/>
                    </a:lnTo>
                    <a:lnTo>
                      <a:pt x="497" y="403"/>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6258934" y="5699193"/>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6285394" y="5684237"/>
                <a:ext cx="38137" cy="21801"/>
              </a:xfrm>
              <a:custGeom>
                <a:avLst/>
                <a:gdLst/>
                <a:ahLst/>
                <a:cxnLst/>
                <a:rect l="l" t="t" r="r" b="b"/>
                <a:pathLst>
                  <a:path w="663" h="379" extrusionOk="0">
                    <a:moveTo>
                      <a:pt x="178" y="1"/>
                    </a:moveTo>
                    <a:lnTo>
                      <a:pt x="1" y="119"/>
                    </a:lnTo>
                    <a:lnTo>
                      <a:pt x="485" y="379"/>
                    </a:lnTo>
                    <a:lnTo>
                      <a:pt x="663" y="273"/>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6310589" y="5669338"/>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6336359" y="5654383"/>
                <a:ext cx="38828" cy="21801"/>
              </a:xfrm>
              <a:custGeom>
                <a:avLst/>
                <a:gdLst/>
                <a:ahLst/>
                <a:cxnLst/>
                <a:rect l="l" t="t" r="r" b="b"/>
                <a:pathLst>
                  <a:path w="675" h="379" extrusionOk="0">
                    <a:moveTo>
                      <a:pt x="190" y="0"/>
                    </a:moveTo>
                    <a:lnTo>
                      <a:pt x="1" y="106"/>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362187" y="5640117"/>
                <a:ext cx="38137" cy="21801"/>
              </a:xfrm>
              <a:custGeom>
                <a:avLst/>
                <a:gdLst/>
                <a:ahLst/>
                <a:cxnLst/>
                <a:rect l="l" t="t" r="r" b="b"/>
                <a:pathLst>
                  <a:path w="663" h="379" extrusionOk="0">
                    <a:moveTo>
                      <a:pt x="178" y="0"/>
                    </a:moveTo>
                    <a:lnTo>
                      <a:pt x="1" y="95"/>
                    </a:lnTo>
                    <a:lnTo>
                      <a:pt x="497"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388015" y="5624471"/>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414532" y="5610205"/>
                <a:ext cx="38137" cy="21801"/>
              </a:xfrm>
              <a:custGeom>
                <a:avLst/>
                <a:gdLst/>
                <a:ahLst/>
                <a:cxnLst/>
                <a:rect l="l" t="t" r="r" b="b"/>
                <a:pathLst>
                  <a:path w="663" h="379" extrusionOk="0">
                    <a:moveTo>
                      <a:pt x="178" y="0"/>
                    </a:moveTo>
                    <a:lnTo>
                      <a:pt x="0" y="107"/>
                    </a:lnTo>
                    <a:lnTo>
                      <a:pt x="473"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439670" y="5594559"/>
                <a:ext cx="38137" cy="22491"/>
              </a:xfrm>
              <a:custGeom>
                <a:avLst/>
                <a:gdLst/>
                <a:ahLst/>
                <a:cxnLst/>
                <a:rect l="l" t="t" r="r" b="b"/>
                <a:pathLst>
                  <a:path w="663" h="391" extrusionOk="0">
                    <a:moveTo>
                      <a:pt x="190" y="1"/>
                    </a:moveTo>
                    <a:lnTo>
                      <a:pt x="1" y="107"/>
                    </a:lnTo>
                    <a:lnTo>
                      <a:pt x="485" y="390"/>
                    </a:lnTo>
                    <a:lnTo>
                      <a:pt x="662"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465497" y="5580293"/>
                <a:ext cx="38770" cy="22491"/>
              </a:xfrm>
              <a:custGeom>
                <a:avLst/>
                <a:gdLst/>
                <a:ahLst/>
                <a:cxnLst/>
                <a:rect l="l" t="t" r="r" b="b"/>
                <a:pathLst>
                  <a:path w="674" h="391" extrusionOk="0">
                    <a:moveTo>
                      <a:pt x="190" y="1"/>
                    </a:moveTo>
                    <a:lnTo>
                      <a:pt x="0"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491325" y="5565338"/>
                <a:ext cx="38770" cy="21801"/>
              </a:xfrm>
              <a:custGeom>
                <a:avLst/>
                <a:gdLst/>
                <a:ahLst/>
                <a:cxnLst/>
                <a:rect l="l" t="t" r="r" b="b"/>
                <a:pathLst>
                  <a:path w="674" h="379" extrusionOk="0">
                    <a:moveTo>
                      <a:pt x="178" y="1"/>
                    </a:moveTo>
                    <a:lnTo>
                      <a:pt x="0" y="95"/>
                    </a:lnTo>
                    <a:lnTo>
                      <a:pt x="485" y="379"/>
                    </a:lnTo>
                    <a:lnTo>
                      <a:pt x="674" y="272"/>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517153" y="554969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542290" y="5535426"/>
                <a:ext cx="39460" cy="21801"/>
              </a:xfrm>
              <a:custGeom>
                <a:avLst/>
                <a:gdLst/>
                <a:ahLst/>
                <a:cxnLst/>
                <a:rect l="l" t="t" r="r" b="b"/>
                <a:pathLst>
                  <a:path w="686" h="379" extrusionOk="0">
                    <a:moveTo>
                      <a:pt x="189" y="1"/>
                    </a:moveTo>
                    <a:lnTo>
                      <a:pt x="0" y="107"/>
                    </a:lnTo>
                    <a:lnTo>
                      <a:pt x="485" y="379"/>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568808" y="5519837"/>
                <a:ext cx="38080" cy="23124"/>
              </a:xfrm>
              <a:custGeom>
                <a:avLst/>
                <a:gdLst/>
                <a:ahLst/>
                <a:cxnLst/>
                <a:rect l="l" t="t" r="r" b="b"/>
                <a:pathLst>
                  <a:path w="662" h="402" extrusionOk="0">
                    <a:moveTo>
                      <a:pt x="177" y="0"/>
                    </a:moveTo>
                    <a:lnTo>
                      <a:pt x="0" y="118"/>
                    </a:lnTo>
                    <a:lnTo>
                      <a:pt x="484" y="402"/>
                    </a:lnTo>
                    <a:lnTo>
                      <a:pt x="662" y="284"/>
                    </a:lnTo>
                    <a:lnTo>
                      <a:pt x="177"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6594636" y="5505572"/>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6619773" y="5490616"/>
                <a:ext cx="39460" cy="22491"/>
              </a:xfrm>
              <a:custGeom>
                <a:avLst/>
                <a:gdLst/>
                <a:ahLst/>
                <a:cxnLst/>
                <a:rect l="l" t="t" r="r" b="b"/>
                <a:pathLst>
                  <a:path w="686" h="391" extrusionOk="0">
                    <a:moveTo>
                      <a:pt x="189" y="0"/>
                    </a:moveTo>
                    <a:lnTo>
                      <a:pt x="0" y="118"/>
                    </a:lnTo>
                    <a:lnTo>
                      <a:pt x="484" y="390"/>
                    </a:lnTo>
                    <a:lnTo>
                      <a:pt x="685"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6646233" y="5475660"/>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671371" y="5460704"/>
                <a:ext cx="39518" cy="23182"/>
              </a:xfrm>
              <a:custGeom>
                <a:avLst/>
                <a:gdLst/>
                <a:ahLst/>
                <a:cxnLst/>
                <a:rect l="l" t="t" r="r" b="b"/>
                <a:pathLst>
                  <a:path w="687" h="403" extrusionOk="0">
                    <a:moveTo>
                      <a:pt x="202" y="0"/>
                    </a:moveTo>
                    <a:lnTo>
                      <a:pt x="1" y="119"/>
                    </a:lnTo>
                    <a:lnTo>
                      <a:pt x="497" y="402"/>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697889" y="5446438"/>
                <a:ext cx="38137" cy="21801"/>
              </a:xfrm>
              <a:custGeom>
                <a:avLst/>
                <a:gdLst/>
                <a:ahLst/>
                <a:cxnLst/>
                <a:rect l="l" t="t" r="r" b="b"/>
                <a:pathLst>
                  <a:path w="663" h="379" extrusionOk="0">
                    <a:moveTo>
                      <a:pt x="178" y="0"/>
                    </a:moveTo>
                    <a:lnTo>
                      <a:pt x="1" y="95"/>
                    </a:lnTo>
                    <a:lnTo>
                      <a:pt x="473"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723026" y="5430792"/>
                <a:ext cx="38828" cy="23182"/>
              </a:xfrm>
              <a:custGeom>
                <a:avLst/>
                <a:gdLst/>
                <a:ahLst/>
                <a:cxnLst/>
                <a:rect l="l" t="t" r="r" b="b"/>
                <a:pathLst>
                  <a:path w="675" h="403" extrusionOk="0">
                    <a:moveTo>
                      <a:pt x="202" y="1"/>
                    </a:moveTo>
                    <a:lnTo>
                      <a:pt x="1" y="119"/>
                    </a:lnTo>
                    <a:lnTo>
                      <a:pt x="497" y="402"/>
                    </a:lnTo>
                    <a:lnTo>
                      <a:pt x="674" y="284"/>
                    </a:lnTo>
                    <a:lnTo>
                      <a:pt x="202"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748854" y="5416527"/>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775372" y="5400881"/>
                <a:ext cx="38080" cy="22491"/>
              </a:xfrm>
              <a:custGeom>
                <a:avLst/>
                <a:gdLst/>
                <a:ahLst/>
                <a:cxnLst/>
                <a:rect l="l" t="t" r="r" b="b"/>
                <a:pathLst>
                  <a:path w="662" h="391" extrusionOk="0">
                    <a:moveTo>
                      <a:pt x="178" y="1"/>
                    </a:moveTo>
                    <a:lnTo>
                      <a:pt x="0" y="107"/>
                    </a:lnTo>
                    <a:lnTo>
                      <a:pt x="473"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5779196" y="5984620"/>
                <a:ext cx="32673" cy="150249"/>
              </a:xfrm>
              <a:custGeom>
                <a:avLst/>
                <a:gdLst/>
                <a:ahLst/>
                <a:cxnLst/>
                <a:rect l="l" t="t" r="r" b="b"/>
                <a:pathLst>
                  <a:path w="568" h="2612" extrusionOk="0">
                    <a:moveTo>
                      <a:pt x="0" y="0"/>
                    </a:moveTo>
                    <a:lnTo>
                      <a:pt x="0" y="2280"/>
                    </a:lnTo>
                    <a:lnTo>
                      <a:pt x="567" y="2611"/>
                    </a:lnTo>
                    <a:lnTo>
                      <a:pt x="567" y="343"/>
                    </a:lnTo>
                    <a:lnTo>
                      <a:pt x="0"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477060" y="5525244"/>
                <a:ext cx="32673" cy="36757"/>
              </a:xfrm>
              <a:custGeom>
                <a:avLst/>
                <a:gdLst/>
                <a:ahLst/>
                <a:cxnLst/>
                <a:rect l="l" t="t" r="r" b="b"/>
                <a:pathLst>
                  <a:path w="568" h="639" extrusionOk="0">
                    <a:moveTo>
                      <a:pt x="0" y="1"/>
                    </a:moveTo>
                    <a:lnTo>
                      <a:pt x="0" y="639"/>
                    </a:lnTo>
                    <a:lnTo>
                      <a:pt x="567" y="308"/>
                    </a:lnTo>
                    <a:lnTo>
                      <a:pt x="0" y="1"/>
                    </a:ln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738672" y="5373730"/>
                <a:ext cx="31292" cy="37447"/>
              </a:xfrm>
              <a:custGeom>
                <a:avLst/>
                <a:gdLst/>
                <a:ahLst/>
                <a:cxnLst/>
                <a:rect l="l" t="t" r="r" b="b"/>
                <a:pathLst>
                  <a:path w="544" h="651" extrusionOk="0">
                    <a:moveTo>
                      <a:pt x="0" y="0"/>
                    </a:moveTo>
                    <a:lnTo>
                      <a:pt x="0" y="650"/>
                    </a:lnTo>
                    <a:lnTo>
                      <a:pt x="544" y="331"/>
                    </a:lnTo>
                    <a:lnTo>
                      <a:pt x="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0" name="Google Shape;4230;p40"/>
            <p:cNvGrpSpPr/>
            <p:nvPr/>
          </p:nvGrpSpPr>
          <p:grpSpPr>
            <a:xfrm>
              <a:off x="6258930" y="813427"/>
              <a:ext cx="642501" cy="606585"/>
              <a:chOff x="-4345070" y="3726402"/>
              <a:chExt cx="642501" cy="606585"/>
            </a:xfrm>
          </p:grpSpPr>
          <p:sp>
            <p:nvSpPr>
              <p:cNvPr id="4231" name="Google Shape;4231;p40"/>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4"/>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4" name="Google Shape;4244;p40"/>
            <p:cNvGrpSpPr/>
            <p:nvPr/>
          </p:nvGrpSpPr>
          <p:grpSpPr>
            <a:xfrm>
              <a:off x="7730346" y="1216362"/>
              <a:ext cx="491637" cy="986062"/>
              <a:chOff x="4225370" y="-782119"/>
              <a:chExt cx="299250" cy="600196"/>
            </a:xfrm>
          </p:grpSpPr>
          <p:sp>
            <p:nvSpPr>
              <p:cNvPr id="4245" name="Google Shape;4245;p40"/>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7" name="Google Shape;4257;p40"/>
            <p:cNvGrpSpPr/>
            <p:nvPr/>
          </p:nvGrpSpPr>
          <p:grpSpPr>
            <a:xfrm>
              <a:off x="5954623" y="2724050"/>
              <a:ext cx="373850" cy="899213"/>
              <a:chOff x="10985382" y="-7411116"/>
              <a:chExt cx="815553" cy="1961633"/>
            </a:xfrm>
          </p:grpSpPr>
          <p:sp>
            <p:nvSpPr>
              <p:cNvPr id="4258" name="Google Shape;4258;p40"/>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11098342" y="-6411694"/>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40"/>
            <p:cNvGrpSpPr/>
            <p:nvPr/>
          </p:nvGrpSpPr>
          <p:grpSpPr>
            <a:xfrm>
              <a:off x="7527910" y="2799450"/>
              <a:ext cx="301969" cy="562336"/>
              <a:chOff x="7686885" y="2546950"/>
              <a:chExt cx="301969" cy="562336"/>
            </a:xfrm>
          </p:grpSpPr>
          <p:sp>
            <p:nvSpPr>
              <p:cNvPr id="4276" name="Google Shape;4276;p40"/>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26" name="Picture 2">
            <a:extLst>
              <a:ext uri="{FF2B5EF4-FFF2-40B4-BE49-F238E27FC236}">
                <a16:creationId xmlns:a16="http://schemas.microsoft.com/office/drawing/2014/main" id="{B4C1E3C0-ED6F-ED4E-F32F-A24563968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210" y="1378294"/>
            <a:ext cx="4616372" cy="3122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81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11"/>
        <p:cNvGrpSpPr/>
        <p:nvPr/>
      </p:nvGrpSpPr>
      <p:grpSpPr>
        <a:xfrm>
          <a:off x="0" y="0"/>
          <a:ext cx="0" cy="0"/>
          <a:chOff x="0" y="0"/>
          <a:chExt cx="0" cy="0"/>
        </a:xfrm>
      </p:grpSpPr>
      <p:sp>
        <p:nvSpPr>
          <p:cNvPr id="3812" name="Google Shape;3812;p40"/>
          <p:cNvSpPr txBox="1">
            <a:spLocks noGrp="1"/>
          </p:cNvSpPr>
          <p:nvPr>
            <p:ph type="title"/>
          </p:nvPr>
        </p:nvSpPr>
        <p:spPr>
          <a:xfrm>
            <a:off x="931328" y="558218"/>
            <a:ext cx="3715402" cy="7255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t>GAIN STAGE AND AMPLITUDE CONTROL</a:t>
            </a:r>
            <a:endParaRPr sz="2400" dirty="0"/>
          </a:p>
        </p:txBody>
      </p:sp>
      <p:grpSp>
        <p:nvGrpSpPr>
          <p:cNvPr id="3815" name="Google Shape;3815;p40"/>
          <p:cNvGrpSpPr/>
          <p:nvPr/>
        </p:nvGrpSpPr>
        <p:grpSpPr>
          <a:xfrm>
            <a:off x="6090419" y="563962"/>
            <a:ext cx="3503100" cy="4383600"/>
            <a:chOff x="5309625" y="391075"/>
            <a:chExt cx="3503100" cy="4383600"/>
          </a:xfrm>
        </p:grpSpPr>
        <p:grpSp>
          <p:nvGrpSpPr>
            <p:cNvPr id="3816" name="Google Shape;3816;p40"/>
            <p:cNvGrpSpPr/>
            <p:nvPr/>
          </p:nvGrpSpPr>
          <p:grpSpPr>
            <a:xfrm>
              <a:off x="5309625" y="391075"/>
              <a:ext cx="3503100" cy="4383600"/>
              <a:chOff x="5309625" y="391075"/>
              <a:chExt cx="3503100" cy="4383600"/>
            </a:xfrm>
          </p:grpSpPr>
          <p:sp>
            <p:nvSpPr>
              <p:cNvPr id="3817" name="Google Shape;3817;p40"/>
              <p:cNvSpPr/>
              <p:nvPr/>
            </p:nvSpPr>
            <p:spPr>
              <a:xfrm>
                <a:off x="5309625" y="391075"/>
                <a:ext cx="35031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8" name="Google Shape;3818;p40"/>
              <p:cNvGrpSpPr/>
              <p:nvPr/>
            </p:nvGrpSpPr>
            <p:grpSpPr>
              <a:xfrm rot="10800000" flipH="1">
                <a:off x="5314549" y="395586"/>
                <a:ext cx="3493047" cy="4375061"/>
                <a:chOff x="697175" y="461850"/>
                <a:chExt cx="1672675" cy="2098250"/>
              </a:xfrm>
            </p:grpSpPr>
            <p:sp>
              <p:nvSpPr>
                <p:cNvPr id="3819" name="Google Shape;3819;p40"/>
                <p:cNvSpPr/>
                <p:nvPr/>
              </p:nvSpPr>
              <p:spPr>
                <a:xfrm>
                  <a:off x="1341150" y="2552100"/>
                  <a:ext cx="18000" cy="6525"/>
                </a:xfrm>
                <a:custGeom>
                  <a:avLst/>
                  <a:gdLst/>
                  <a:ahLst/>
                  <a:cxnLst/>
                  <a:rect l="l" t="t" r="r" b="b"/>
                  <a:pathLst>
                    <a:path w="720" h="261" extrusionOk="0">
                      <a:moveTo>
                        <a:pt x="191" y="0"/>
                      </a:moveTo>
                      <a:cubicBezTo>
                        <a:pt x="127" y="0"/>
                        <a:pt x="62" y="9"/>
                        <a:pt x="0" y="27"/>
                      </a:cubicBezTo>
                      <a:lnTo>
                        <a:pt x="292" y="203"/>
                      </a:lnTo>
                      <a:cubicBezTo>
                        <a:pt x="311" y="222"/>
                        <a:pt x="331" y="241"/>
                        <a:pt x="331" y="261"/>
                      </a:cubicBezTo>
                      <a:lnTo>
                        <a:pt x="720" y="261"/>
                      </a:lnTo>
                      <a:cubicBezTo>
                        <a:pt x="700" y="222"/>
                        <a:pt x="662" y="144"/>
                        <a:pt x="584" y="105"/>
                      </a:cubicBezTo>
                      <a:cubicBezTo>
                        <a:pt x="465" y="39"/>
                        <a:pt x="328" y="0"/>
                        <a:pt x="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0"/>
                <p:cNvSpPr/>
                <p:nvPr/>
              </p:nvSpPr>
              <p:spPr>
                <a:xfrm>
                  <a:off x="1332375" y="2556175"/>
                  <a:ext cx="6350" cy="3425"/>
                </a:xfrm>
                <a:custGeom>
                  <a:avLst/>
                  <a:gdLst/>
                  <a:ahLst/>
                  <a:cxnLst/>
                  <a:rect l="l" t="t" r="r" b="b"/>
                  <a:pathLst>
                    <a:path w="254" h="137" extrusionOk="0">
                      <a:moveTo>
                        <a:pt x="59" y="1"/>
                      </a:moveTo>
                      <a:cubicBezTo>
                        <a:pt x="40" y="59"/>
                        <a:pt x="40" y="78"/>
                        <a:pt x="1" y="137"/>
                      </a:cubicBezTo>
                      <a:lnTo>
                        <a:pt x="254" y="137"/>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0"/>
                <p:cNvSpPr/>
                <p:nvPr/>
              </p:nvSpPr>
              <p:spPr>
                <a:xfrm>
                  <a:off x="1223925" y="2494400"/>
                  <a:ext cx="20950" cy="11450"/>
                </a:xfrm>
                <a:custGeom>
                  <a:avLst/>
                  <a:gdLst/>
                  <a:ahLst/>
                  <a:cxnLst/>
                  <a:rect l="l" t="t" r="r" b="b"/>
                  <a:pathLst>
                    <a:path w="838" h="458" extrusionOk="0">
                      <a:moveTo>
                        <a:pt x="137" y="1"/>
                      </a:moveTo>
                      <a:cubicBezTo>
                        <a:pt x="0" y="118"/>
                        <a:pt x="39" y="273"/>
                        <a:pt x="214" y="370"/>
                      </a:cubicBezTo>
                      <a:cubicBezTo>
                        <a:pt x="316" y="427"/>
                        <a:pt x="438" y="457"/>
                        <a:pt x="565" y="457"/>
                      </a:cubicBezTo>
                      <a:cubicBezTo>
                        <a:pt x="655" y="457"/>
                        <a:pt x="748" y="442"/>
                        <a:pt x="837" y="409"/>
                      </a:cubicBezTo>
                      <a:lnTo>
                        <a:pt x="1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0"/>
                <p:cNvSpPr/>
                <p:nvPr/>
              </p:nvSpPr>
              <p:spPr>
                <a:xfrm>
                  <a:off x="1233175" y="2490050"/>
                  <a:ext cx="19950" cy="11200"/>
                </a:xfrm>
                <a:custGeom>
                  <a:avLst/>
                  <a:gdLst/>
                  <a:ahLst/>
                  <a:cxnLst/>
                  <a:rect l="l" t="t" r="r" b="b"/>
                  <a:pathLst>
                    <a:path w="798" h="448" extrusionOk="0">
                      <a:moveTo>
                        <a:pt x="202" y="0"/>
                      </a:moveTo>
                      <a:cubicBezTo>
                        <a:pt x="136" y="0"/>
                        <a:pt x="68" y="7"/>
                        <a:pt x="0" y="19"/>
                      </a:cubicBezTo>
                      <a:lnTo>
                        <a:pt x="720" y="447"/>
                      </a:lnTo>
                      <a:cubicBezTo>
                        <a:pt x="798" y="311"/>
                        <a:pt x="739" y="194"/>
                        <a:pt x="603" y="97"/>
                      </a:cubicBezTo>
                      <a:cubicBezTo>
                        <a:pt x="484" y="31"/>
                        <a:pt x="346" y="0"/>
                        <a:pt x="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0"/>
                <p:cNvSpPr/>
                <p:nvPr/>
              </p:nvSpPr>
              <p:spPr>
                <a:xfrm>
                  <a:off x="898595" y="2557575"/>
                  <a:ext cx="19908" cy="1498"/>
                </a:xfrm>
                <a:custGeom>
                  <a:avLst/>
                  <a:gdLst/>
                  <a:ahLst/>
                  <a:cxnLst/>
                  <a:rect l="l" t="t" r="r" b="b"/>
                  <a:pathLst>
                    <a:path w="796" h="106" extrusionOk="0">
                      <a:moveTo>
                        <a:pt x="392" y="0"/>
                      </a:moveTo>
                      <a:cubicBezTo>
                        <a:pt x="251" y="0"/>
                        <a:pt x="115" y="30"/>
                        <a:pt x="18" y="88"/>
                      </a:cubicBezTo>
                      <a:lnTo>
                        <a:pt x="796" y="88"/>
                      </a:lnTo>
                      <a:cubicBezTo>
                        <a:pt x="679" y="30"/>
                        <a:pt x="533" y="0"/>
                        <a:pt x="392" y="0"/>
                      </a:cubicBezTo>
                      <a:close/>
                      <a:moveTo>
                        <a:pt x="18" y="88"/>
                      </a:moveTo>
                      <a:cubicBezTo>
                        <a:pt x="5" y="88"/>
                        <a:pt x="0" y="105"/>
                        <a:pt x="5" y="105"/>
                      </a:cubicBezTo>
                      <a:cubicBezTo>
                        <a:pt x="7" y="105"/>
                        <a:pt x="11" y="101"/>
                        <a:pt x="18"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0"/>
                <p:cNvSpPr/>
                <p:nvPr/>
              </p:nvSpPr>
              <p:spPr>
                <a:xfrm>
                  <a:off x="1116925" y="2428150"/>
                  <a:ext cx="29200" cy="15550"/>
                </a:xfrm>
                <a:custGeom>
                  <a:avLst/>
                  <a:gdLst/>
                  <a:ahLst/>
                  <a:cxnLst/>
                  <a:rect l="l" t="t" r="r" b="b"/>
                  <a:pathLst>
                    <a:path w="1168" h="622" extrusionOk="0">
                      <a:moveTo>
                        <a:pt x="586" y="0"/>
                      </a:moveTo>
                      <a:cubicBezTo>
                        <a:pt x="453" y="0"/>
                        <a:pt x="321" y="34"/>
                        <a:pt x="214" y="102"/>
                      </a:cubicBezTo>
                      <a:cubicBezTo>
                        <a:pt x="0" y="219"/>
                        <a:pt x="0" y="414"/>
                        <a:pt x="214" y="530"/>
                      </a:cubicBezTo>
                      <a:cubicBezTo>
                        <a:pt x="324" y="591"/>
                        <a:pt x="456" y="621"/>
                        <a:pt x="592" y="621"/>
                      </a:cubicBezTo>
                      <a:cubicBezTo>
                        <a:pt x="674" y="621"/>
                        <a:pt x="757" y="610"/>
                        <a:pt x="837" y="589"/>
                      </a:cubicBezTo>
                      <a:lnTo>
                        <a:pt x="623" y="452"/>
                      </a:lnTo>
                      <a:cubicBezTo>
                        <a:pt x="526" y="414"/>
                        <a:pt x="506" y="336"/>
                        <a:pt x="545" y="297"/>
                      </a:cubicBezTo>
                      <a:cubicBezTo>
                        <a:pt x="574" y="253"/>
                        <a:pt x="614" y="231"/>
                        <a:pt x="665" y="231"/>
                      </a:cubicBezTo>
                      <a:cubicBezTo>
                        <a:pt x="683" y="231"/>
                        <a:pt x="701" y="234"/>
                        <a:pt x="720" y="238"/>
                      </a:cubicBezTo>
                      <a:lnTo>
                        <a:pt x="1070" y="433"/>
                      </a:lnTo>
                      <a:cubicBezTo>
                        <a:pt x="1168" y="316"/>
                        <a:pt x="1109" y="200"/>
                        <a:pt x="973" y="102"/>
                      </a:cubicBezTo>
                      <a:cubicBezTo>
                        <a:pt x="856" y="34"/>
                        <a:pt x="720" y="0"/>
                        <a:pt x="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0"/>
                <p:cNvSpPr/>
                <p:nvPr/>
              </p:nvSpPr>
              <p:spPr>
                <a:xfrm>
                  <a:off x="1094050" y="2093150"/>
                  <a:ext cx="34075" cy="18500"/>
                </a:xfrm>
                <a:custGeom>
                  <a:avLst/>
                  <a:gdLst/>
                  <a:ahLst/>
                  <a:cxnLst/>
                  <a:rect l="l" t="t" r="r" b="b"/>
                  <a:pathLst>
                    <a:path w="1363" h="740" extrusionOk="0">
                      <a:moveTo>
                        <a:pt x="684" y="0"/>
                      </a:moveTo>
                      <a:cubicBezTo>
                        <a:pt x="526" y="0"/>
                        <a:pt x="371" y="39"/>
                        <a:pt x="254" y="117"/>
                      </a:cubicBezTo>
                      <a:cubicBezTo>
                        <a:pt x="1" y="273"/>
                        <a:pt x="1" y="487"/>
                        <a:pt x="254" y="623"/>
                      </a:cubicBezTo>
                      <a:cubicBezTo>
                        <a:pt x="371" y="701"/>
                        <a:pt x="526" y="740"/>
                        <a:pt x="684" y="740"/>
                      </a:cubicBezTo>
                      <a:cubicBezTo>
                        <a:pt x="842" y="740"/>
                        <a:pt x="1003" y="701"/>
                        <a:pt x="1129" y="623"/>
                      </a:cubicBezTo>
                      <a:cubicBezTo>
                        <a:pt x="1363" y="487"/>
                        <a:pt x="1363" y="273"/>
                        <a:pt x="1129" y="117"/>
                      </a:cubicBezTo>
                      <a:cubicBezTo>
                        <a:pt x="1003"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0"/>
                <p:cNvSpPr/>
                <p:nvPr/>
              </p:nvSpPr>
              <p:spPr>
                <a:xfrm>
                  <a:off x="1057100" y="2114550"/>
                  <a:ext cx="34075" cy="18125"/>
                </a:xfrm>
                <a:custGeom>
                  <a:avLst/>
                  <a:gdLst/>
                  <a:ahLst/>
                  <a:cxnLst/>
                  <a:rect l="l" t="t" r="r" b="b"/>
                  <a:pathLst>
                    <a:path w="1363" h="725" extrusionOk="0">
                      <a:moveTo>
                        <a:pt x="684" y="0"/>
                      </a:moveTo>
                      <a:cubicBezTo>
                        <a:pt x="526" y="0"/>
                        <a:pt x="370" y="39"/>
                        <a:pt x="253" y="117"/>
                      </a:cubicBezTo>
                      <a:cubicBezTo>
                        <a:pt x="0" y="253"/>
                        <a:pt x="0" y="487"/>
                        <a:pt x="253" y="623"/>
                      </a:cubicBezTo>
                      <a:cubicBezTo>
                        <a:pt x="377" y="697"/>
                        <a:pt x="539" y="724"/>
                        <a:pt x="696" y="724"/>
                      </a:cubicBezTo>
                      <a:cubicBezTo>
                        <a:pt x="787" y="724"/>
                        <a:pt x="875" y="715"/>
                        <a:pt x="954" y="701"/>
                      </a:cubicBezTo>
                      <a:cubicBezTo>
                        <a:pt x="759" y="584"/>
                        <a:pt x="662" y="526"/>
                        <a:pt x="662" y="526"/>
                      </a:cubicBezTo>
                      <a:cubicBezTo>
                        <a:pt x="584" y="506"/>
                        <a:pt x="565" y="428"/>
                        <a:pt x="604" y="351"/>
                      </a:cubicBezTo>
                      <a:cubicBezTo>
                        <a:pt x="632" y="322"/>
                        <a:pt x="671" y="304"/>
                        <a:pt x="720" y="304"/>
                      </a:cubicBezTo>
                      <a:cubicBezTo>
                        <a:pt x="738" y="304"/>
                        <a:pt x="758" y="307"/>
                        <a:pt x="779" y="312"/>
                      </a:cubicBezTo>
                      <a:lnTo>
                        <a:pt x="1226" y="545"/>
                      </a:lnTo>
                      <a:cubicBezTo>
                        <a:pt x="1362" y="409"/>
                        <a:pt x="1343" y="234"/>
                        <a:pt x="1129" y="117"/>
                      </a:cubicBezTo>
                      <a:cubicBezTo>
                        <a:pt x="1002" y="39"/>
                        <a:pt x="842" y="0"/>
                        <a:pt x="6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0"/>
                <p:cNvSpPr/>
                <p:nvPr/>
              </p:nvSpPr>
              <p:spPr>
                <a:xfrm>
                  <a:off x="888325" y="1452200"/>
                  <a:ext cx="112375" cy="66575"/>
                </a:xfrm>
                <a:custGeom>
                  <a:avLst/>
                  <a:gdLst/>
                  <a:ahLst/>
                  <a:cxnLst/>
                  <a:rect l="l" t="t" r="r" b="b"/>
                  <a:pathLst>
                    <a:path w="4495" h="2663" extrusionOk="0">
                      <a:moveTo>
                        <a:pt x="4365" y="0"/>
                      </a:moveTo>
                      <a:cubicBezTo>
                        <a:pt x="4340" y="0"/>
                        <a:pt x="4316" y="11"/>
                        <a:pt x="4300" y="36"/>
                      </a:cubicBezTo>
                      <a:lnTo>
                        <a:pt x="1" y="2506"/>
                      </a:lnTo>
                      <a:cubicBezTo>
                        <a:pt x="20" y="2506"/>
                        <a:pt x="39" y="2526"/>
                        <a:pt x="39" y="2526"/>
                      </a:cubicBezTo>
                      <a:cubicBezTo>
                        <a:pt x="117" y="2584"/>
                        <a:pt x="156" y="2604"/>
                        <a:pt x="215" y="2662"/>
                      </a:cubicBezTo>
                      <a:lnTo>
                        <a:pt x="4417" y="230"/>
                      </a:lnTo>
                      <a:cubicBezTo>
                        <a:pt x="4475" y="191"/>
                        <a:pt x="4495" y="133"/>
                        <a:pt x="4475" y="55"/>
                      </a:cubicBezTo>
                      <a:cubicBezTo>
                        <a:pt x="4441" y="21"/>
                        <a:pt x="4401" y="0"/>
                        <a:pt x="4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0"/>
                <p:cNvSpPr/>
                <p:nvPr/>
              </p:nvSpPr>
              <p:spPr>
                <a:xfrm>
                  <a:off x="697175" y="1468450"/>
                  <a:ext cx="332225" cy="195250"/>
                </a:xfrm>
                <a:custGeom>
                  <a:avLst/>
                  <a:gdLst/>
                  <a:ahLst/>
                  <a:cxnLst/>
                  <a:rect l="l" t="t" r="r" b="b"/>
                  <a:pathLst>
                    <a:path w="13289" h="7810" extrusionOk="0">
                      <a:moveTo>
                        <a:pt x="13140" y="1"/>
                      </a:moveTo>
                      <a:cubicBezTo>
                        <a:pt x="13124" y="1"/>
                        <a:pt x="13109" y="3"/>
                        <a:pt x="13094" y="8"/>
                      </a:cubicBezTo>
                      <a:lnTo>
                        <a:pt x="1" y="7596"/>
                      </a:lnTo>
                      <a:lnTo>
                        <a:pt x="1" y="7771"/>
                      </a:lnTo>
                      <a:cubicBezTo>
                        <a:pt x="20" y="7771"/>
                        <a:pt x="59" y="7790"/>
                        <a:pt x="79" y="7810"/>
                      </a:cubicBezTo>
                      <a:lnTo>
                        <a:pt x="13211" y="222"/>
                      </a:lnTo>
                      <a:cubicBezTo>
                        <a:pt x="13250" y="203"/>
                        <a:pt x="13288" y="125"/>
                        <a:pt x="13250" y="67"/>
                      </a:cubicBezTo>
                      <a:cubicBezTo>
                        <a:pt x="13235" y="23"/>
                        <a:pt x="13188" y="1"/>
                        <a:pt x="13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0"/>
                <p:cNvSpPr/>
                <p:nvPr/>
              </p:nvSpPr>
              <p:spPr>
                <a:xfrm>
                  <a:off x="697175" y="1419325"/>
                  <a:ext cx="245650" cy="146625"/>
                </a:xfrm>
                <a:custGeom>
                  <a:avLst/>
                  <a:gdLst/>
                  <a:ahLst/>
                  <a:cxnLst/>
                  <a:rect l="l" t="t" r="r" b="b"/>
                  <a:pathLst>
                    <a:path w="9826" h="5865" extrusionOk="0">
                      <a:moveTo>
                        <a:pt x="9692" y="1"/>
                      </a:moveTo>
                      <a:cubicBezTo>
                        <a:pt x="9673" y="1"/>
                        <a:pt x="9652" y="3"/>
                        <a:pt x="9631" y="8"/>
                      </a:cubicBezTo>
                      <a:lnTo>
                        <a:pt x="1" y="5572"/>
                      </a:lnTo>
                      <a:lnTo>
                        <a:pt x="1" y="5864"/>
                      </a:lnTo>
                      <a:lnTo>
                        <a:pt x="9748" y="242"/>
                      </a:lnTo>
                      <a:cubicBezTo>
                        <a:pt x="9806" y="183"/>
                        <a:pt x="9825" y="106"/>
                        <a:pt x="9806" y="47"/>
                      </a:cubicBezTo>
                      <a:cubicBezTo>
                        <a:pt x="9792" y="19"/>
                        <a:pt x="9746" y="1"/>
                        <a:pt x="9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0"/>
                <p:cNvSpPr/>
                <p:nvPr/>
              </p:nvSpPr>
              <p:spPr>
                <a:xfrm>
                  <a:off x="722950" y="1435650"/>
                  <a:ext cx="248575" cy="144875"/>
                </a:xfrm>
                <a:custGeom>
                  <a:avLst/>
                  <a:gdLst/>
                  <a:ahLst/>
                  <a:cxnLst/>
                  <a:rect l="l" t="t" r="r" b="b"/>
                  <a:pathLst>
                    <a:path w="9943" h="5795" extrusionOk="0">
                      <a:moveTo>
                        <a:pt x="9811" y="1"/>
                      </a:moveTo>
                      <a:cubicBezTo>
                        <a:pt x="9792" y="1"/>
                        <a:pt x="9771" y="5"/>
                        <a:pt x="9748" y="17"/>
                      </a:cubicBezTo>
                      <a:lnTo>
                        <a:pt x="1" y="5620"/>
                      </a:lnTo>
                      <a:cubicBezTo>
                        <a:pt x="20" y="5659"/>
                        <a:pt x="40" y="5659"/>
                        <a:pt x="98" y="5678"/>
                      </a:cubicBezTo>
                      <a:cubicBezTo>
                        <a:pt x="137" y="5717"/>
                        <a:pt x="195" y="5756"/>
                        <a:pt x="215" y="5795"/>
                      </a:cubicBezTo>
                      <a:lnTo>
                        <a:pt x="9865" y="231"/>
                      </a:lnTo>
                      <a:cubicBezTo>
                        <a:pt x="9923" y="211"/>
                        <a:pt x="9942" y="133"/>
                        <a:pt x="9923" y="56"/>
                      </a:cubicBezTo>
                      <a:cubicBezTo>
                        <a:pt x="9895" y="28"/>
                        <a:pt x="9858" y="1"/>
                        <a:pt x="9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0"/>
                <p:cNvSpPr/>
                <p:nvPr/>
              </p:nvSpPr>
              <p:spPr>
                <a:xfrm>
                  <a:off x="882500" y="1485475"/>
                  <a:ext cx="175100" cy="102350"/>
                </a:xfrm>
                <a:custGeom>
                  <a:avLst/>
                  <a:gdLst/>
                  <a:ahLst/>
                  <a:cxnLst/>
                  <a:rect l="l" t="t" r="r" b="b"/>
                  <a:pathLst>
                    <a:path w="7004" h="4094" extrusionOk="0">
                      <a:moveTo>
                        <a:pt x="6867" y="1"/>
                      </a:moveTo>
                      <a:cubicBezTo>
                        <a:pt x="6848" y="1"/>
                        <a:pt x="6829" y="3"/>
                        <a:pt x="6809" y="8"/>
                      </a:cubicBezTo>
                      <a:lnTo>
                        <a:pt x="0" y="3938"/>
                      </a:lnTo>
                      <a:cubicBezTo>
                        <a:pt x="20" y="3938"/>
                        <a:pt x="58" y="3977"/>
                        <a:pt x="78" y="3977"/>
                      </a:cubicBezTo>
                      <a:cubicBezTo>
                        <a:pt x="136" y="3996"/>
                        <a:pt x="175" y="4055"/>
                        <a:pt x="214" y="4094"/>
                      </a:cubicBezTo>
                      <a:lnTo>
                        <a:pt x="6945" y="222"/>
                      </a:lnTo>
                      <a:cubicBezTo>
                        <a:pt x="6984" y="203"/>
                        <a:pt x="7004" y="125"/>
                        <a:pt x="6984" y="66"/>
                      </a:cubicBezTo>
                      <a:cubicBezTo>
                        <a:pt x="6970" y="23"/>
                        <a:pt x="6922" y="1"/>
                        <a:pt x="68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0"/>
                <p:cNvSpPr/>
                <p:nvPr/>
              </p:nvSpPr>
              <p:spPr>
                <a:xfrm>
                  <a:off x="697175" y="1502500"/>
                  <a:ext cx="389625" cy="229300"/>
                </a:xfrm>
                <a:custGeom>
                  <a:avLst/>
                  <a:gdLst/>
                  <a:ahLst/>
                  <a:cxnLst/>
                  <a:rect l="l" t="t" r="r" b="b"/>
                  <a:pathLst>
                    <a:path w="15585" h="9172" extrusionOk="0">
                      <a:moveTo>
                        <a:pt x="15428" y="1"/>
                      </a:moveTo>
                      <a:cubicBezTo>
                        <a:pt x="15409" y="1"/>
                        <a:pt x="15390" y="3"/>
                        <a:pt x="15370" y="8"/>
                      </a:cubicBezTo>
                      <a:lnTo>
                        <a:pt x="1" y="8880"/>
                      </a:lnTo>
                      <a:lnTo>
                        <a:pt x="1" y="9171"/>
                      </a:lnTo>
                      <a:lnTo>
                        <a:pt x="15526" y="222"/>
                      </a:lnTo>
                      <a:cubicBezTo>
                        <a:pt x="15565" y="183"/>
                        <a:pt x="15584" y="105"/>
                        <a:pt x="15545" y="66"/>
                      </a:cubicBezTo>
                      <a:cubicBezTo>
                        <a:pt x="15531" y="23"/>
                        <a:pt x="15483" y="1"/>
                        <a:pt x="154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0"/>
                <p:cNvSpPr/>
                <p:nvPr/>
              </p:nvSpPr>
              <p:spPr>
                <a:xfrm>
                  <a:off x="697175" y="1519025"/>
                  <a:ext cx="418325" cy="246325"/>
                </a:xfrm>
                <a:custGeom>
                  <a:avLst/>
                  <a:gdLst/>
                  <a:ahLst/>
                  <a:cxnLst/>
                  <a:rect l="l" t="t" r="r" b="b"/>
                  <a:pathLst>
                    <a:path w="16733" h="9853" extrusionOk="0">
                      <a:moveTo>
                        <a:pt x="16599" y="1"/>
                      </a:moveTo>
                      <a:cubicBezTo>
                        <a:pt x="16579" y="1"/>
                        <a:pt x="16558" y="3"/>
                        <a:pt x="16537" y="9"/>
                      </a:cubicBezTo>
                      <a:lnTo>
                        <a:pt x="1" y="9561"/>
                      </a:lnTo>
                      <a:lnTo>
                        <a:pt x="1" y="9853"/>
                      </a:lnTo>
                      <a:lnTo>
                        <a:pt x="16654" y="242"/>
                      </a:lnTo>
                      <a:cubicBezTo>
                        <a:pt x="16713" y="184"/>
                        <a:pt x="16732" y="106"/>
                        <a:pt x="16713" y="47"/>
                      </a:cubicBezTo>
                      <a:cubicBezTo>
                        <a:pt x="16698" y="19"/>
                        <a:pt x="16653" y="1"/>
                        <a:pt x="16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0"/>
                <p:cNvSpPr/>
                <p:nvPr/>
              </p:nvSpPr>
              <p:spPr>
                <a:xfrm>
                  <a:off x="704975" y="1535350"/>
                  <a:ext cx="439200" cy="254800"/>
                </a:xfrm>
                <a:custGeom>
                  <a:avLst/>
                  <a:gdLst/>
                  <a:ahLst/>
                  <a:cxnLst/>
                  <a:rect l="l" t="t" r="r" b="b"/>
                  <a:pathLst>
                    <a:path w="17568" h="10192" extrusionOk="0">
                      <a:moveTo>
                        <a:pt x="17437" y="1"/>
                      </a:moveTo>
                      <a:cubicBezTo>
                        <a:pt x="17417" y="1"/>
                        <a:pt x="17396" y="6"/>
                        <a:pt x="17373" y="17"/>
                      </a:cubicBezTo>
                      <a:lnTo>
                        <a:pt x="0" y="10036"/>
                      </a:lnTo>
                      <a:cubicBezTo>
                        <a:pt x="39" y="10036"/>
                        <a:pt x="58" y="10056"/>
                        <a:pt x="78" y="10056"/>
                      </a:cubicBezTo>
                      <a:cubicBezTo>
                        <a:pt x="117" y="10134"/>
                        <a:pt x="175" y="10173"/>
                        <a:pt x="233" y="10192"/>
                      </a:cubicBezTo>
                      <a:lnTo>
                        <a:pt x="17490" y="231"/>
                      </a:lnTo>
                      <a:cubicBezTo>
                        <a:pt x="17548" y="212"/>
                        <a:pt x="17568" y="134"/>
                        <a:pt x="17548" y="56"/>
                      </a:cubicBezTo>
                      <a:cubicBezTo>
                        <a:pt x="17521" y="28"/>
                        <a:pt x="17484" y="1"/>
                        <a:pt x="17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0"/>
                <p:cNvSpPr/>
                <p:nvPr/>
              </p:nvSpPr>
              <p:spPr>
                <a:xfrm>
                  <a:off x="927725" y="1551625"/>
                  <a:ext cx="245650" cy="143700"/>
                </a:xfrm>
                <a:custGeom>
                  <a:avLst/>
                  <a:gdLst/>
                  <a:ahLst/>
                  <a:cxnLst/>
                  <a:rect l="l" t="t" r="r" b="b"/>
                  <a:pathLst>
                    <a:path w="9826" h="5748" extrusionOk="0">
                      <a:moveTo>
                        <a:pt x="9685" y="1"/>
                      </a:moveTo>
                      <a:cubicBezTo>
                        <a:pt x="9668" y="1"/>
                        <a:pt x="9650" y="3"/>
                        <a:pt x="9631" y="8"/>
                      </a:cubicBezTo>
                      <a:lnTo>
                        <a:pt x="0" y="5592"/>
                      </a:lnTo>
                      <a:cubicBezTo>
                        <a:pt x="20" y="5592"/>
                        <a:pt x="39" y="5611"/>
                        <a:pt x="78" y="5631"/>
                      </a:cubicBezTo>
                      <a:cubicBezTo>
                        <a:pt x="117" y="5650"/>
                        <a:pt x="156" y="5708"/>
                        <a:pt x="214" y="5747"/>
                      </a:cubicBezTo>
                      <a:lnTo>
                        <a:pt x="9747" y="241"/>
                      </a:lnTo>
                      <a:cubicBezTo>
                        <a:pt x="9806" y="203"/>
                        <a:pt x="9825" y="144"/>
                        <a:pt x="9806" y="66"/>
                      </a:cubicBezTo>
                      <a:cubicBezTo>
                        <a:pt x="9777" y="23"/>
                        <a:pt x="9736" y="1"/>
                        <a:pt x="96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0"/>
                <p:cNvSpPr/>
                <p:nvPr/>
              </p:nvSpPr>
              <p:spPr>
                <a:xfrm>
                  <a:off x="829000" y="1568650"/>
                  <a:ext cx="373050" cy="216650"/>
                </a:xfrm>
                <a:custGeom>
                  <a:avLst/>
                  <a:gdLst/>
                  <a:ahLst/>
                  <a:cxnLst/>
                  <a:rect l="l" t="t" r="r" b="b"/>
                  <a:pathLst>
                    <a:path w="14922" h="8666" extrusionOk="0">
                      <a:moveTo>
                        <a:pt x="14774" y="1"/>
                      </a:moveTo>
                      <a:cubicBezTo>
                        <a:pt x="14758" y="1"/>
                        <a:pt x="14742" y="3"/>
                        <a:pt x="14727" y="8"/>
                      </a:cubicBezTo>
                      <a:lnTo>
                        <a:pt x="0" y="8510"/>
                      </a:lnTo>
                      <a:cubicBezTo>
                        <a:pt x="39" y="8510"/>
                        <a:pt x="58" y="8529"/>
                        <a:pt x="78" y="8529"/>
                      </a:cubicBezTo>
                      <a:lnTo>
                        <a:pt x="233" y="8665"/>
                      </a:lnTo>
                      <a:lnTo>
                        <a:pt x="14844" y="241"/>
                      </a:lnTo>
                      <a:cubicBezTo>
                        <a:pt x="14883" y="202"/>
                        <a:pt x="14922" y="144"/>
                        <a:pt x="14883" y="66"/>
                      </a:cubicBezTo>
                      <a:cubicBezTo>
                        <a:pt x="14868" y="23"/>
                        <a:pt x="14821" y="1"/>
                        <a:pt x="14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0"/>
                <p:cNvSpPr/>
                <p:nvPr/>
              </p:nvSpPr>
              <p:spPr>
                <a:xfrm>
                  <a:off x="1005550" y="1585200"/>
                  <a:ext cx="224725" cy="131025"/>
                </a:xfrm>
                <a:custGeom>
                  <a:avLst/>
                  <a:gdLst/>
                  <a:ahLst/>
                  <a:cxnLst/>
                  <a:rect l="l" t="t" r="r" b="b"/>
                  <a:pathLst>
                    <a:path w="8989" h="5241" extrusionOk="0">
                      <a:moveTo>
                        <a:pt x="8851" y="0"/>
                      </a:moveTo>
                      <a:cubicBezTo>
                        <a:pt x="8833" y="0"/>
                        <a:pt x="8813" y="3"/>
                        <a:pt x="8794" y="7"/>
                      </a:cubicBezTo>
                      <a:lnTo>
                        <a:pt x="0" y="5085"/>
                      </a:lnTo>
                      <a:cubicBezTo>
                        <a:pt x="20" y="5085"/>
                        <a:pt x="39" y="5124"/>
                        <a:pt x="39" y="5124"/>
                      </a:cubicBezTo>
                      <a:cubicBezTo>
                        <a:pt x="117" y="5163"/>
                        <a:pt x="175" y="5182"/>
                        <a:pt x="195" y="5241"/>
                      </a:cubicBezTo>
                      <a:lnTo>
                        <a:pt x="8891" y="221"/>
                      </a:lnTo>
                      <a:cubicBezTo>
                        <a:pt x="8988" y="202"/>
                        <a:pt x="8988" y="124"/>
                        <a:pt x="8969" y="66"/>
                      </a:cubicBezTo>
                      <a:cubicBezTo>
                        <a:pt x="8954" y="22"/>
                        <a:pt x="8907" y="0"/>
                        <a:pt x="8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0"/>
                <p:cNvSpPr/>
                <p:nvPr/>
              </p:nvSpPr>
              <p:spPr>
                <a:xfrm>
                  <a:off x="1092600" y="1602225"/>
                  <a:ext cx="166850" cy="97475"/>
                </a:xfrm>
                <a:custGeom>
                  <a:avLst/>
                  <a:gdLst/>
                  <a:ahLst/>
                  <a:cxnLst/>
                  <a:rect l="l" t="t" r="r" b="b"/>
                  <a:pathLst>
                    <a:path w="6674" h="3899" extrusionOk="0">
                      <a:moveTo>
                        <a:pt x="6517" y="0"/>
                      </a:moveTo>
                      <a:cubicBezTo>
                        <a:pt x="6499" y="0"/>
                        <a:pt x="6479" y="2"/>
                        <a:pt x="6460" y="7"/>
                      </a:cubicBezTo>
                      <a:lnTo>
                        <a:pt x="1" y="3723"/>
                      </a:lnTo>
                      <a:cubicBezTo>
                        <a:pt x="20" y="3723"/>
                        <a:pt x="20" y="3762"/>
                        <a:pt x="40" y="3762"/>
                      </a:cubicBezTo>
                      <a:cubicBezTo>
                        <a:pt x="117" y="3801"/>
                        <a:pt x="156" y="3859"/>
                        <a:pt x="215" y="3898"/>
                      </a:cubicBezTo>
                      <a:lnTo>
                        <a:pt x="6576" y="202"/>
                      </a:lnTo>
                      <a:cubicBezTo>
                        <a:pt x="6654" y="182"/>
                        <a:pt x="6674" y="105"/>
                        <a:pt x="6635" y="66"/>
                      </a:cubicBezTo>
                      <a:cubicBezTo>
                        <a:pt x="6620" y="22"/>
                        <a:pt x="6573" y="0"/>
                        <a:pt x="6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0"/>
                <p:cNvSpPr/>
                <p:nvPr/>
              </p:nvSpPr>
              <p:spPr>
                <a:xfrm>
                  <a:off x="741450" y="1618750"/>
                  <a:ext cx="546700" cy="316850"/>
                </a:xfrm>
                <a:custGeom>
                  <a:avLst/>
                  <a:gdLst/>
                  <a:ahLst/>
                  <a:cxnLst/>
                  <a:rect l="l" t="t" r="r" b="b"/>
                  <a:pathLst>
                    <a:path w="21868" h="12674" extrusionOk="0">
                      <a:moveTo>
                        <a:pt x="21734" y="0"/>
                      </a:moveTo>
                      <a:cubicBezTo>
                        <a:pt x="21715" y="0"/>
                        <a:pt x="21694" y="3"/>
                        <a:pt x="21673" y="8"/>
                      </a:cubicBezTo>
                      <a:lnTo>
                        <a:pt x="0" y="12498"/>
                      </a:lnTo>
                      <a:cubicBezTo>
                        <a:pt x="39" y="12498"/>
                        <a:pt x="59" y="12537"/>
                        <a:pt x="59" y="12537"/>
                      </a:cubicBezTo>
                      <a:cubicBezTo>
                        <a:pt x="136" y="12576"/>
                        <a:pt x="175" y="12634"/>
                        <a:pt x="234" y="12673"/>
                      </a:cubicBezTo>
                      <a:lnTo>
                        <a:pt x="21790" y="222"/>
                      </a:lnTo>
                      <a:cubicBezTo>
                        <a:pt x="21848" y="202"/>
                        <a:pt x="21868" y="125"/>
                        <a:pt x="21848" y="47"/>
                      </a:cubicBezTo>
                      <a:cubicBezTo>
                        <a:pt x="21834" y="18"/>
                        <a:pt x="21788" y="0"/>
                        <a:pt x="217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0"/>
                <p:cNvSpPr/>
                <p:nvPr/>
              </p:nvSpPr>
              <p:spPr>
                <a:xfrm>
                  <a:off x="870825" y="1635075"/>
                  <a:ext cx="446025" cy="258675"/>
                </a:xfrm>
                <a:custGeom>
                  <a:avLst/>
                  <a:gdLst/>
                  <a:ahLst/>
                  <a:cxnLst/>
                  <a:rect l="l" t="t" r="r" b="b"/>
                  <a:pathLst>
                    <a:path w="17841" h="10347" extrusionOk="0">
                      <a:moveTo>
                        <a:pt x="17700" y="0"/>
                      </a:moveTo>
                      <a:cubicBezTo>
                        <a:pt x="17682" y="0"/>
                        <a:pt x="17663" y="5"/>
                        <a:pt x="17646" y="16"/>
                      </a:cubicBezTo>
                      <a:lnTo>
                        <a:pt x="0" y="10172"/>
                      </a:lnTo>
                      <a:cubicBezTo>
                        <a:pt x="39" y="10172"/>
                        <a:pt x="59" y="10191"/>
                        <a:pt x="59" y="10191"/>
                      </a:cubicBezTo>
                      <a:cubicBezTo>
                        <a:pt x="136" y="10269"/>
                        <a:pt x="175" y="10289"/>
                        <a:pt x="234" y="10347"/>
                      </a:cubicBezTo>
                      <a:lnTo>
                        <a:pt x="17763" y="230"/>
                      </a:lnTo>
                      <a:cubicBezTo>
                        <a:pt x="17801" y="211"/>
                        <a:pt x="17840" y="133"/>
                        <a:pt x="17801" y="55"/>
                      </a:cubicBezTo>
                      <a:cubicBezTo>
                        <a:pt x="17788" y="28"/>
                        <a:pt x="17745" y="0"/>
                        <a:pt x="17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0"/>
                <p:cNvSpPr/>
                <p:nvPr/>
              </p:nvSpPr>
              <p:spPr>
                <a:xfrm>
                  <a:off x="1037150" y="1651325"/>
                  <a:ext cx="308400" cy="179700"/>
                </a:xfrm>
                <a:custGeom>
                  <a:avLst/>
                  <a:gdLst/>
                  <a:ahLst/>
                  <a:cxnLst/>
                  <a:rect l="l" t="t" r="r" b="b"/>
                  <a:pathLst>
                    <a:path w="12336" h="7188" extrusionOk="0">
                      <a:moveTo>
                        <a:pt x="12187" y="1"/>
                      </a:moveTo>
                      <a:cubicBezTo>
                        <a:pt x="12171" y="1"/>
                        <a:pt x="12155" y="3"/>
                        <a:pt x="12141" y="8"/>
                      </a:cubicBezTo>
                      <a:lnTo>
                        <a:pt x="1" y="7012"/>
                      </a:lnTo>
                      <a:cubicBezTo>
                        <a:pt x="20" y="7012"/>
                        <a:pt x="40" y="7051"/>
                        <a:pt x="79" y="7051"/>
                      </a:cubicBezTo>
                      <a:cubicBezTo>
                        <a:pt x="137" y="7109"/>
                        <a:pt x="176" y="7168"/>
                        <a:pt x="215" y="7187"/>
                      </a:cubicBezTo>
                      <a:lnTo>
                        <a:pt x="12257" y="242"/>
                      </a:lnTo>
                      <a:cubicBezTo>
                        <a:pt x="12296" y="203"/>
                        <a:pt x="12335" y="144"/>
                        <a:pt x="12296" y="67"/>
                      </a:cubicBezTo>
                      <a:cubicBezTo>
                        <a:pt x="12282" y="23"/>
                        <a:pt x="12234" y="1"/>
                        <a:pt x="12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0"/>
                <p:cNvSpPr/>
                <p:nvPr/>
              </p:nvSpPr>
              <p:spPr>
                <a:xfrm>
                  <a:off x="1163125" y="1668350"/>
                  <a:ext cx="211600" cy="123275"/>
                </a:xfrm>
                <a:custGeom>
                  <a:avLst/>
                  <a:gdLst/>
                  <a:ahLst/>
                  <a:cxnLst/>
                  <a:rect l="l" t="t" r="r" b="b"/>
                  <a:pathLst>
                    <a:path w="8464" h="4931" extrusionOk="0">
                      <a:moveTo>
                        <a:pt x="8307" y="1"/>
                      </a:moveTo>
                      <a:cubicBezTo>
                        <a:pt x="8293" y="1"/>
                        <a:pt x="8279" y="3"/>
                        <a:pt x="8269" y="8"/>
                      </a:cubicBezTo>
                      <a:lnTo>
                        <a:pt x="1" y="4775"/>
                      </a:lnTo>
                      <a:cubicBezTo>
                        <a:pt x="20" y="4775"/>
                        <a:pt x="40" y="4814"/>
                        <a:pt x="59" y="4814"/>
                      </a:cubicBezTo>
                      <a:cubicBezTo>
                        <a:pt x="117" y="4833"/>
                        <a:pt x="156" y="4872"/>
                        <a:pt x="215" y="4930"/>
                      </a:cubicBezTo>
                      <a:lnTo>
                        <a:pt x="8386" y="203"/>
                      </a:lnTo>
                      <a:cubicBezTo>
                        <a:pt x="8425" y="183"/>
                        <a:pt x="8463" y="105"/>
                        <a:pt x="8425" y="47"/>
                      </a:cubicBezTo>
                      <a:cubicBezTo>
                        <a:pt x="8396" y="19"/>
                        <a:pt x="8347" y="1"/>
                        <a:pt x="8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0"/>
                <p:cNvSpPr/>
                <p:nvPr/>
              </p:nvSpPr>
              <p:spPr>
                <a:xfrm>
                  <a:off x="697175" y="1684900"/>
                  <a:ext cx="705750" cy="412650"/>
                </a:xfrm>
                <a:custGeom>
                  <a:avLst/>
                  <a:gdLst/>
                  <a:ahLst/>
                  <a:cxnLst/>
                  <a:rect l="l" t="t" r="r" b="b"/>
                  <a:pathLst>
                    <a:path w="28230" h="16506" extrusionOk="0">
                      <a:moveTo>
                        <a:pt x="28093" y="0"/>
                      </a:moveTo>
                      <a:cubicBezTo>
                        <a:pt x="28074" y="0"/>
                        <a:pt x="28055" y="3"/>
                        <a:pt x="28035" y="8"/>
                      </a:cubicBezTo>
                      <a:lnTo>
                        <a:pt x="1" y="16214"/>
                      </a:lnTo>
                      <a:lnTo>
                        <a:pt x="1" y="16506"/>
                      </a:lnTo>
                      <a:lnTo>
                        <a:pt x="28172" y="222"/>
                      </a:lnTo>
                      <a:cubicBezTo>
                        <a:pt x="28230" y="202"/>
                        <a:pt x="28230" y="124"/>
                        <a:pt x="28210" y="66"/>
                      </a:cubicBezTo>
                      <a:cubicBezTo>
                        <a:pt x="28196" y="22"/>
                        <a:pt x="28148" y="0"/>
                        <a:pt x="28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0"/>
                <p:cNvSpPr/>
                <p:nvPr/>
              </p:nvSpPr>
              <p:spPr>
                <a:xfrm>
                  <a:off x="1258950" y="1701925"/>
                  <a:ext cx="173175" cy="101850"/>
                </a:xfrm>
                <a:custGeom>
                  <a:avLst/>
                  <a:gdLst/>
                  <a:ahLst/>
                  <a:cxnLst/>
                  <a:rect l="l" t="t" r="r" b="b"/>
                  <a:pathLst>
                    <a:path w="6927" h="4074" extrusionOk="0">
                      <a:moveTo>
                        <a:pt x="6789" y="0"/>
                      </a:moveTo>
                      <a:cubicBezTo>
                        <a:pt x="6771" y="0"/>
                        <a:pt x="6751" y="3"/>
                        <a:pt x="6732" y="8"/>
                      </a:cubicBezTo>
                      <a:lnTo>
                        <a:pt x="0" y="3899"/>
                      </a:lnTo>
                      <a:cubicBezTo>
                        <a:pt x="20" y="3899"/>
                        <a:pt x="20" y="3899"/>
                        <a:pt x="59" y="3918"/>
                      </a:cubicBezTo>
                      <a:cubicBezTo>
                        <a:pt x="97" y="3957"/>
                        <a:pt x="156" y="3996"/>
                        <a:pt x="195" y="4074"/>
                      </a:cubicBezTo>
                      <a:lnTo>
                        <a:pt x="6868" y="222"/>
                      </a:lnTo>
                      <a:cubicBezTo>
                        <a:pt x="6907" y="202"/>
                        <a:pt x="6926" y="124"/>
                        <a:pt x="6907" y="66"/>
                      </a:cubicBezTo>
                      <a:cubicBezTo>
                        <a:pt x="6892" y="22"/>
                        <a:pt x="6845" y="0"/>
                        <a:pt x="6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0"/>
                <p:cNvSpPr/>
                <p:nvPr/>
              </p:nvSpPr>
              <p:spPr>
                <a:xfrm>
                  <a:off x="1257000" y="1805700"/>
                  <a:ext cx="25" cy="2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0"/>
                <p:cNvSpPr/>
                <p:nvPr/>
              </p:nvSpPr>
              <p:spPr>
                <a:xfrm>
                  <a:off x="1341150" y="1717750"/>
                  <a:ext cx="119675" cy="70950"/>
                </a:xfrm>
                <a:custGeom>
                  <a:avLst/>
                  <a:gdLst/>
                  <a:ahLst/>
                  <a:cxnLst/>
                  <a:rect l="l" t="t" r="r" b="b"/>
                  <a:pathLst>
                    <a:path w="4787" h="2838" extrusionOk="0">
                      <a:moveTo>
                        <a:pt x="4655" y="1"/>
                      </a:moveTo>
                      <a:cubicBezTo>
                        <a:pt x="4635" y="1"/>
                        <a:pt x="4614" y="5"/>
                        <a:pt x="4591" y="17"/>
                      </a:cubicBezTo>
                      <a:lnTo>
                        <a:pt x="0" y="2663"/>
                      </a:lnTo>
                      <a:cubicBezTo>
                        <a:pt x="20" y="2682"/>
                        <a:pt x="39" y="2701"/>
                        <a:pt x="58" y="2701"/>
                      </a:cubicBezTo>
                      <a:cubicBezTo>
                        <a:pt x="136" y="2760"/>
                        <a:pt x="195" y="2779"/>
                        <a:pt x="214" y="2838"/>
                      </a:cubicBezTo>
                      <a:lnTo>
                        <a:pt x="4708" y="231"/>
                      </a:lnTo>
                      <a:cubicBezTo>
                        <a:pt x="4767" y="211"/>
                        <a:pt x="4786" y="133"/>
                        <a:pt x="4767" y="56"/>
                      </a:cubicBezTo>
                      <a:cubicBezTo>
                        <a:pt x="4739" y="28"/>
                        <a:pt x="4702" y="1"/>
                        <a:pt x="4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0"/>
                <p:cNvSpPr/>
                <p:nvPr/>
              </p:nvSpPr>
              <p:spPr>
                <a:xfrm>
                  <a:off x="2158250" y="1441225"/>
                  <a:ext cx="211600" cy="126675"/>
                </a:xfrm>
                <a:custGeom>
                  <a:avLst/>
                  <a:gdLst/>
                  <a:ahLst/>
                  <a:cxnLst/>
                  <a:rect l="l" t="t" r="r" b="b"/>
                  <a:pathLst>
                    <a:path w="8464" h="5067" extrusionOk="0">
                      <a:moveTo>
                        <a:pt x="134" y="0"/>
                      </a:moveTo>
                      <a:cubicBezTo>
                        <a:pt x="80" y="0"/>
                        <a:pt x="34" y="18"/>
                        <a:pt x="20" y="47"/>
                      </a:cubicBezTo>
                      <a:cubicBezTo>
                        <a:pt x="0" y="105"/>
                        <a:pt x="0" y="183"/>
                        <a:pt x="59" y="222"/>
                      </a:cubicBezTo>
                      <a:lnTo>
                        <a:pt x="8463" y="5066"/>
                      </a:lnTo>
                      <a:lnTo>
                        <a:pt x="8463" y="4774"/>
                      </a:lnTo>
                      <a:lnTo>
                        <a:pt x="195" y="8"/>
                      </a:lnTo>
                      <a:cubicBezTo>
                        <a:pt x="174" y="3"/>
                        <a:pt x="153"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0"/>
                <p:cNvSpPr/>
                <p:nvPr/>
              </p:nvSpPr>
              <p:spPr>
                <a:xfrm>
                  <a:off x="2129075" y="1457675"/>
                  <a:ext cx="240275" cy="142800"/>
                </a:xfrm>
                <a:custGeom>
                  <a:avLst/>
                  <a:gdLst/>
                  <a:ahLst/>
                  <a:cxnLst/>
                  <a:rect l="l" t="t" r="r" b="b"/>
                  <a:pathLst>
                    <a:path w="9611" h="5712" extrusionOk="0">
                      <a:moveTo>
                        <a:pt x="130" y="1"/>
                      </a:moveTo>
                      <a:cubicBezTo>
                        <a:pt x="93" y="1"/>
                        <a:pt x="57" y="25"/>
                        <a:pt x="20" y="50"/>
                      </a:cubicBezTo>
                      <a:cubicBezTo>
                        <a:pt x="0" y="108"/>
                        <a:pt x="0" y="167"/>
                        <a:pt x="78" y="225"/>
                      </a:cubicBezTo>
                      <a:lnTo>
                        <a:pt x="9611" y="5712"/>
                      </a:lnTo>
                      <a:lnTo>
                        <a:pt x="9611" y="5459"/>
                      </a:lnTo>
                      <a:lnTo>
                        <a:pt x="195" y="31"/>
                      </a:lnTo>
                      <a:cubicBezTo>
                        <a:pt x="173" y="9"/>
                        <a:pt x="152"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0"/>
                <p:cNvSpPr/>
                <p:nvPr/>
              </p:nvSpPr>
              <p:spPr>
                <a:xfrm>
                  <a:off x="2100375" y="1474125"/>
                  <a:ext cx="268500" cy="160400"/>
                </a:xfrm>
                <a:custGeom>
                  <a:avLst/>
                  <a:gdLst/>
                  <a:ahLst/>
                  <a:cxnLst/>
                  <a:rect l="l" t="t" r="r" b="b"/>
                  <a:pathLst>
                    <a:path w="10740" h="6416" extrusionOk="0">
                      <a:moveTo>
                        <a:pt x="126" y="0"/>
                      </a:moveTo>
                      <a:cubicBezTo>
                        <a:pt x="90" y="0"/>
                        <a:pt x="55" y="26"/>
                        <a:pt x="20" y="73"/>
                      </a:cubicBezTo>
                      <a:cubicBezTo>
                        <a:pt x="0" y="131"/>
                        <a:pt x="0" y="190"/>
                        <a:pt x="78" y="248"/>
                      </a:cubicBezTo>
                      <a:lnTo>
                        <a:pt x="10739" y="6415"/>
                      </a:lnTo>
                      <a:lnTo>
                        <a:pt x="10739" y="6124"/>
                      </a:lnTo>
                      <a:lnTo>
                        <a:pt x="195" y="34"/>
                      </a:lnTo>
                      <a:cubicBezTo>
                        <a:pt x="172" y="11"/>
                        <a:pt x="149"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0"/>
                <p:cNvSpPr/>
                <p:nvPr/>
              </p:nvSpPr>
              <p:spPr>
                <a:xfrm>
                  <a:off x="2071675" y="1490825"/>
                  <a:ext cx="298175" cy="176775"/>
                </a:xfrm>
                <a:custGeom>
                  <a:avLst/>
                  <a:gdLst/>
                  <a:ahLst/>
                  <a:cxnLst/>
                  <a:rect l="l" t="t" r="r" b="b"/>
                  <a:pathLst>
                    <a:path w="11927" h="7071" extrusionOk="0">
                      <a:moveTo>
                        <a:pt x="149" y="1"/>
                      </a:moveTo>
                      <a:cubicBezTo>
                        <a:pt x="101" y="1"/>
                        <a:pt x="54" y="23"/>
                        <a:pt x="39" y="66"/>
                      </a:cubicBezTo>
                      <a:cubicBezTo>
                        <a:pt x="0" y="105"/>
                        <a:pt x="0" y="183"/>
                        <a:pt x="78" y="242"/>
                      </a:cubicBezTo>
                      <a:lnTo>
                        <a:pt x="11926" y="7070"/>
                      </a:lnTo>
                      <a:lnTo>
                        <a:pt x="11926" y="6778"/>
                      </a:lnTo>
                      <a:lnTo>
                        <a:pt x="195" y="8"/>
                      </a:lnTo>
                      <a:cubicBezTo>
                        <a:pt x="180" y="3"/>
                        <a:pt x="165" y="1"/>
                        <a:pt x="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0"/>
                <p:cNvSpPr/>
                <p:nvPr/>
              </p:nvSpPr>
              <p:spPr>
                <a:xfrm>
                  <a:off x="2042500" y="1507525"/>
                  <a:ext cx="325875" cy="191200"/>
                </a:xfrm>
                <a:custGeom>
                  <a:avLst/>
                  <a:gdLst/>
                  <a:ahLst/>
                  <a:cxnLst/>
                  <a:rect l="l" t="t" r="r" b="b"/>
                  <a:pathLst>
                    <a:path w="13035" h="7648" extrusionOk="0">
                      <a:moveTo>
                        <a:pt x="136" y="1"/>
                      </a:moveTo>
                      <a:cubicBezTo>
                        <a:pt x="103" y="1"/>
                        <a:pt x="57" y="22"/>
                        <a:pt x="20" y="60"/>
                      </a:cubicBezTo>
                      <a:cubicBezTo>
                        <a:pt x="0" y="99"/>
                        <a:pt x="0" y="177"/>
                        <a:pt x="78" y="216"/>
                      </a:cubicBezTo>
                      <a:lnTo>
                        <a:pt x="12899" y="7647"/>
                      </a:lnTo>
                      <a:cubicBezTo>
                        <a:pt x="12938" y="7589"/>
                        <a:pt x="12996" y="7550"/>
                        <a:pt x="13035" y="7511"/>
                      </a:cubicBezTo>
                      <a:lnTo>
                        <a:pt x="13035" y="7433"/>
                      </a:lnTo>
                      <a:lnTo>
                        <a:pt x="175" y="21"/>
                      </a:lnTo>
                      <a:cubicBezTo>
                        <a:pt x="168" y="7"/>
                        <a:pt x="154" y="1"/>
                        <a:pt x="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0"/>
                <p:cNvSpPr/>
                <p:nvPr/>
              </p:nvSpPr>
              <p:spPr>
                <a:xfrm>
                  <a:off x="2014275" y="1523925"/>
                  <a:ext cx="355075" cy="209825"/>
                </a:xfrm>
                <a:custGeom>
                  <a:avLst/>
                  <a:gdLst/>
                  <a:ahLst/>
                  <a:cxnLst/>
                  <a:rect l="l" t="t" r="r" b="b"/>
                  <a:pathLst>
                    <a:path w="14203" h="8393" extrusionOk="0">
                      <a:moveTo>
                        <a:pt x="149" y="0"/>
                      </a:moveTo>
                      <a:cubicBezTo>
                        <a:pt x="95" y="0"/>
                        <a:pt x="35" y="25"/>
                        <a:pt x="20" y="85"/>
                      </a:cubicBezTo>
                      <a:cubicBezTo>
                        <a:pt x="1" y="124"/>
                        <a:pt x="1" y="202"/>
                        <a:pt x="59" y="241"/>
                      </a:cubicBezTo>
                      <a:lnTo>
                        <a:pt x="14203" y="8392"/>
                      </a:lnTo>
                      <a:lnTo>
                        <a:pt x="14203" y="8100"/>
                      </a:lnTo>
                      <a:lnTo>
                        <a:pt x="195" y="7"/>
                      </a:lnTo>
                      <a:cubicBezTo>
                        <a:pt x="182" y="2"/>
                        <a:pt x="166"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0"/>
                <p:cNvSpPr/>
                <p:nvPr/>
              </p:nvSpPr>
              <p:spPr>
                <a:xfrm>
                  <a:off x="1985575" y="1540825"/>
                  <a:ext cx="375025" cy="217725"/>
                </a:xfrm>
                <a:custGeom>
                  <a:avLst/>
                  <a:gdLst/>
                  <a:ahLst/>
                  <a:cxnLst/>
                  <a:rect l="l" t="t" r="r" b="b"/>
                  <a:pathLst>
                    <a:path w="15001" h="8709" extrusionOk="0">
                      <a:moveTo>
                        <a:pt x="131" y="0"/>
                      </a:moveTo>
                      <a:cubicBezTo>
                        <a:pt x="94" y="0"/>
                        <a:pt x="57" y="14"/>
                        <a:pt x="20" y="51"/>
                      </a:cubicBezTo>
                      <a:cubicBezTo>
                        <a:pt x="1" y="109"/>
                        <a:pt x="1" y="187"/>
                        <a:pt x="79" y="226"/>
                      </a:cubicBezTo>
                      <a:lnTo>
                        <a:pt x="14787" y="8708"/>
                      </a:lnTo>
                      <a:cubicBezTo>
                        <a:pt x="14806" y="8669"/>
                        <a:pt x="14865" y="8611"/>
                        <a:pt x="14923" y="8592"/>
                      </a:cubicBezTo>
                      <a:cubicBezTo>
                        <a:pt x="14962" y="8592"/>
                        <a:pt x="14981" y="8572"/>
                        <a:pt x="15001" y="8572"/>
                      </a:cubicBezTo>
                      <a:lnTo>
                        <a:pt x="195" y="12"/>
                      </a:lnTo>
                      <a:cubicBezTo>
                        <a:pt x="174" y="5"/>
                        <a:pt x="153"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0"/>
                <p:cNvSpPr/>
                <p:nvPr/>
              </p:nvSpPr>
              <p:spPr>
                <a:xfrm>
                  <a:off x="1956400" y="1557850"/>
                  <a:ext cx="184375" cy="107325"/>
                </a:xfrm>
                <a:custGeom>
                  <a:avLst/>
                  <a:gdLst/>
                  <a:ahLst/>
                  <a:cxnLst/>
                  <a:rect l="l" t="t" r="r" b="b"/>
                  <a:pathLst>
                    <a:path w="7375" h="4293" extrusionOk="0">
                      <a:moveTo>
                        <a:pt x="131" y="0"/>
                      </a:moveTo>
                      <a:cubicBezTo>
                        <a:pt x="94" y="0"/>
                        <a:pt x="57" y="14"/>
                        <a:pt x="20" y="51"/>
                      </a:cubicBezTo>
                      <a:cubicBezTo>
                        <a:pt x="1" y="109"/>
                        <a:pt x="20" y="187"/>
                        <a:pt x="78" y="206"/>
                      </a:cubicBezTo>
                      <a:lnTo>
                        <a:pt x="7141" y="4292"/>
                      </a:lnTo>
                      <a:cubicBezTo>
                        <a:pt x="7199" y="4234"/>
                        <a:pt x="7238" y="4195"/>
                        <a:pt x="7296" y="4175"/>
                      </a:cubicBezTo>
                      <a:cubicBezTo>
                        <a:pt x="7316" y="4175"/>
                        <a:pt x="7335" y="4136"/>
                        <a:pt x="7374" y="4136"/>
                      </a:cubicBezTo>
                      <a:lnTo>
                        <a:pt x="195" y="12"/>
                      </a:lnTo>
                      <a:cubicBezTo>
                        <a:pt x="174" y="5"/>
                        <a:pt x="152"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0"/>
                <p:cNvSpPr/>
                <p:nvPr/>
              </p:nvSpPr>
              <p:spPr>
                <a:xfrm>
                  <a:off x="1927700" y="1574025"/>
                  <a:ext cx="327850" cy="190850"/>
                </a:xfrm>
                <a:custGeom>
                  <a:avLst/>
                  <a:gdLst/>
                  <a:ahLst/>
                  <a:cxnLst/>
                  <a:rect l="l" t="t" r="r" b="b"/>
                  <a:pathLst>
                    <a:path w="13114" h="7634" extrusionOk="0">
                      <a:moveTo>
                        <a:pt x="131" y="1"/>
                      </a:moveTo>
                      <a:cubicBezTo>
                        <a:pt x="95" y="1"/>
                        <a:pt x="54" y="20"/>
                        <a:pt x="20" y="65"/>
                      </a:cubicBezTo>
                      <a:cubicBezTo>
                        <a:pt x="1" y="124"/>
                        <a:pt x="20" y="182"/>
                        <a:pt x="79" y="221"/>
                      </a:cubicBezTo>
                      <a:lnTo>
                        <a:pt x="12880" y="7633"/>
                      </a:lnTo>
                      <a:cubicBezTo>
                        <a:pt x="12938" y="7575"/>
                        <a:pt x="12977" y="7536"/>
                        <a:pt x="13036" y="7517"/>
                      </a:cubicBezTo>
                      <a:cubicBezTo>
                        <a:pt x="13055" y="7517"/>
                        <a:pt x="13094" y="7478"/>
                        <a:pt x="13113" y="7478"/>
                      </a:cubicBezTo>
                      <a:lnTo>
                        <a:pt x="195" y="26"/>
                      </a:lnTo>
                      <a:cubicBezTo>
                        <a:pt x="179" y="10"/>
                        <a:pt x="156" y="1"/>
                        <a:pt x="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0"/>
                <p:cNvSpPr/>
                <p:nvPr/>
              </p:nvSpPr>
              <p:spPr>
                <a:xfrm>
                  <a:off x="1899000" y="1590550"/>
                  <a:ext cx="470850" cy="276450"/>
                </a:xfrm>
                <a:custGeom>
                  <a:avLst/>
                  <a:gdLst/>
                  <a:ahLst/>
                  <a:cxnLst/>
                  <a:rect l="l" t="t" r="r" b="b"/>
                  <a:pathLst>
                    <a:path w="18834" h="11058" extrusionOk="0">
                      <a:moveTo>
                        <a:pt x="149" y="0"/>
                      </a:moveTo>
                      <a:cubicBezTo>
                        <a:pt x="102" y="0"/>
                        <a:pt x="54" y="22"/>
                        <a:pt x="40" y="66"/>
                      </a:cubicBezTo>
                      <a:cubicBezTo>
                        <a:pt x="1" y="105"/>
                        <a:pt x="1" y="183"/>
                        <a:pt x="79" y="221"/>
                      </a:cubicBezTo>
                      <a:lnTo>
                        <a:pt x="18833" y="11058"/>
                      </a:lnTo>
                      <a:lnTo>
                        <a:pt x="18833" y="10766"/>
                      </a:lnTo>
                      <a:lnTo>
                        <a:pt x="196" y="7"/>
                      </a:lnTo>
                      <a:cubicBezTo>
                        <a:pt x="181" y="3"/>
                        <a:pt x="165" y="0"/>
                        <a:pt x="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0"/>
                <p:cNvSpPr/>
                <p:nvPr/>
              </p:nvSpPr>
              <p:spPr>
                <a:xfrm>
                  <a:off x="1869825" y="1607000"/>
                  <a:ext cx="233000" cy="135975"/>
                </a:xfrm>
                <a:custGeom>
                  <a:avLst/>
                  <a:gdLst/>
                  <a:ahLst/>
                  <a:cxnLst/>
                  <a:rect l="l" t="t" r="r" b="b"/>
                  <a:pathLst>
                    <a:path w="9320" h="5439" extrusionOk="0">
                      <a:moveTo>
                        <a:pt x="146" y="0"/>
                      </a:moveTo>
                      <a:cubicBezTo>
                        <a:pt x="109" y="0"/>
                        <a:pt x="66" y="17"/>
                        <a:pt x="40" y="69"/>
                      </a:cubicBezTo>
                      <a:cubicBezTo>
                        <a:pt x="1" y="128"/>
                        <a:pt x="40" y="205"/>
                        <a:pt x="78" y="225"/>
                      </a:cubicBezTo>
                      <a:lnTo>
                        <a:pt x="9106" y="5439"/>
                      </a:lnTo>
                      <a:cubicBezTo>
                        <a:pt x="9144" y="5380"/>
                        <a:pt x="9203" y="5342"/>
                        <a:pt x="9242" y="5322"/>
                      </a:cubicBezTo>
                      <a:cubicBezTo>
                        <a:pt x="9281" y="5322"/>
                        <a:pt x="9300" y="5283"/>
                        <a:pt x="9320" y="5283"/>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0"/>
                <p:cNvSpPr/>
                <p:nvPr/>
              </p:nvSpPr>
              <p:spPr>
                <a:xfrm>
                  <a:off x="1841625" y="1624000"/>
                  <a:ext cx="512175" cy="297475"/>
                </a:xfrm>
                <a:custGeom>
                  <a:avLst/>
                  <a:gdLst/>
                  <a:ahLst/>
                  <a:cxnLst/>
                  <a:rect l="l" t="t" r="r" b="b"/>
                  <a:pathLst>
                    <a:path w="20487" h="11899" extrusionOk="0">
                      <a:moveTo>
                        <a:pt x="132" y="1"/>
                      </a:moveTo>
                      <a:cubicBezTo>
                        <a:pt x="89" y="1"/>
                        <a:pt x="46" y="18"/>
                        <a:pt x="20" y="70"/>
                      </a:cubicBezTo>
                      <a:cubicBezTo>
                        <a:pt x="0" y="109"/>
                        <a:pt x="0" y="187"/>
                        <a:pt x="59" y="226"/>
                      </a:cubicBezTo>
                      <a:lnTo>
                        <a:pt x="20272" y="11899"/>
                      </a:lnTo>
                      <a:cubicBezTo>
                        <a:pt x="20292" y="11840"/>
                        <a:pt x="20350" y="11782"/>
                        <a:pt x="20428" y="11763"/>
                      </a:cubicBezTo>
                      <a:cubicBezTo>
                        <a:pt x="20447" y="11763"/>
                        <a:pt x="20467" y="11743"/>
                        <a:pt x="20486" y="11743"/>
                      </a:cubicBezTo>
                      <a:lnTo>
                        <a:pt x="195" y="12"/>
                      </a:lnTo>
                      <a:cubicBezTo>
                        <a:pt x="175" y="5"/>
                        <a:pt x="154" y="1"/>
                        <a:pt x="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0"/>
                <p:cNvSpPr/>
                <p:nvPr/>
              </p:nvSpPr>
              <p:spPr>
                <a:xfrm>
                  <a:off x="1812425" y="1641025"/>
                  <a:ext cx="370650" cy="214800"/>
                </a:xfrm>
                <a:custGeom>
                  <a:avLst/>
                  <a:gdLst/>
                  <a:ahLst/>
                  <a:cxnLst/>
                  <a:rect l="l" t="t" r="r" b="b"/>
                  <a:pathLst>
                    <a:path w="14826" h="8592" extrusionOk="0">
                      <a:moveTo>
                        <a:pt x="157" y="1"/>
                      </a:moveTo>
                      <a:cubicBezTo>
                        <a:pt x="118" y="1"/>
                        <a:pt x="79" y="18"/>
                        <a:pt x="40" y="70"/>
                      </a:cubicBezTo>
                      <a:cubicBezTo>
                        <a:pt x="1" y="90"/>
                        <a:pt x="20" y="167"/>
                        <a:pt x="98" y="206"/>
                      </a:cubicBezTo>
                      <a:lnTo>
                        <a:pt x="14612" y="8591"/>
                      </a:lnTo>
                      <a:cubicBezTo>
                        <a:pt x="14651" y="8552"/>
                        <a:pt x="14709" y="8494"/>
                        <a:pt x="14748" y="8475"/>
                      </a:cubicBezTo>
                      <a:cubicBezTo>
                        <a:pt x="14787" y="8475"/>
                        <a:pt x="14806" y="8455"/>
                        <a:pt x="14826" y="8455"/>
                      </a:cubicBezTo>
                      <a:lnTo>
                        <a:pt x="215" y="12"/>
                      </a:lnTo>
                      <a:cubicBezTo>
                        <a:pt x="196" y="5"/>
                        <a:pt x="176"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0"/>
                <p:cNvSpPr/>
                <p:nvPr/>
              </p:nvSpPr>
              <p:spPr>
                <a:xfrm>
                  <a:off x="1783750" y="1657100"/>
                  <a:ext cx="504375" cy="291625"/>
                </a:xfrm>
                <a:custGeom>
                  <a:avLst/>
                  <a:gdLst/>
                  <a:ahLst/>
                  <a:cxnLst/>
                  <a:rect l="l" t="t" r="r" b="b"/>
                  <a:pathLst>
                    <a:path w="20175" h="11665" extrusionOk="0">
                      <a:moveTo>
                        <a:pt x="130" y="0"/>
                      </a:moveTo>
                      <a:cubicBezTo>
                        <a:pt x="93" y="0"/>
                        <a:pt x="56" y="25"/>
                        <a:pt x="20" y="50"/>
                      </a:cubicBezTo>
                      <a:cubicBezTo>
                        <a:pt x="0" y="108"/>
                        <a:pt x="0" y="166"/>
                        <a:pt x="78" y="225"/>
                      </a:cubicBezTo>
                      <a:lnTo>
                        <a:pt x="19941" y="11664"/>
                      </a:lnTo>
                      <a:cubicBezTo>
                        <a:pt x="19961" y="11645"/>
                        <a:pt x="20019" y="11625"/>
                        <a:pt x="20039" y="11606"/>
                      </a:cubicBezTo>
                      <a:cubicBezTo>
                        <a:pt x="20078" y="11567"/>
                        <a:pt x="20136" y="11548"/>
                        <a:pt x="20175" y="11548"/>
                      </a:cubicBezTo>
                      <a:lnTo>
                        <a:pt x="195" y="30"/>
                      </a:lnTo>
                      <a:cubicBezTo>
                        <a:pt x="173" y="9"/>
                        <a:pt x="152"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0"/>
                <p:cNvSpPr/>
                <p:nvPr/>
              </p:nvSpPr>
              <p:spPr>
                <a:xfrm>
                  <a:off x="1755050" y="1674575"/>
                  <a:ext cx="504875" cy="292150"/>
                </a:xfrm>
                <a:custGeom>
                  <a:avLst/>
                  <a:gdLst/>
                  <a:ahLst/>
                  <a:cxnLst/>
                  <a:rect l="l" t="t" r="r" b="b"/>
                  <a:pathLst>
                    <a:path w="20195" h="11686" extrusionOk="0">
                      <a:moveTo>
                        <a:pt x="139" y="0"/>
                      </a:moveTo>
                      <a:cubicBezTo>
                        <a:pt x="102" y="0"/>
                        <a:pt x="57" y="14"/>
                        <a:pt x="20" y="51"/>
                      </a:cubicBezTo>
                      <a:cubicBezTo>
                        <a:pt x="0" y="109"/>
                        <a:pt x="0" y="168"/>
                        <a:pt x="78" y="226"/>
                      </a:cubicBezTo>
                      <a:lnTo>
                        <a:pt x="19942" y="11685"/>
                      </a:lnTo>
                      <a:cubicBezTo>
                        <a:pt x="19961" y="11627"/>
                        <a:pt x="20000" y="11607"/>
                        <a:pt x="20039" y="11588"/>
                      </a:cubicBezTo>
                      <a:cubicBezTo>
                        <a:pt x="20078" y="11549"/>
                        <a:pt x="20136" y="11529"/>
                        <a:pt x="20195" y="11529"/>
                      </a:cubicBezTo>
                      <a:lnTo>
                        <a:pt x="195" y="12"/>
                      </a:lnTo>
                      <a:cubicBezTo>
                        <a:pt x="181" y="5"/>
                        <a:pt x="161"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0"/>
                <p:cNvSpPr/>
                <p:nvPr/>
              </p:nvSpPr>
              <p:spPr>
                <a:xfrm>
                  <a:off x="1725850" y="1690775"/>
                  <a:ext cx="504900" cy="292475"/>
                </a:xfrm>
                <a:custGeom>
                  <a:avLst/>
                  <a:gdLst/>
                  <a:ahLst/>
                  <a:cxnLst/>
                  <a:rect l="l" t="t" r="r" b="b"/>
                  <a:pathLst>
                    <a:path w="20196" h="11699" extrusionOk="0">
                      <a:moveTo>
                        <a:pt x="131" y="0"/>
                      </a:moveTo>
                      <a:cubicBezTo>
                        <a:pt x="95" y="0"/>
                        <a:pt x="55" y="19"/>
                        <a:pt x="20" y="65"/>
                      </a:cubicBezTo>
                      <a:cubicBezTo>
                        <a:pt x="1" y="123"/>
                        <a:pt x="1" y="181"/>
                        <a:pt x="79" y="240"/>
                      </a:cubicBezTo>
                      <a:lnTo>
                        <a:pt x="19942" y="11699"/>
                      </a:lnTo>
                      <a:cubicBezTo>
                        <a:pt x="19962" y="11640"/>
                        <a:pt x="20020" y="11621"/>
                        <a:pt x="20040" y="11601"/>
                      </a:cubicBezTo>
                      <a:cubicBezTo>
                        <a:pt x="20098" y="11562"/>
                        <a:pt x="20137" y="11543"/>
                        <a:pt x="20195" y="11543"/>
                      </a:cubicBezTo>
                      <a:lnTo>
                        <a:pt x="196" y="26"/>
                      </a:lnTo>
                      <a:cubicBezTo>
                        <a:pt x="179" y="9"/>
                        <a:pt x="157"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0"/>
                <p:cNvSpPr/>
                <p:nvPr/>
              </p:nvSpPr>
              <p:spPr>
                <a:xfrm>
                  <a:off x="1697175" y="1707175"/>
                  <a:ext cx="504875" cy="292125"/>
                </a:xfrm>
                <a:custGeom>
                  <a:avLst/>
                  <a:gdLst/>
                  <a:ahLst/>
                  <a:cxnLst/>
                  <a:rect l="l" t="t" r="r" b="b"/>
                  <a:pathLst>
                    <a:path w="20195" h="11685" extrusionOk="0">
                      <a:moveTo>
                        <a:pt x="146" y="1"/>
                      </a:moveTo>
                      <a:cubicBezTo>
                        <a:pt x="108" y="1"/>
                        <a:pt x="65" y="18"/>
                        <a:pt x="39" y="70"/>
                      </a:cubicBezTo>
                      <a:cubicBezTo>
                        <a:pt x="0" y="109"/>
                        <a:pt x="0" y="187"/>
                        <a:pt x="78" y="245"/>
                      </a:cubicBezTo>
                      <a:lnTo>
                        <a:pt x="19941" y="11685"/>
                      </a:lnTo>
                      <a:cubicBezTo>
                        <a:pt x="19980" y="11646"/>
                        <a:pt x="20000" y="11607"/>
                        <a:pt x="20039" y="11587"/>
                      </a:cubicBezTo>
                      <a:cubicBezTo>
                        <a:pt x="20097" y="11568"/>
                        <a:pt x="20136" y="11548"/>
                        <a:pt x="20194" y="11548"/>
                      </a:cubicBezTo>
                      <a:lnTo>
                        <a:pt x="195" y="12"/>
                      </a:lnTo>
                      <a:cubicBezTo>
                        <a:pt x="182" y="5"/>
                        <a:pt x="164" y="1"/>
                        <a:pt x="1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0"/>
                <p:cNvSpPr/>
                <p:nvPr/>
              </p:nvSpPr>
              <p:spPr>
                <a:xfrm>
                  <a:off x="1668950" y="1723725"/>
                  <a:ext cx="504400" cy="291625"/>
                </a:xfrm>
                <a:custGeom>
                  <a:avLst/>
                  <a:gdLst/>
                  <a:ahLst/>
                  <a:cxnLst/>
                  <a:rect l="l" t="t" r="r" b="b"/>
                  <a:pathLst>
                    <a:path w="20176" h="11665" extrusionOk="0">
                      <a:moveTo>
                        <a:pt x="133" y="0"/>
                      </a:moveTo>
                      <a:cubicBezTo>
                        <a:pt x="89" y="0"/>
                        <a:pt x="46" y="18"/>
                        <a:pt x="20" y="69"/>
                      </a:cubicBezTo>
                      <a:cubicBezTo>
                        <a:pt x="1" y="108"/>
                        <a:pt x="1" y="186"/>
                        <a:pt x="59" y="206"/>
                      </a:cubicBezTo>
                      <a:lnTo>
                        <a:pt x="19942" y="11665"/>
                      </a:lnTo>
                      <a:cubicBezTo>
                        <a:pt x="19962" y="11645"/>
                        <a:pt x="20000" y="11606"/>
                        <a:pt x="20039" y="11587"/>
                      </a:cubicBezTo>
                      <a:cubicBezTo>
                        <a:pt x="20078" y="11567"/>
                        <a:pt x="20117" y="11548"/>
                        <a:pt x="20176" y="11548"/>
                      </a:cubicBezTo>
                      <a:lnTo>
                        <a:pt x="195" y="11"/>
                      </a:lnTo>
                      <a:cubicBezTo>
                        <a:pt x="176" y="5"/>
                        <a:pt x="154" y="0"/>
                        <a:pt x="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0"/>
                <p:cNvSpPr/>
                <p:nvPr/>
              </p:nvSpPr>
              <p:spPr>
                <a:xfrm>
                  <a:off x="2186950" y="1424600"/>
                  <a:ext cx="182900" cy="110225"/>
                </a:xfrm>
                <a:custGeom>
                  <a:avLst/>
                  <a:gdLst/>
                  <a:ahLst/>
                  <a:cxnLst/>
                  <a:rect l="l" t="t" r="r" b="b"/>
                  <a:pathLst>
                    <a:path w="7316" h="4409" extrusionOk="0">
                      <a:moveTo>
                        <a:pt x="119" y="0"/>
                      </a:moveTo>
                      <a:cubicBezTo>
                        <a:pt x="72" y="0"/>
                        <a:pt x="33" y="18"/>
                        <a:pt x="20" y="70"/>
                      </a:cubicBezTo>
                      <a:cubicBezTo>
                        <a:pt x="0" y="109"/>
                        <a:pt x="0" y="186"/>
                        <a:pt x="59" y="225"/>
                      </a:cubicBezTo>
                      <a:lnTo>
                        <a:pt x="7315" y="4408"/>
                      </a:lnTo>
                      <a:lnTo>
                        <a:pt x="7315" y="4116"/>
                      </a:lnTo>
                      <a:lnTo>
                        <a:pt x="195" y="11"/>
                      </a:lnTo>
                      <a:cubicBezTo>
                        <a:pt x="169" y="5"/>
                        <a:pt x="143"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0"/>
                <p:cNvSpPr/>
                <p:nvPr/>
              </p:nvSpPr>
              <p:spPr>
                <a:xfrm>
                  <a:off x="2200575" y="1190425"/>
                  <a:ext cx="167800" cy="101200"/>
                </a:xfrm>
                <a:custGeom>
                  <a:avLst/>
                  <a:gdLst/>
                  <a:ahLst/>
                  <a:cxnLst/>
                  <a:rect l="l" t="t" r="r" b="b"/>
                  <a:pathLst>
                    <a:path w="6712" h="4048" extrusionOk="0">
                      <a:moveTo>
                        <a:pt x="6712" y="1"/>
                      </a:moveTo>
                      <a:cubicBezTo>
                        <a:pt x="6693" y="1"/>
                        <a:pt x="6673" y="1"/>
                        <a:pt x="6673" y="20"/>
                      </a:cubicBezTo>
                      <a:lnTo>
                        <a:pt x="78" y="3834"/>
                      </a:lnTo>
                      <a:cubicBezTo>
                        <a:pt x="39" y="3853"/>
                        <a:pt x="0" y="3931"/>
                        <a:pt x="39" y="4009"/>
                      </a:cubicBezTo>
                      <a:cubicBezTo>
                        <a:pt x="58" y="4048"/>
                        <a:pt x="97" y="4048"/>
                        <a:pt x="136" y="4048"/>
                      </a:cubicBezTo>
                      <a:cubicBezTo>
                        <a:pt x="156" y="4048"/>
                        <a:pt x="175" y="4048"/>
                        <a:pt x="175" y="4028"/>
                      </a:cubicBezTo>
                      <a:lnTo>
                        <a:pt x="6712" y="254"/>
                      </a:lnTo>
                      <a:lnTo>
                        <a:pt x="67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0"/>
                <p:cNvSpPr/>
                <p:nvPr/>
              </p:nvSpPr>
              <p:spPr>
                <a:xfrm>
                  <a:off x="2173825" y="1223500"/>
                  <a:ext cx="89025" cy="53050"/>
                </a:xfrm>
                <a:custGeom>
                  <a:avLst/>
                  <a:gdLst/>
                  <a:ahLst/>
                  <a:cxnLst/>
                  <a:rect l="l" t="t" r="r" b="b"/>
                  <a:pathLst>
                    <a:path w="3561" h="2122" extrusionOk="0">
                      <a:moveTo>
                        <a:pt x="3346" y="1"/>
                      </a:moveTo>
                      <a:lnTo>
                        <a:pt x="78" y="1907"/>
                      </a:lnTo>
                      <a:cubicBezTo>
                        <a:pt x="39" y="1927"/>
                        <a:pt x="0" y="2005"/>
                        <a:pt x="39" y="2083"/>
                      </a:cubicBezTo>
                      <a:cubicBezTo>
                        <a:pt x="58" y="2102"/>
                        <a:pt x="97" y="2121"/>
                        <a:pt x="156" y="2121"/>
                      </a:cubicBezTo>
                      <a:cubicBezTo>
                        <a:pt x="175" y="2121"/>
                        <a:pt x="195" y="2121"/>
                        <a:pt x="195" y="2102"/>
                      </a:cubicBezTo>
                      <a:lnTo>
                        <a:pt x="3560" y="157"/>
                      </a:lnTo>
                      <a:cubicBezTo>
                        <a:pt x="3521" y="157"/>
                        <a:pt x="3521" y="137"/>
                        <a:pt x="3502" y="137"/>
                      </a:cubicBezTo>
                      <a:cubicBezTo>
                        <a:pt x="3444" y="79"/>
                        <a:pt x="3385" y="59"/>
                        <a:pt x="3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0"/>
                <p:cNvSpPr/>
                <p:nvPr/>
              </p:nvSpPr>
              <p:spPr>
                <a:xfrm>
                  <a:off x="2147050" y="1127700"/>
                  <a:ext cx="221325" cy="133275"/>
                </a:xfrm>
                <a:custGeom>
                  <a:avLst/>
                  <a:gdLst/>
                  <a:ahLst/>
                  <a:cxnLst/>
                  <a:rect l="l" t="t" r="r" b="b"/>
                  <a:pathLst>
                    <a:path w="8853" h="5331" extrusionOk="0">
                      <a:moveTo>
                        <a:pt x="8853" y="0"/>
                      </a:moveTo>
                      <a:lnTo>
                        <a:pt x="59" y="5078"/>
                      </a:lnTo>
                      <a:cubicBezTo>
                        <a:pt x="1" y="5156"/>
                        <a:pt x="1" y="5234"/>
                        <a:pt x="40" y="5273"/>
                      </a:cubicBezTo>
                      <a:cubicBezTo>
                        <a:pt x="59" y="5331"/>
                        <a:pt x="98" y="5331"/>
                        <a:pt x="137" y="5331"/>
                      </a:cubicBezTo>
                      <a:cubicBezTo>
                        <a:pt x="157" y="5331"/>
                        <a:pt x="176" y="5331"/>
                        <a:pt x="176" y="5292"/>
                      </a:cubicBezTo>
                      <a:lnTo>
                        <a:pt x="8853" y="292"/>
                      </a:lnTo>
                      <a:lnTo>
                        <a:pt x="8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0"/>
                <p:cNvSpPr/>
                <p:nvPr/>
              </p:nvSpPr>
              <p:spPr>
                <a:xfrm>
                  <a:off x="2119825" y="1096075"/>
                  <a:ext cx="249050" cy="148850"/>
                </a:xfrm>
                <a:custGeom>
                  <a:avLst/>
                  <a:gdLst/>
                  <a:ahLst/>
                  <a:cxnLst/>
                  <a:rect l="l" t="t" r="r" b="b"/>
                  <a:pathLst>
                    <a:path w="9962" h="5954" extrusionOk="0">
                      <a:moveTo>
                        <a:pt x="9961" y="1"/>
                      </a:moveTo>
                      <a:lnTo>
                        <a:pt x="78" y="5720"/>
                      </a:lnTo>
                      <a:cubicBezTo>
                        <a:pt x="20" y="5779"/>
                        <a:pt x="1" y="5857"/>
                        <a:pt x="59" y="5915"/>
                      </a:cubicBezTo>
                      <a:cubicBezTo>
                        <a:pt x="78" y="5954"/>
                        <a:pt x="117" y="5954"/>
                        <a:pt x="137" y="5954"/>
                      </a:cubicBezTo>
                      <a:cubicBezTo>
                        <a:pt x="176" y="5954"/>
                        <a:pt x="195" y="5954"/>
                        <a:pt x="195" y="5934"/>
                      </a:cubicBezTo>
                      <a:lnTo>
                        <a:pt x="9961" y="292"/>
                      </a:lnTo>
                      <a:lnTo>
                        <a:pt x="99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0"/>
                <p:cNvSpPr/>
                <p:nvPr/>
              </p:nvSpPr>
              <p:spPr>
                <a:xfrm>
                  <a:off x="1815350" y="1065425"/>
                  <a:ext cx="554000" cy="324925"/>
                </a:xfrm>
                <a:custGeom>
                  <a:avLst/>
                  <a:gdLst/>
                  <a:ahLst/>
                  <a:cxnLst/>
                  <a:rect l="l" t="t" r="r" b="b"/>
                  <a:pathLst>
                    <a:path w="22160" h="12997" extrusionOk="0">
                      <a:moveTo>
                        <a:pt x="22160" y="1"/>
                      </a:moveTo>
                      <a:lnTo>
                        <a:pt x="79" y="12744"/>
                      </a:lnTo>
                      <a:cubicBezTo>
                        <a:pt x="20" y="12802"/>
                        <a:pt x="1" y="12880"/>
                        <a:pt x="40" y="12939"/>
                      </a:cubicBezTo>
                      <a:cubicBezTo>
                        <a:pt x="79" y="12997"/>
                        <a:pt x="117" y="12997"/>
                        <a:pt x="137" y="12997"/>
                      </a:cubicBezTo>
                      <a:cubicBezTo>
                        <a:pt x="176" y="12997"/>
                        <a:pt x="195" y="12997"/>
                        <a:pt x="195" y="12977"/>
                      </a:cubicBezTo>
                      <a:lnTo>
                        <a:pt x="22160" y="293"/>
                      </a:lnTo>
                      <a:lnTo>
                        <a:pt x="2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0"/>
                <p:cNvSpPr/>
                <p:nvPr/>
              </p:nvSpPr>
              <p:spPr>
                <a:xfrm>
                  <a:off x="1788600" y="1033825"/>
                  <a:ext cx="579775" cy="340475"/>
                </a:xfrm>
                <a:custGeom>
                  <a:avLst/>
                  <a:gdLst/>
                  <a:ahLst/>
                  <a:cxnLst/>
                  <a:rect l="l" t="t" r="r" b="b"/>
                  <a:pathLst>
                    <a:path w="23191" h="13619" extrusionOk="0">
                      <a:moveTo>
                        <a:pt x="23191" y="0"/>
                      </a:moveTo>
                      <a:lnTo>
                        <a:pt x="40" y="13385"/>
                      </a:lnTo>
                      <a:cubicBezTo>
                        <a:pt x="20" y="13463"/>
                        <a:pt x="1" y="13522"/>
                        <a:pt x="20" y="13580"/>
                      </a:cubicBezTo>
                      <a:cubicBezTo>
                        <a:pt x="40" y="13619"/>
                        <a:pt x="98" y="13619"/>
                        <a:pt x="117" y="13619"/>
                      </a:cubicBezTo>
                      <a:cubicBezTo>
                        <a:pt x="137" y="13619"/>
                        <a:pt x="176" y="13619"/>
                        <a:pt x="176" y="13599"/>
                      </a:cubicBezTo>
                      <a:lnTo>
                        <a:pt x="23191" y="292"/>
                      </a:lnTo>
                      <a:lnTo>
                        <a:pt x="2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0"/>
                <p:cNvSpPr/>
                <p:nvPr/>
              </p:nvSpPr>
              <p:spPr>
                <a:xfrm>
                  <a:off x="1761850" y="1055700"/>
                  <a:ext cx="522875" cy="303525"/>
                </a:xfrm>
                <a:custGeom>
                  <a:avLst/>
                  <a:gdLst/>
                  <a:ahLst/>
                  <a:cxnLst/>
                  <a:rect l="l" t="t" r="r" b="b"/>
                  <a:pathLst>
                    <a:path w="20915" h="12141" extrusionOk="0">
                      <a:moveTo>
                        <a:pt x="20720" y="1"/>
                      </a:moveTo>
                      <a:lnTo>
                        <a:pt x="78" y="11927"/>
                      </a:lnTo>
                      <a:cubicBezTo>
                        <a:pt x="20" y="11946"/>
                        <a:pt x="1" y="12024"/>
                        <a:pt x="20" y="12102"/>
                      </a:cubicBezTo>
                      <a:cubicBezTo>
                        <a:pt x="40" y="12141"/>
                        <a:pt x="98" y="12141"/>
                        <a:pt x="117" y="12141"/>
                      </a:cubicBezTo>
                      <a:cubicBezTo>
                        <a:pt x="137" y="12141"/>
                        <a:pt x="176" y="12141"/>
                        <a:pt x="176" y="12121"/>
                      </a:cubicBezTo>
                      <a:lnTo>
                        <a:pt x="20915" y="137"/>
                      </a:lnTo>
                      <a:cubicBezTo>
                        <a:pt x="20895" y="137"/>
                        <a:pt x="20856" y="98"/>
                        <a:pt x="20837" y="79"/>
                      </a:cubicBezTo>
                      <a:cubicBezTo>
                        <a:pt x="20817" y="79"/>
                        <a:pt x="20759" y="40"/>
                        <a:pt x="20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0"/>
                <p:cNvSpPr/>
                <p:nvPr/>
              </p:nvSpPr>
              <p:spPr>
                <a:xfrm>
                  <a:off x="1735100" y="1111150"/>
                  <a:ext cx="398850" cy="232525"/>
                </a:xfrm>
                <a:custGeom>
                  <a:avLst/>
                  <a:gdLst/>
                  <a:ahLst/>
                  <a:cxnLst/>
                  <a:rect l="l" t="t" r="r" b="b"/>
                  <a:pathLst>
                    <a:path w="15954" h="9301" extrusionOk="0">
                      <a:moveTo>
                        <a:pt x="15720" y="1"/>
                      </a:moveTo>
                      <a:lnTo>
                        <a:pt x="78" y="9067"/>
                      </a:lnTo>
                      <a:cubicBezTo>
                        <a:pt x="1" y="9125"/>
                        <a:pt x="1" y="9203"/>
                        <a:pt x="20" y="9242"/>
                      </a:cubicBezTo>
                      <a:cubicBezTo>
                        <a:pt x="40" y="9300"/>
                        <a:pt x="98" y="9300"/>
                        <a:pt x="117" y="9300"/>
                      </a:cubicBezTo>
                      <a:cubicBezTo>
                        <a:pt x="137" y="9300"/>
                        <a:pt x="176" y="9300"/>
                        <a:pt x="176" y="9261"/>
                      </a:cubicBezTo>
                      <a:lnTo>
                        <a:pt x="15954" y="137"/>
                      </a:lnTo>
                      <a:cubicBezTo>
                        <a:pt x="15934" y="137"/>
                        <a:pt x="15895" y="117"/>
                        <a:pt x="15876" y="117"/>
                      </a:cubicBezTo>
                      <a:cubicBezTo>
                        <a:pt x="15798" y="98"/>
                        <a:pt x="15779" y="40"/>
                        <a:pt x="15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0"/>
                <p:cNvSpPr/>
                <p:nvPr/>
              </p:nvSpPr>
              <p:spPr>
                <a:xfrm>
                  <a:off x="1707875" y="1051825"/>
                  <a:ext cx="475700" cy="276275"/>
                </a:xfrm>
                <a:custGeom>
                  <a:avLst/>
                  <a:gdLst/>
                  <a:ahLst/>
                  <a:cxnLst/>
                  <a:rect l="l" t="t" r="r" b="b"/>
                  <a:pathLst>
                    <a:path w="19028" h="11051" extrusionOk="0">
                      <a:moveTo>
                        <a:pt x="18813" y="0"/>
                      </a:moveTo>
                      <a:lnTo>
                        <a:pt x="59" y="10817"/>
                      </a:lnTo>
                      <a:cubicBezTo>
                        <a:pt x="20" y="10856"/>
                        <a:pt x="0" y="10934"/>
                        <a:pt x="39" y="11012"/>
                      </a:cubicBezTo>
                      <a:cubicBezTo>
                        <a:pt x="59" y="11051"/>
                        <a:pt x="117" y="11051"/>
                        <a:pt x="136" y="11051"/>
                      </a:cubicBezTo>
                      <a:cubicBezTo>
                        <a:pt x="156" y="11051"/>
                        <a:pt x="195" y="11051"/>
                        <a:pt x="195" y="11031"/>
                      </a:cubicBezTo>
                      <a:lnTo>
                        <a:pt x="19027" y="156"/>
                      </a:lnTo>
                      <a:cubicBezTo>
                        <a:pt x="19008" y="156"/>
                        <a:pt x="18988" y="136"/>
                        <a:pt x="18969" y="117"/>
                      </a:cubicBezTo>
                      <a:cubicBezTo>
                        <a:pt x="18910" y="98"/>
                        <a:pt x="18871" y="39"/>
                        <a:pt x="18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0"/>
                <p:cNvSpPr/>
                <p:nvPr/>
              </p:nvSpPr>
              <p:spPr>
                <a:xfrm>
                  <a:off x="1680625" y="974000"/>
                  <a:ext cx="584650" cy="339025"/>
                </a:xfrm>
                <a:custGeom>
                  <a:avLst/>
                  <a:gdLst/>
                  <a:ahLst/>
                  <a:cxnLst/>
                  <a:rect l="l" t="t" r="r" b="b"/>
                  <a:pathLst>
                    <a:path w="23386" h="13561" extrusionOk="0">
                      <a:moveTo>
                        <a:pt x="23152" y="0"/>
                      </a:moveTo>
                      <a:lnTo>
                        <a:pt x="78" y="13327"/>
                      </a:lnTo>
                      <a:cubicBezTo>
                        <a:pt x="40" y="13347"/>
                        <a:pt x="1" y="13424"/>
                        <a:pt x="40" y="13483"/>
                      </a:cubicBezTo>
                      <a:cubicBezTo>
                        <a:pt x="59" y="13541"/>
                        <a:pt x="117" y="13561"/>
                        <a:pt x="156" y="13561"/>
                      </a:cubicBezTo>
                      <a:cubicBezTo>
                        <a:pt x="176" y="13561"/>
                        <a:pt x="215" y="13561"/>
                        <a:pt x="215" y="13541"/>
                      </a:cubicBezTo>
                      <a:lnTo>
                        <a:pt x="23386" y="156"/>
                      </a:lnTo>
                      <a:cubicBezTo>
                        <a:pt x="23347" y="156"/>
                        <a:pt x="23327" y="137"/>
                        <a:pt x="23308" y="117"/>
                      </a:cubicBezTo>
                      <a:cubicBezTo>
                        <a:pt x="23249" y="98"/>
                        <a:pt x="23210" y="39"/>
                        <a:pt x="2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0"/>
                <p:cNvSpPr/>
                <p:nvPr/>
              </p:nvSpPr>
              <p:spPr>
                <a:xfrm>
                  <a:off x="1654375" y="879650"/>
                  <a:ext cx="714975" cy="417825"/>
                </a:xfrm>
                <a:custGeom>
                  <a:avLst/>
                  <a:gdLst/>
                  <a:ahLst/>
                  <a:cxnLst/>
                  <a:rect l="l" t="t" r="r" b="b"/>
                  <a:pathLst>
                    <a:path w="28599" h="16713" extrusionOk="0">
                      <a:moveTo>
                        <a:pt x="28599" y="0"/>
                      </a:moveTo>
                      <a:lnTo>
                        <a:pt x="58" y="16459"/>
                      </a:lnTo>
                      <a:cubicBezTo>
                        <a:pt x="20" y="16517"/>
                        <a:pt x="0" y="16576"/>
                        <a:pt x="20" y="16654"/>
                      </a:cubicBezTo>
                      <a:cubicBezTo>
                        <a:pt x="39" y="16712"/>
                        <a:pt x="97" y="16712"/>
                        <a:pt x="117" y="16712"/>
                      </a:cubicBezTo>
                      <a:cubicBezTo>
                        <a:pt x="136" y="16712"/>
                        <a:pt x="156" y="16712"/>
                        <a:pt x="156" y="16673"/>
                      </a:cubicBezTo>
                      <a:lnTo>
                        <a:pt x="28599" y="292"/>
                      </a:lnTo>
                      <a:lnTo>
                        <a:pt x="28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0"/>
                <p:cNvSpPr/>
                <p:nvPr/>
              </p:nvSpPr>
              <p:spPr>
                <a:xfrm>
                  <a:off x="1627625" y="853200"/>
                  <a:ext cx="737350" cy="428225"/>
                </a:xfrm>
                <a:custGeom>
                  <a:avLst/>
                  <a:gdLst/>
                  <a:ahLst/>
                  <a:cxnLst/>
                  <a:rect l="l" t="t" r="r" b="b"/>
                  <a:pathLst>
                    <a:path w="29494" h="17129" extrusionOk="0">
                      <a:moveTo>
                        <a:pt x="29354" y="0"/>
                      </a:moveTo>
                      <a:cubicBezTo>
                        <a:pt x="29337" y="0"/>
                        <a:pt x="29319" y="3"/>
                        <a:pt x="29299" y="8"/>
                      </a:cubicBezTo>
                      <a:lnTo>
                        <a:pt x="39" y="16895"/>
                      </a:lnTo>
                      <a:cubicBezTo>
                        <a:pt x="20" y="16953"/>
                        <a:pt x="0" y="17031"/>
                        <a:pt x="20" y="17089"/>
                      </a:cubicBezTo>
                      <a:cubicBezTo>
                        <a:pt x="39" y="17128"/>
                        <a:pt x="97" y="17128"/>
                        <a:pt x="117" y="17128"/>
                      </a:cubicBezTo>
                      <a:cubicBezTo>
                        <a:pt x="136" y="17128"/>
                        <a:pt x="156" y="17128"/>
                        <a:pt x="156" y="17109"/>
                      </a:cubicBezTo>
                      <a:lnTo>
                        <a:pt x="29416" y="222"/>
                      </a:lnTo>
                      <a:cubicBezTo>
                        <a:pt x="29474" y="202"/>
                        <a:pt x="29494" y="124"/>
                        <a:pt x="29474" y="66"/>
                      </a:cubicBezTo>
                      <a:cubicBezTo>
                        <a:pt x="29445" y="22"/>
                        <a:pt x="29405" y="0"/>
                        <a:pt x="29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0"/>
                <p:cNvSpPr/>
                <p:nvPr/>
              </p:nvSpPr>
              <p:spPr>
                <a:xfrm>
                  <a:off x="1573150" y="1036250"/>
                  <a:ext cx="369175" cy="215000"/>
                </a:xfrm>
                <a:custGeom>
                  <a:avLst/>
                  <a:gdLst/>
                  <a:ahLst/>
                  <a:cxnLst/>
                  <a:rect l="l" t="t" r="r" b="b"/>
                  <a:pathLst>
                    <a:path w="14767" h="8600" extrusionOk="0">
                      <a:moveTo>
                        <a:pt x="14552" y="1"/>
                      </a:moveTo>
                      <a:lnTo>
                        <a:pt x="78" y="8347"/>
                      </a:lnTo>
                      <a:cubicBezTo>
                        <a:pt x="39" y="8366"/>
                        <a:pt x="0" y="8444"/>
                        <a:pt x="39" y="8522"/>
                      </a:cubicBezTo>
                      <a:cubicBezTo>
                        <a:pt x="78" y="8561"/>
                        <a:pt x="97" y="8600"/>
                        <a:pt x="156" y="8600"/>
                      </a:cubicBezTo>
                      <a:cubicBezTo>
                        <a:pt x="175" y="8600"/>
                        <a:pt x="195" y="8600"/>
                        <a:pt x="195" y="8561"/>
                      </a:cubicBezTo>
                      <a:lnTo>
                        <a:pt x="14766" y="156"/>
                      </a:lnTo>
                      <a:cubicBezTo>
                        <a:pt x="14747" y="156"/>
                        <a:pt x="14728" y="137"/>
                        <a:pt x="14689" y="137"/>
                      </a:cubicBezTo>
                      <a:cubicBezTo>
                        <a:pt x="14650" y="98"/>
                        <a:pt x="14591" y="59"/>
                        <a:pt x="145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0"/>
                <p:cNvSpPr/>
                <p:nvPr/>
              </p:nvSpPr>
              <p:spPr>
                <a:xfrm>
                  <a:off x="1588700" y="11943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0"/>
                <p:cNvSpPr/>
                <p:nvPr/>
              </p:nvSpPr>
              <p:spPr>
                <a:xfrm>
                  <a:off x="1546400" y="1225450"/>
                  <a:ext cx="14125" cy="9750"/>
                </a:xfrm>
                <a:custGeom>
                  <a:avLst/>
                  <a:gdLst/>
                  <a:ahLst/>
                  <a:cxnLst/>
                  <a:rect l="l" t="t" r="r" b="b"/>
                  <a:pathLst>
                    <a:path w="565" h="390" extrusionOk="0">
                      <a:moveTo>
                        <a:pt x="331" y="1"/>
                      </a:moveTo>
                      <a:lnTo>
                        <a:pt x="78" y="176"/>
                      </a:lnTo>
                      <a:cubicBezTo>
                        <a:pt x="39" y="195"/>
                        <a:pt x="0" y="273"/>
                        <a:pt x="39" y="331"/>
                      </a:cubicBezTo>
                      <a:cubicBezTo>
                        <a:pt x="58" y="390"/>
                        <a:pt x="97" y="390"/>
                        <a:pt x="136" y="390"/>
                      </a:cubicBezTo>
                      <a:cubicBezTo>
                        <a:pt x="156" y="390"/>
                        <a:pt x="175" y="390"/>
                        <a:pt x="175" y="370"/>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0"/>
                <p:cNvSpPr/>
                <p:nvPr/>
              </p:nvSpPr>
              <p:spPr>
                <a:xfrm>
                  <a:off x="16422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0"/>
                <p:cNvSpPr/>
                <p:nvPr/>
              </p:nvSpPr>
              <p:spPr>
                <a:xfrm>
                  <a:off x="1560975" y="1210375"/>
                  <a:ext cx="27750" cy="15100"/>
                </a:xfrm>
                <a:custGeom>
                  <a:avLst/>
                  <a:gdLst/>
                  <a:ahLst/>
                  <a:cxnLst/>
                  <a:rect l="l" t="t" r="r" b="b"/>
                  <a:pathLst>
                    <a:path w="1110" h="604" extrusionOk="0">
                      <a:moveTo>
                        <a:pt x="857" y="1"/>
                      </a:moveTo>
                      <a:lnTo>
                        <a:pt x="1" y="468"/>
                      </a:lnTo>
                      <a:lnTo>
                        <a:pt x="254" y="60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0"/>
                <p:cNvSpPr/>
                <p:nvPr/>
              </p:nvSpPr>
              <p:spPr>
                <a:xfrm>
                  <a:off x="1696200" y="1132550"/>
                  <a:ext cx="26775" cy="15600"/>
                </a:xfrm>
                <a:custGeom>
                  <a:avLst/>
                  <a:gdLst/>
                  <a:ahLst/>
                  <a:cxnLst/>
                  <a:rect l="l" t="t" r="r" b="b"/>
                  <a:pathLst>
                    <a:path w="1071" h="624" extrusionOk="0">
                      <a:moveTo>
                        <a:pt x="817" y="1"/>
                      </a:moveTo>
                      <a:lnTo>
                        <a:pt x="0" y="487"/>
                      </a:lnTo>
                      <a:lnTo>
                        <a:pt x="234" y="623"/>
                      </a:lnTo>
                      <a:lnTo>
                        <a:pt x="1070" y="137"/>
                      </a:lnTo>
                      <a:lnTo>
                        <a:pt x="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0"/>
                <p:cNvSpPr/>
                <p:nvPr/>
              </p:nvSpPr>
              <p:spPr>
                <a:xfrm>
                  <a:off x="1722950" y="872825"/>
                  <a:ext cx="448450" cy="259750"/>
                </a:xfrm>
                <a:custGeom>
                  <a:avLst/>
                  <a:gdLst/>
                  <a:ahLst/>
                  <a:cxnLst/>
                  <a:rect l="l" t="t" r="r" b="b"/>
                  <a:pathLst>
                    <a:path w="17938" h="10390" extrusionOk="0">
                      <a:moveTo>
                        <a:pt x="17724" y="1"/>
                      </a:moveTo>
                      <a:lnTo>
                        <a:pt x="0" y="10234"/>
                      </a:lnTo>
                      <a:lnTo>
                        <a:pt x="234" y="10390"/>
                      </a:lnTo>
                      <a:lnTo>
                        <a:pt x="17938" y="156"/>
                      </a:lnTo>
                      <a:cubicBezTo>
                        <a:pt x="17899" y="118"/>
                        <a:pt x="17879" y="118"/>
                        <a:pt x="17840" y="98"/>
                      </a:cubicBezTo>
                      <a:cubicBezTo>
                        <a:pt x="17802" y="79"/>
                        <a:pt x="17743" y="20"/>
                        <a:pt x="177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0"/>
                <p:cNvSpPr/>
                <p:nvPr/>
              </p:nvSpPr>
              <p:spPr>
                <a:xfrm>
                  <a:off x="1615450" y="11792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0"/>
                <p:cNvSpPr/>
                <p:nvPr/>
              </p:nvSpPr>
              <p:spPr>
                <a:xfrm>
                  <a:off x="1668950" y="1148125"/>
                  <a:ext cx="27275" cy="15100"/>
                </a:xfrm>
                <a:custGeom>
                  <a:avLst/>
                  <a:gdLst/>
                  <a:ahLst/>
                  <a:cxnLst/>
                  <a:rect l="l" t="t" r="r" b="b"/>
                  <a:pathLst>
                    <a:path w="1091" h="604" extrusionOk="0">
                      <a:moveTo>
                        <a:pt x="837" y="0"/>
                      </a:moveTo>
                      <a:lnTo>
                        <a:pt x="1" y="467"/>
                      </a:lnTo>
                      <a:lnTo>
                        <a:pt x="234" y="603"/>
                      </a:lnTo>
                      <a:lnTo>
                        <a:pt x="109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0"/>
                <p:cNvSpPr/>
                <p:nvPr/>
              </p:nvSpPr>
              <p:spPr>
                <a:xfrm>
                  <a:off x="1588700" y="11632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0"/>
                <p:cNvSpPr/>
                <p:nvPr/>
              </p:nvSpPr>
              <p:spPr>
                <a:xfrm>
                  <a:off x="1560975" y="1179250"/>
                  <a:ext cx="27750" cy="15100"/>
                </a:xfrm>
                <a:custGeom>
                  <a:avLst/>
                  <a:gdLst/>
                  <a:ahLst/>
                  <a:cxnLst/>
                  <a:rect l="l" t="t" r="r" b="b"/>
                  <a:pathLst>
                    <a:path w="1110" h="604" extrusionOk="0">
                      <a:moveTo>
                        <a:pt x="857" y="0"/>
                      </a:moveTo>
                      <a:lnTo>
                        <a:pt x="1" y="467"/>
                      </a:lnTo>
                      <a:lnTo>
                        <a:pt x="254" y="604"/>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0"/>
                <p:cNvSpPr/>
                <p:nvPr/>
              </p:nvSpPr>
              <p:spPr>
                <a:xfrm>
                  <a:off x="1696200" y="923425"/>
                  <a:ext cx="334150" cy="194075"/>
                </a:xfrm>
                <a:custGeom>
                  <a:avLst/>
                  <a:gdLst/>
                  <a:ahLst/>
                  <a:cxnLst/>
                  <a:rect l="l" t="t" r="r" b="b"/>
                  <a:pathLst>
                    <a:path w="13366" h="7763" extrusionOk="0">
                      <a:moveTo>
                        <a:pt x="13152" y="0"/>
                      </a:moveTo>
                      <a:lnTo>
                        <a:pt x="0" y="7607"/>
                      </a:lnTo>
                      <a:lnTo>
                        <a:pt x="234" y="7763"/>
                      </a:lnTo>
                      <a:lnTo>
                        <a:pt x="13366" y="175"/>
                      </a:lnTo>
                      <a:cubicBezTo>
                        <a:pt x="13346" y="136"/>
                        <a:pt x="13327" y="136"/>
                        <a:pt x="13307" y="117"/>
                      </a:cubicBezTo>
                      <a:cubicBezTo>
                        <a:pt x="13249" y="97"/>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0"/>
                <p:cNvSpPr/>
                <p:nvPr/>
              </p:nvSpPr>
              <p:spPr>
                <a:xfrm>
                  <a:off x="16422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0"/>
                <p:cNvSpPr/>
                <p:nvPr/>
              </p:nvSpPr>
              <p:spPr>
                <a:xfrm>
                  <a:off x="1615450" y="11481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0"/>
                <p:cNvSpPr/>
                <p:nvPr/>
              </p:nvSpPr>
              <p:spPr>
                <a:xfrm>
                  <a:off x="1519650" y="1209400"/>
                  <a:ext cx="14125" cy="9750"/>
                </a:xfrm>
                <a:custGeom>
                  <a:avLst/>
                  <a:gdLst/>
                  <a:ahLst/>
                  <a:cxnLst/>
                  <a:rect l="l" t="t" r="r" b="b"/>
                  <a:pathLst>
                    <a:path w="565" h="390" extrusionOk="0">
                      <a:moveTo>
                        <a:pt x="331" y="1"/>
                      </a:moveTo>
                      <a:lnTo>
                        <a:pt x="78" y="176"/>
                      </a:lnTo>
                      <a:cubicBezTo>
                        <a:pt x="39" y="21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0"/>
                <p:cNvSpPr/>
                <p:nvPr/>
              </p:nvSpPr>
              <p:spPr>
                <a:xfrm>
                  <a:off x="1668950" y="1117475"/>
                  <a:ext cx="27275" cy="15100"/>
                </a:xfrm>
                <a:custGeom>
                  <a:avLst/>
                  <a:gdLst/>
                  <a:ahLst/>
                  <a:cxnLst/>
                  <a:rect l="l" t="t" r="r" b="b"/>
                  <a:pathLst>
                    <a:path w="1091" h="604" extrusionOk="0">
                      <a:moveTo>
                        <a:pt x="837" y="1"/>
                      </a:moveTo>
                      <a:lnTo>
                        <a:pt x="1" y="448"/>
                      </a:lnTo>
                      <a:lnTo>
                        <a:pt x="234" y="604"/>
                      </a:lnTo>
                      <a:lnTo>
                        <a:pt x="109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0"/>
                <p:cNvSpPr/>
                <p:nvPr/>
              </p:nvSpPr>
              <p:spPr>
                <a:xfrm>
                  <a:off x="1534225" y="11943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0"/>
                <p:cNvSpPr/>
                <p:nvPr/>
              </p:nvSpPr>
              <p:spPr>
                <a:xfrm>
                  <a:off x="1560975" y="1148125"/>
                  <a:ext cx="27750" cy="15100"/>
                </a:xfrm>
                <a:custGeom>
                  <a:avLst/>
                  <a:gdLst/>
                  <a:ahLst/>
                  <a:cxnLst/>
                  <a:rect l="l" t="t" r="r" b="b"/>
                  <a:pathLst>
                    <a:path w="1110" h="604" extrusionOk="0">
                      <a:moveTo>
                        <a:pt x="857" y="0"/>
                      </a:moveTo>
                      <a:lnTo>
                        <a:pt x="1" y="467"/>
                      </a:lnTo>
                      <a:lnTo>
                        <a:pt x="254" y="603"/>
                      </a:lnTo>
                      <a:lnTo>
                        <a:pt x="111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0"/>
                <p:cNvSpPr/>
                <p:nvPr/>
              </p:nvSpPr>
              <p:spPr>
                <a:xfrm>
                  <a:off x="1507475" y="1179250"/>
                  <a:ext cx="26775" cy="15100"/>
                </a:xfrm>
                <a:custGeom>
                  <a:avLst/>
                  <a:gdLst/>
                  <a:ahLst/>
                  <a:cxnLst/>
                  <a:rect l="l" t="t" r="r" b="b"/>
                  <a:pathLst>
                    <a:path w="1071" h="604" extrusionOk="0">
                      <a:moveTo>
                        <a:pt x="837" y="0"/>
                      </a:moveTo>
                      <a:lnTo>
                        <a:pt x="1" y="467"/>
                      </a:lnTo>
                      <a:lnTo>
                        <a:pt x="254" y="604"/>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0"/>
                <p:cNvSpPr/>
                <p:nvPr/>
              </p:nvSpPr>
              <p:spPr>
                <a:xfrm>
                  <a:off x="1492900" y="1194325"/>
                  <a:ext cx="14125" cy="9750"/>
                </a:xfrm>
                <a:custGeom>
                  <a:avLst/>
                  <a:gdLst/>
                  <a:ahLst/>
                  <a:cxnLst/>
                  <a:rect l="l" t="t" r="r" b="b"/>
                  <a:pathLst>
                    <a:path w="565" h="390" extrusionOk="0">
                      <a:moveTo>
                        <a:pt x="331" y="1"/>
                      </a:moveTo>
                      <a:lnTo>
                        <a:pt x="78" y="176"/>
                      </a:lnTo>
                      <a:cubicBezTo>
                        <a:pt x="39" y="195"/>
                        <a:pt x="0" y="273"/>
                        <a:pt x="39" y="351"/>
                      </a:cubicBezTo>
                      <a:cubicBezTo>
                        <a:pt x="58" y="390"/>
                        <a:pt x="97" y="390"/>
                        <a:pt x="136" y="390"/>
                      </a:cubicBezTo>
                      <a:cubicBezTo>
                        <a:pt x="156" y="390"/>
                        <a:pt x="175" y="390"/>
                        <a:pt x="175" y="370"/>
                      </a:cubicBezTo>
                      <a:lnTo>
                        <a:pt x="564"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0"/>
                <p:cNvSpPr/>
                <p:nvPr/>
              </p:nvSpPr>
              <p:spPr>
                <a:xfrm>
                  <a:off x="1615450" y="11174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0"/>
                <p:cNvSpPr/>
                <p:nvPr/>
              </p:nvSpPr>
              <p:spPr>
                <a:xfrm>
                  <a:off x="1668950" y="944825"/>
                  <a:ext cx="271425" cy="157125"/>
                </a:xfrm>
                <a:custGeom>
                  <a:avLst/>
                  <a:gdLst/>
                  <a:ahLst/>
                  <a:cxnLst/>
                  <a:rect l="l" t="t" r="r" b="b"/>
                  <a:pathLst>
                    <a:path w="10857" h="6285" extrusionOk="0">
                      <a:moveTo>
                        <a:pt x="10643" y="0"/>
                      </a:moveTo>
                      <a:lnTo>
                        <a:pt x="1" y="6148"/>
                      </a:lnTo>
                      <a:lnTo>
                        <a:pt x="234" y="6284"/>
                      </a:lnTo>
                      <a:lnTo>
                        <a:pt x="10857" y="136"/>
                      </a:lnTo>
                      <a:cubicBezTo>
                        <a:pt x="10837" y="136"/>
                        <a:pt x="10818" y="117"/>
                        <a:pt x="10798" y="117"/>
                      </a:cubicBezTo>
                      <a:cubicBezTo>
                        <a:pt x="10740" y="97"/>
                        <a:pt x="10701" y="39"/>
                        <a:pt x="10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0"/>
                <p:cNvSpPr/>
                <p:nvPr/>
              </p:nvSpPr>
              <p:spPr>
                <a:xfrm>
                  <a:off x="15342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0"/>
                <p:cNvSpPr/>
                <p:nvPr/>
              </p:nvSpPr>
              <p:spPr>
                <a:xfrm>
                  <a:off x="1588700" y="1132550"/>
                  <a:ext cx="26775" cy="15600"/>
                </a:xfrm>
                <a:custGeom>
                  <a:avLst/>
                  <a:gdLst/>
                  <a:ahLst/>
                  <a:cxnLst/>
                  <a:rect l="l" t="t" r="r" b="b"/>
                  <a:pathLst>
                    <a:path w="1071" h="624" extrusionOk="0">
                      <a:moveTo>
                        <a:pt x="818" y="1"/>
                      </a:moveTo>
                      <a:lnTo>
                        <a:pt x="1"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0"/>
                <p:cNvSpPr/>
                <p:nvPr/>
              </p:nvSpPr>
              <p:spPr>
                <a:xfrm>
                  <a:off x="16422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0"/>
                <p:cNvSpPr/>
                <p:nvPr/>
              </p:nvSpPr>
              <p:spPr>
                <a:xfrm>
                  <a:off x="1480725" y="1163200"/>
                  <a:ext cx="26775" cy="16075"/>
                </a:xfrm>
                <a:custGeom>
                  <a:avLst/>
                  <a:gdLst/>
                  <a:ahLst/>
                  <a:cxnLst/>
                  <a:rect l="l" t="t" r="r" b="b"/>
                  <a:pathLst>
                    <a:path w="1071" h="643" extrusionOk="0">
                      <a:moveTo>
                        <a:pt x="837" y="0"/>
                      </a:moveTo>
                      <a:lnTo>
                        <a:pt x="1" y="487"/>
                      </a:lnTo>
                      <a:lnTo>
                        <a:pt x="254" y="642"/>
                      </a:lnTo>
                      <a:lnTo>
                        <a:pt x="1071"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0"/>
                <p:cNvSpPr/>
                <p:nvPr/>
              </p:nvSpPr>
              <p:spPr>
                <a:xfrm>
                  <a:off x="15074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0"/>
                <p:cNvSpPr/>
                <p:nvPr/>
              </p:nvSpPr>
              <p:spPr>
                <a:xfrm>
                  <a:off x="1641725" y="763875"/>
                  <a:ext cx="557900" cy="322500"/>
                </a:xfrm>
                <a:custGeom>
                  <a:avLst/>
                  <a:gdLst/>
                  <a:ahLst/>
                  <a:cxnLst/>
                  <a:rect l="l" t="t" r="r" b="b"/>
                  <a:pathLst>
                    <a:path w="22316" h="12900" extrusionOk="0">
                      <a:moveTo>
                        <a:pt x="22101" y="1"/>
                      </a:moveTo>
                      <a:lnTo>
                        <a:pt x="0" y="12744"/>
                      </a:lnTo>
                      <a:lnTo>
                        <a:pt x="253" y="12900"/>
                      </a:lnTo>
                      <a:lnTo>
                        <a:pt x="22315" y="157"/>
                      </a:lnTo>
                      <a:cubicBezTo>
                        <a:pt x="22296" y="157"/>
                        <a:pt x="22257" y="137"/>
                        <a:pt x="22237" y="137"/>
                      </a:cubicBezTo>
                      <a:cubicBezTo>
                        <a:pt x="22159" y="98"/>
                        <a:pt x="22121" y="59"/>
                        <a:pt x="22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0"/>
                <p:cNvSpPr/>
                <p:nvPr/>
              </p:nvSpPr>
              <p:spPr>
                <a:xfrm>
                  <a:off x="1615450" y="1086350"/>
                  <a:ext cx="26775" cy="15100"/>
                </a:xfrm>
                <a:custGeom>
                  <a:avLst/>
                  <a:gdLst/>
                  <a:ahLst/>
                  <a:cxnLst/>
                  <a:rect l="l" t="t" r="r" b="b"/>
                  <a:pathLst>
                    <a:path w="1071" h="604" extrusionOk="0">
                      <a:moveTo>
                        <a:pt x="818" y="1"/>
                      </a:moveTo>
                      <a:lnTo>
                        <a:pt x="1" y="467"/>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0"/>
                <p:cNvSpPr/>
                <p:nvPr/>
              </p:nvSpPr>
              <p:spPr>
                <a:xfrm>
                  <a:off x="15342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0"/>
                <p:cNvSpPr/>
                <p:nvPr/>
              </p:nvSpPr>
              <p:spPr>
                <a:xfrm>
                  <a:off x="1588700" y="11014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0"/>
                <p:cNvSpPr/>
                <p:nvPr/>
              </p:nvSpPr>
              <p:spPr>
                <a:xfrm>
                  <a:off x="1466150" y="1178775"/>
                  <a:ext cx="14125" cy="9750"/>
                </a:xfrm>
                <a:custGeom>
                  <a:avLst/>
                  <a:gdLst/>
                  <a:ahLst/>
                  <a:cxnLst/>
                  <a:rect l="l" t="t" r="r" b="b"/>
                  <a:pathLst>
                    <a:path w="565" h="390" extrusionOk="0">
                      <a:moveTo>
                        <a:pt x="331" y="0"/>
                      </a:moveTo>
                      <a:lnTo>
                        <a:pt x="78" y="175"/>
                      </a:lnTo>
                      <a:cubicBezTo>
                        <a:pt x="39" y="195"/>
                        <a:pt x="0" y="272"/>
                        <a:pt x="39" y="331"/>
                      </a:cubicBezTo>
                      <a:cubicBezTo>
                        <a:pt x="58" y="389"/>
                        <a:pt x="97" y="389"/>
                        <a:pt x="136" y="389"/>
                      </a:cubicBezTo>
                      <a:cubicBezTo>
                        <a:pt x="156" y="389"/>
                        <a:pt x="175" y="389"/>
                        <a:pt x="175" y="350"/>
                      </a:cubicBezTo>
                      <a:lnTo>
                        <a:pt x="564" y="136"/>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0"/>
                <p:cNvSpPr/>
                <p:nvPr/>
              </p:nvSpPr>
              <p:spPr>
                <a:xfrm>
                  <a:off x="1560975" y="1117475"/>
                  <a:ext cx="27750" cy="15100"/>
                </a:xfrm>
                <a:custGeom>
                  <a:avLst/>
                  <a:gdLst/>
                  <a:ahLst/>
                  <a:cxnLst/>
                  <a:rect l="l" t="t" r="r" b="b"/>
                  <a:pathLst>
                    <a:path w="1110" h="604" extrusionOk="0">
                      <a:moveTo>
                        <a:pt x="857" y="1"/>
                      </a:moveTo>
                      <a:lnTo>
                        <a:pt x="1" y="448"/>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0"/>
                <p:cNvSpPr/>
                <p:nvPr/>
              </p:nvSpPr>
              <p:spPr>
                <a:xfrm>
                  <a:off x="1560975" y="1086350"/>
                  <a:ext cx="27750" cy="15100"/>
                </a:xfrm>
                <a:custGeom>
                  <a:avLst/>
                  <a:gdLst/>
                  <a:ahLst/>
                  <a:cxnLst/>
                  <a:rect l="l" t="t" r="r" b="b"/>
                  <a:pathLst>
                    <a:path w="1110" h="604" extrusionOk="0">
                      <a:moveTo>
                        <a:pt x="857" y="1"/>
                      </a:moveTo>
                      <a:lnTo>
                        <a:pt x="1" y="467"/>
                      </a:lnTo>
                      <a:lnTo>
                        <a:pt x="254" y="604"/>
                      </a:lnTo>
                      <a:lnTo>
                        <a:pt x="111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0"/>
                <p:cNvSpPr/>
                <p:nvPr/>
              </p:nvSpPr>
              <p:spPr>
                <a:xfrm>
                  <a:off x="15342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0"/>
                <p:cNvSpPr/>
                <p:nvPr/>
              </p:nvSpPr>
              <p:spPr>
                <a:xfrm>
                  <a:off x="1615450" y="671475"/>
                  <a:ext cx="446525" cy="398850"/>
                </a:xfrm>
                <a:custGeom>
                  <a:avLst/>
                  <a:gdLst/>
                  <a:ahLst/>
                  <a:cxnLst/>
                  <a:rect l="l" t="t" r="r" b="b"/>
                  <a:pathLst>
                    <a:path w="17861" h="15954" extrusionOk="0">
                      <a:moveTo>
                        <a:pt x="17744" y="0"/>
                      </a:moveTo>
                      <a:cubicBezTo>
                        <a:pt x="17666" y="0"/>
                        <a:pt x="17627" y="59"/>
                        <a:pt x="17627" y="137"/>
                      </a:cubicBezTo>
                      <a:lnTo>
                        <a:pt x="17627" y="5623"/>
                      </a:lnTo>
                      <a:lnTo>
                        <a:pt x="1" y="15817"/>
                      </a:lnTo>
                      <a:lnTo>
                        <a:pt x="234" y="15954"/>
                      </a:lnTo>
                      <a:lnTo>
                        <a:pt x="17821" y="5798"/>
                      </a:lnTo>
                      <a:cubicBezTo>
                        <a:pt x="17860" y="5779"/>
                        <a:pt x="17860" y="5720"/>
                        <a:pt x="17860" y="5701"/>
                      </a:cubicBezTo>
                      <a:lnTo>
                        <a:pt x="17860" y="137"/>
                      </a:lnTo>
                      <a:cubicBezTo>
                        <a:pt x="17860" y="59"/>
                        <a:pt x="17821" y="0"/>
                        <a:pt x="17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0"/>
                <p:cNvSpPr/>
                <p:nvPr/>
              </p:nvSpPr>
              <p:spPr>
                <a:xfrm>
                  <a:off x="1480725" y="1132550"/>
                  <a:ext cx="26775" cy="15600"/>
                </a:xfrm>
                <a:custGeom>
                  <a:avLst/>
                  <a:gdLst/>
                  <a:ahLst/>
                  <a:cxnLst/>
                  <a:rect l="l" t="t" r="r" b="b"/>
                  <a:pathLst>
                    <a:path w="1071" h="624" extrusionOk="0">
                      <a:moveTo>
                        <a:pt x="837" y="1"/>
                      </a:moveTo>
                      <a:lnTo>
                        <a:pt x="1" y="487"/>
                      </a:lnTo>
                      <a:lnTo>
                        <a:pt x="254" y="623"/>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0"/>
                <p:cNvSpPr/>
                <p:nvPr/>
              </p:nvSpPr>
              <p:spPr>
                <a:xfrm>
                  <a:off x="15074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0"/>
                <p:cNvSpPr/>
                <p:nvPr/>
              </p:nvSpPr>
              <p:spPr>
                <a:xfrm>
                  <a:off x="1453975" y="1148125"/>
                  <a:ext cx="26775" cy="15100"/>
                </a:xfrm>
                <a:custGeom>
                  <a:avLst/>
                  <a:gdLst/>
                  <a:ahLst/>
                  <a:cxnLst/>
                  <a:rect l="l" t="t" r="r" b="b"/>
                  <a:pathLst>
                    <a:path w="1071" h="604" extrusionOk="0">
                      <a:moveTo>
                        <a:pt x="837" y="0"/>
                      </a:moveTo>
                      <a:lnTo>
                        <a:pt x="1" y="467"/>
                      </a:lnTo>
                      <a:lnTo>
                        <a:pt x="254" y="603"/>
                      </a:lnTo>
                      <a:lnTo>
                        <a:pt x="1071"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0"/>
                <p:cNvSpPr/>
                <p:nvPr/>
              </p:nvSpPr>
              <p:spPr>
                <a:xfrm>
                  <a:off x="1438900" y="1163200"/>
                  <a:ext cx="14125" cy="9750"/>
                </a:xfrm>
                <a:custGeom>
                  <a:avLst/>
                  <a:gdLst/>
                  <a:ahLst/>
                  <a:cxnLst/>
                  <a:rect l="l" t="t" r="r" b="b"/>
                  <a:pathLst>
                    <a:path w="565" h="390" extrusionOk="0">
                      <a:moveTo>
                        <a:pt x="312" y="0"/>
                      </a:moveTo>
                      <a:lnTo>
                        <a:pt x="78" y="176"/>
                      </a:lnTo>
                      <a:cubicBezTo>
                        <a:pt x="20" y="214"/>
                        <a:pt x="1" y="273"/>
                        <a:pt x="20" y="351"/>
                      </a:cubicBezTo>
                      <a:cubicBezTo>
                        <a:pt x="59" y="390"/>
                        <a:pt x="98" y="390"/>
                        <a:pt x="117" y="390"/>
                      </a:cubicBezTo>
                      <a:cubicBezTo>
                        <a:pt x="156" y="390"/>
                        <a:pt x="176" y="390"/>
                        <a:pt x="176" y="370"/>
                      </a:cubicBezTo>
                      <a:lnTo>
                        <a:pt x="565" y="156"/>
                      </a:lnTo>
                      <a:lnTo>
                        <a:pt x="3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0"/>
                <p:cNvSpPr/>
                <p:nvPr/>
              </p:nvSpPr>
              <p:spPr>
                <a:xfrm>
                  <a:off x="1588700" y="1070300"/>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0"/>
                <p:cNvSpPr/>
                <p:nvPr/>
              </p:nvSpPr>
              <p:spPr>
                <a:xfrm>
                  <a:off x="1480725" y="1101425"/>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0"/>
                <p:cNvSpPr/>
                <p:nvPr/>
              </p:nvSpPr>
              <p:spPr>
                <a:xfrm>
                  <a:off x="15342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0"/>
                <p:cNvSpPr/>
                <p:nvPr/>
              </p:nvSpPr>
              <p:spPr>
                <a:xfrm>
                  <a:off x="1453975" y="1117475"/>
                  <a:ext cx="26775" cy="15100"/>
                </a:xfrm>
                <a:custGeom>
                  <a:avLst/>
                  <a:gdLst/>
                  <a:ahLst/>
                  <a:cxnLst/>
                  <a:rect l="l" t="t" r="r" b="b"/>
                  <a:pathLst>
                    <a:path w="1071" h="604" extrusionOk="0">
                      <a:moveTo>
                        <a:pt x="837" y="1"/>
                      </a:moveTo>
                      <a:lnTo>
                        <a:pt x="1" y="448"/>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0"/>
                <p:cNvSpPr/>
                <p:nvPr/>
              </p:nvSpPr>
              <p:spPr>
                <a:xfrm>
                  <a:off x="1412150" y="1147625"/>
                  <a:ext cx="14125" cy="9750"/>
                </a:xfrm>
                <a:custGeom>
                  <a:avLst/>
                  <a:gdLst/>
                  <a:ahLst/>
                  <a:cxnLst/>
                  <a:rect l="l" t="t" r="r" b="b"/>
                  <a:pathLst>
                    <a:path w="565" h="390" extrusionOk="0">
                      <a:moveTo>
                        <a:pt x="312" y="1"/>
                      </a:moveTo>
                      <a:lnTo>
                        <a:pt x="78" y="176"/>
                      </a:lnTo>
                      <a:cubicBezTo>
                        <a:pt x="20" y="195"/>
                        <a:pt x="1" y="273"/>
                        <a:pt x="20" y="351"/>
                      </a:cubicBezTo>
                      <a:cubicBezTo>
                        <a:pt x="59" y="390"/>
                        <a:pt x="98" y="390"/>
                        <a:pt x="117" y="390"/>
                      </a:cubicBezTo>
                      <a:cubicBezTo>
                        <a:pt x="156"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0"/>
                <p:cNvSpPr/>
                <p:nvPr/>
              </p:nvSpPr>
              <p:spPr>
                <a:xfrm>
                  <a:off x="1426750" y="1132550"/>
                  <a:ext cx="27250" cy="15600"/>
                </a:xfrm>
                <a:custGeom>
                  <a:avLst/>
                  <a:gdLst/>
                  <a:ahLst/>
                  <a:cxnLst/>
                  <a:rect l="l" t="t" r="r" b="b"/>
                  <a:pathLst>
                    <a:path w="1090" h="624" extrusionOk="0">
                      <a:moveTo>
                        <a:pt x="856" y="1"/>
                      </a:moveTo>
                      <a:lnTo>
                        <a:pt x="0" y="487"/>
                      </a:lnTo>
                      <a:lnTo>
                        <a:pt x="253" y="623"/>
                      </a:lnTo>
                      <a:lnTo>
                        <a:pt x="1090" y="137"/>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0"/>
                <p:cNvSpPr/>
                <p:nvPr/>
              </p:nvSpPr>
              <p:spPr>
                <a:xfrm>
                  <a:off x="1560975" y="1054725"/>
                  <a:ext cx="27750" cy="15600"/>
                </a:xfrm>
                <a:custGeom>
                  <a:avLst/>
                  <a:gdLst/>
                  <a:ahLst/>
                  <a:cxnLst/>
                  <a:rect l="l" t="t" r="r" b="b"/>
                  <a:pathLst>
                    <a:path w="1110" h="624" extrusionOk="0">
                      <a:moveTo>
                        <a:pt x="857" y="1"/>
                      </a:moveTo>
                      <a:lnTo>
                        <a:pt x="1" y="487"/>
                      </a:lnTo>
                      <a:lnTo>
                        <a:pt x="254" y="624"/>
                      </a:lnTo>
                      <a:lnTo>
                        <a:pt x="1110" y="13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0"/>
                <p:cNvSpPr/>
                <p:nvPr/>
              </p:nvSpPr>
              <p:spPr>
                <a:xfrm>
                  <a:off x="15074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0"/>
                <p:cNvSpPr/>
                <p:nvPr/>
              </p:nvSpPr>
              <p:spPr>
                <a:xfrm>
                  <a:off x="1587725" y="898600"/>
                  <a:ext cx="271425" cy="156650"/>
                </a:xfrm>
                <a:custGeom>
                  <a:avLst/>
                  <a:gdLst/>
                  <a:ahLst/>
                  <a:cxnLst/>
                  <a:rect l="l" t="t" r="r" b="b"/>
                  <a:pathLst>
                    <a:path w="10857" h="6266" extrusionOk="0">
                      <a:moveTo>
                        <a:pt x="10604" y="1"/>
                      </a:moveTo>
                      <a:lnTo>
                        <a:pt x="1" y="6110"/>
                      </a:lnTo>
                      <a:lnTo>
                        <a:pt x="254" y="6265"/>
                      </a:lnTo>
                      <a:lnTo>
                        <a:pt x="10857" y="137"/>
                      </a:lnTo>
                      <a:cubicBezTo>
                        <a:pt x="10837" y="118"/>
                        <a:pt x="10779" y="118"/>
                        <a:pt x="10759" y="98"/>
                      </a:cubicBezTo>
                      <a:cubicBezTo>
                        <a:pt x="10701" y="59"/>
                        <a:pt x="10662" y="20"/>
                        <a:pt x="10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0"/>
                <p:cNvSpPr/>
                <p:nvPr/>
              </p:nvSpPr>
              <p:spPr>
                <a:xfrm>
                  <a:off x="1534225" y="1039650"/>
                  <a:ext cx="26775" cy="15100"/>
                </a:xfrm>
                <a:custGeom>
                  <a:avLst/>
                  <a:gdLst/>
                  <a:ahLst/>
                  <a:cxnLst/>
                  <a:rect l="l" t="t" r="r" b="b"/>
                  <a:pathLst>
                    <a:path w="1071" h="604" extrusionOk="0">
                      <a:moveTo>
                        <a:pt x="837" y="1"/>
                      </a:moveTo>
                      <a:lnTo>
                        <a:pt x="1" y="487"/>
                      </a:lnTo>
                      <a:lnTo>
                        <a:pt x="254" y="60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0"/>
                <p:cNvSpPr/>
                <p:nvPr/>
              </p:nvSpPr>
              <p:spPr>
                <a:xfrm>
                  <a:off x="1480725" y="1070300"/>
                  <a:ext cx="26775" cy="16075"/>
                </a:xfrm>
                <a:custGeom>
                  <a:avLst/>
                  <a:gdLst/>
                  <a:ahLst/>
                  <a:cxnLst/>
                  <a:rect l="l" t="t" r="r" b="b"/>
                  <a:pathLst>
                    <a:path w="1071" h="643" extrusionOk="0">
                      <a:moveTo>
                        <a:pt x="837" y="1"/>
                      </a:moveTo>
                      <a:lnTo>
                        <a:pt x="1" y="487"/>
                      </a:lnTo>
                      <a:lnTo>
                        <a:pt x="254" y="643"/>
                      </a:lnTo>
                      <a:lnTo>
                        <a:pt x="1071"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0"/>
                <p:cNvSpPr/>
                <p:nvPr/>
              </p:nvSpPr>
              <p:spPr>
                <a:xfrm>
                  <a:off x="1426750" y="1101425"/>
                  <a:ext cx="27250" cy="16075"/>
                </a:xfrm>
                <a:custGeom>
                  <a:avLst/>
                  <a:gdLst/>
                  <a:ahLst/>
                  <a:cxnLst/>
                  <a:rect l="l" t="t" r="r" b="b"/>
                  <a:pathLst>
                    <a:path w="1090" h="643" extrusionOk="0">
                      <a:moveTo>
                        <a:pt x="856" y="1"/>
                      </a:moveTo>
                      <a:lnTo>
                        <a:pt x="0" y="487"/>
                      </a:lnTo>
                      <a:lnTo>
                        <a:pt x="253" y="643"/>
                      </a:lnTo>
                      <a:lnTo>
                        <a:pt x="1090" y="156"/>
                      </a:lnTo>
                      <a:lnTo>
                        <a:pt x="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0"/>
                <p:cNvSpPr/>
                <p:nvPr/>
              </p:nvSpPr>
              <p:spPr>
                <a:xfrm>
                  <a:off x="1400000" y="1117475"/>
                  <a:ext cx="26775" cy="15100"/>
                </a:xfrm>
                <a:custGeom>
                  <a:avLst/>
                  <a:gdLst/>
                  <a:ahLst/>
                  <a:cxnLst/>
                  <a:rect l="l" t="t" r="r" b="b"/>
                  <a:pathLst>
                    <a:path w="1071" h="604" extrusionOk="0">
                      <a:moveTo>
                        <a:pt x="837" y="1"/>
                      </a:moveTo>
                      <a:lnTo>
                        <a:pt x="0" y="448"/>
                      </a:lnTo>
                      <a:lnTo>
                        <a:pt x="253" y="604"/>
                      </a:lnTo>
                      <a:lnTo>
                        <a:pt x="1070"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0"/>
                <p:cNvSpPr/>
                <p:nvPr/>
              </p:nvSpPr>
              <p:spPr>
                <a:xfrm>
                  <a:off x="1385400" y="1132550"/>
                  <a:ext cx="14125" cy="9750"/>
                </a:xfrm>
                <a:custGeom>
                  <a:avLst/>
                  <a:gdLst/>
                  <a:ahLst/>
                  <a:cxnLst/>
                  <a:rect l="l" t="t" r="r" b="b"/>
                  <a:pathLst>
                    <a:path w="565" h="390" extrusionOk="0">
                      <a:moveTo>
                        <a:pt x="312" y="1"/>
                      </a:moveTo>
                      <a:lnTo>
                        <a:pt x="78" y="176"/>
                      </a:lnTo>
                      <a:cubicBezTo>
                        <a:pt x="20" y="195"/>
                        <a:pt x="1" y="273"/>
                        <a:pt x="20" y="332"/>
                      </a:cubicBezTo>
                      <a:cubicBezTo>
                        <a:pt x="59" y="390"/>
                        <a:pt x="98" y="390"/>
                        <a:pt x="117" y="390"/>
                      </a:cubicBezTo>
                      <a:cubicBezTo>
                        <a:pt x="156" y="390"/>
                        <a:pt x="176" y="390"/>
                        <a:pt x="176" y="370"/>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0"/>
                <p:cNvSpPr/>
                <p:nvPr/>
              </p:nvSpPr>
              <p:spPr>
                <a:xfrm>
                  <a:off x="1561950" y="931200"/>
                  <a:ext cx="185825" cy="107500"/>
                </a:xfrm>
                <a:custGeom>
                  <a:avLst/>
                  <a:gdLst/>
                  <a:ahLst/>
                  <a:cxnLst/>
                  <a:rect l="l" t="t" r="r" b="b"/>
                  <a:pathLst>
                    <a:path w="7433" h="4300" extrusionOk="0">
                      <a:moveTo>
                        <a:pt x="7218" y="0"/>
                      </a:moveTo>
                      <a:lnTo>
                        <a:pt x="1" y="4164"/>
                      </a:lnTo>
                      <a:lnTo>
                        <a:pt x="234" y="4300"/>
                      </a:lnTo>
                      <a:lnTo>
                        <a:pt x="7432" y="175"/>
                      </a:lnTo>
                      <a:cubicBezTo>
                        <a:pt x="7413" y="175"/>
                        <a:pt x="7394" y="156"/>
                        <a:pt x="7355" y="117"/>
                      </a:cubicBezTo>
                      <a:cubicBezTo>
                        <a:pt x="7316" y="98"/>
                        <a:pt x="7257" y="59"/>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0"/>
                <p:cNvSpPr/>
                <p:nvPr/>
              </p:nvSpPr>
              <p:spPr>
                <a:xfrm>
                  <a:off x="1453975" y="1086350"/>
                  <a:ext cx="26775" cy="15100"/>
                </a:xfrm>
                <a:custGeom>
                  <a:avLst/>
                  <a:gdLst/>
                  <a:ahLst/>
                  <a:cxnLst/>
                  <a:rect l="l" t="t" r="r" b="b"/>
                  <a:pathLst>
                    <a:path w="1071" h="604" extrusionOk="0">
                      <a:moveTo>
                        <a:pt x="837" y="1"/>
                      </a:moveTo>
                      <a:lnTo>
                        <a:pt x="1" y="467"/>
                      </a:lnTo>
                      <a:lnTo>
                        <a:pt x="254" y="604"/>
                      </a:lnTo>
                      <a:lnTo>
                        <a:pt x="1071" y="11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0"/>
                <p:cNvSpPr/>
                <p:nvPr/>
              </p:nvSpPr>
              <p:spPr>
                <a:xfrm>
                  <a:off x="1507475" y="1054725"/>
                  <a:ext cx="26775" cy="15600"/>
                </a:xfrm>
                <a:custGeom>
                  <a:avLst/>
                  <a:gdLst/>
                  <a:ahLst/>
                  <a:cxnLst/>
                  <a:rect l="l" t="t" r="r" b="b"/>
                  <a:pathLst>
                    <a:path w="1071" h="624" extrusionOk="0">
                      <a:moveTo>
                        <a:pt x="837" y="1"/>
                      </a:moveTo>
                      <a:lnTo>
                        <a:pt x="1" y="487"/>
                      </a:lnTo>
                      <a:lnTo>
                        <a:pt x="254" y="624"/>
                      </a:lnTo>
                      <a:lnTo>
                        <a:pt x="1071" y="137"/>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0"/>
                <p:cNvSpPr/>
                <p:nvPr/>
              </p:nvSpPr>
              <p:spPr>
                <a:xfrm>
                  <a:off x="1880050" y="1006100"/>
                  <a:ext cx="168800" cy="98275"/>
                </a:xfrm>
                <a:custGeom>
                  <a:avLst/>
                  <a:gdLst/>
                  <a:ahLst/>
                  <a:cxnLst/>
                  <a:rect l="l" t="t" r="r" b="b"/>
                  <a:pathLst>
                    <a:path w="6752" h="3931" extrusionOk="0">
                      <a:moveTo>
                        <a:pt x="6518" y="0"/>
                      </a:moveTo>
                      <a:lnTo>
                        <a:pt x="78" y="3716"/>
                      </a:lnTo>
                      <a:cubicBezTo>
                        <a:pt x="39" y="3736"/>
                        <a:pt x="0" y="3814"/>
                        <a:pt x="39" y="3891"/>
                      </a:cubicBezTo>
                      <a:cubicBezTo>
                        <a:pt x="59" y="3930"/>
                        <a:pt x="117" y="3930"/>
                        <a:pt x="136" y="3930"/>
                      </a:cubicBezTo>
                      <a:cubicBezTo>
                        <a:pt x="156" y="3930"/>
                        <a:pt x="175" y="3930"/>
                        <a:pt x="175" y="3911"/>
                      </a:cubicBezTo>
                      <a:lnTo>
                        <a:pt x="6751" y="117"/>
                      </a:lnTo>
                      <a:cubicBezTo>
                        <a:pt x="6712" y="98"/>
                        <a:pt x="6673" y="98"/>
                        <a:pt x="6654" y="59"/>
                      </a:cubicBezTo>
                      <a:cubicBezTo>
                        <a:pt x="6643" y="62"/>
                        <a:pt x="6634" y="64"/>
                        <a:pt x="6625" y="64"/>
                      </a:cubicBezTo>
                      <a:cubicBezTo>
                        <a:pt x="6587" y="64"/>
                        <a:pt x="6565" y="32"/>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0"/>
                <p:cNvSpPr/>
                <p:nvPr/>
              </p:nvSpPr>
              <p:spPr>
                <a:xfrm>
                  <a:off x="697175" y="1190925"/>
                  <a:ext cx="240775" cy="110425"/>
                </a:xfrm>
                <a:custGeom>
                  <a:avLst/>
                  <a:gdLst/>
                  <a:ahLst/>
                  <a:cxnLst/>
                  <a:rect l="l" t="t" r="r" b="b"/>
                  <a:pathLst>
                    <a:path w="9631" h="4417" extrusionOk="0">
                      <a:moveTo>
                        <a:pt x="1" y="0"/>
                      </a:moveTo>
                      <a:lnTo>
                        <a:pt x="1" y="234"/>
                      </a:lnTo>
                      <a:lnTo>
                        <a:pt x="2219" y="234"/>
                      </a:lnTo>
                      <a:lnTo>
                        <a:pt x="9456" y="4397"/>
                      </a:lnTo>
                      <a:cubicBezTo>
                        <a:pt x="9495" y="4397"/>
                        <a:pt x="9514" y="4417"/>
                        <a:pt x="9514" y="4417"/>
                      </a:cubicBezTo>
                      <a:cubicBezTo>
                        <a:pt x="9553" y="4417"/>
                        <a:pt x="9592" y="4397"/>
                        <a:pt x="9611" y="4378"/>
                      </a:cubicBezTo>
                      <a:cubicBezTo>
                        <a:pt x="9631" y="4319"/>
                        <a:pt x="9631" y="4261"/>
                        <a:pt x="9553" y="4203"/>
                      </a:cubicBezTo>
                      <a:lnTo>
                        <a:pt x="2316" y="20"/>
                      </a:lnTo>
                      <a:cubicBezTo>
                        <a:pt x="2296" y="20"/>
                        <a:pt x="2258" y="0"/>
                        <a:pt x="22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0"/>
                <p:cNvSpPr/>
                <p:nvPr/>
              </p:nvSpPr>
              <p:spPr>
                <a:xfrm>
                  <a:off x="697175" y="1161250"/>
                  <a:ext cx="267525" cy="125025"/>
                </a:xfrm>
                <a:custGeom>
                  <a:avLst/>
                  <a:gdLst/>
                  <a:ahLst/>
                  <a:cxnLst/>
                  <a:rect l="l" t="t" r="r" b="b"/>
                  <a:pathLst>
                    <a:path w="10701" h="5001" extrusionOk="0">
                      <a:moveTo>
                        <a:pt x="1" y="1"/>
                      </a:moveTo>
                      <a:lnTo>
                        <a:pt x="1" y="234"/>
                      </a:lnTo>
                      <a:lnTo>
                        <a:pt x="2316" y="234"/>
                      </a:lnTo>
                      <a:lnTo>
                        <a:pt x="10526" y="4981"/>
                      </a:lnTo>
                      <a:cubicBezTo>
                        <a:pt x="10545" y="4981"/>
                        <a:pt x="10584" y="5001"/>
                        <a:pt x="10584" y="5001"/>
                      </a:cubicBezTo>
                      <a:cubicBezTo>
                        <a:pt x="10623" y="5001"/>
                        <a:pt x="10662" y="4981"/>
                        <a:pt x="10682" y="4962"/>
                      </a:cubicBezTo>
                      <a:cubicBezTo>
                        <a:pt x="10701" y="4903"/>
                        <a:pt x="10701" y="4825"/>
                        <a:pt x="10623" y="4787"/>
                      </a:cubicBezTo>
                      <a:lnTo>
                        <a:pt x="2394" y="20"/>
                      </a:lnTo>
                      <a:cubicBezTo>
                        <a:pt x="2355" y="20"/>
                        <a:pt x="2335" y="1"/>
                        <a:pt x="2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0"/>
                <p:cNvSpPr/>
                <p:nvPr/>
              </p:nvSpPr>
              <p:spPr>
                <a:xfrm>
                  <a:off x="697175" y="1133525"/>
                  <a:ext cx="294275" cy="137200"/>
                </a:xfrm>
                <a:custGeom>
                  <a:avLst/>
                  <a:gdLst/>
                  <a:ahLst/>
                  <a:cxnLst/>
                  <a:rect l="l" t="t" r="r" b="b"/>
                  <a:pathLst>
                    <a:path w="11771" h="5488" extrusionOk="0">
                      <a:moveTo>
                        <a:pt x="1" y="1"/>
                      </a:moveTo>
                      <a:lnTo>
                        <a:pt x="1" y="254"/>
                      </a:lnTo>
                      <a:lnTo>
                        <a:pt x="2588" y="254"/>
                      </a:lnTo>
                      <a:lnTo>
                        <a:pt x="11596" y="5448"/>
                      </a:lnTo>
                      <a:cubicBezTo>
                        <a:pt x="11635" y="5448"/>
                        <a:pt x="11654" y="5487"/>
                        <a:pt x="11654" y="5487"/>
                      </a:cubicBezTo>
                      <a:cubicBezTo>
                        <a:pt x="11693" y="5487"/>
                        <a:pt x="11732" y="5448"/>
                        <a:pt x="11752" y="5429"/>
                      </a:cubicBezTo>
                      <a:cubicBezTo>
                        <a:pt x="11771" y="5390"/>
                        <a:pt x="11771" y="5312"/>
                        <a:pt x="11693" y="5254"/>
                      </a:cubicBezTo>
                      <a:lnTo>
                        <a:pt x="2627" y="40"/>
                      </a:lnTo>
                      <a:cubicBezTo>
                        <a:pt x="2608" y="40"/>
                        <a:pt x="2588" y="1"/>
                        <a:pt x="2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0"/>
                <p:cNvSpPr/>
                <p:nvPr/>
              </p:nvSpPr>
              <p:spPr>
                <a:xfrm>
                  <a:off x="862550" y="1163675"/>
                  <a:ext cx="417825" cy="242250"/>
                </a:xfrm>
                <a:custGeom>
                  <a:avLst/>
                  <a:gdLst/>
                  <a:ahLst/>
                  <a:cxnLst/>
                  <a:rect l="l" t="t" r="r" b="b"/>
                  <a:pathLst>
                    <a:path w="16713" h="9690" extrusionOk="0">
                      <a:moveTo>
                        <a:pt x="214" y="1"/>
                      </a:moveTo>
                      <a:cubicBezTo>
                        <a:pt x="176" y="40"/>
                        <a:pt x="156" y="59"/>
                        <a:pt x="78" y="118"/>
                      </a:cubicBezTo>
                      <a:cubicBezTo>
                        <a:pt x="59" y="137"/>
                        <a:pt x="20" y="137"/>
                        <a:pt x="0" y="157"/>
                      </a:cubicBezTo>
                      <a:lnTo>
                        <a:pt x="16537" y="9690"/>
                      </a:lnTo>
                      <a:lnTo>
                        <a:pt x="16596" y="9690"/>
                      </a:lnTo>
                      <a:cubicBezTo>
                        <a:pt x="16634" y="9690"/>
                        <a:pt x="16654" y="9670"/>
                        <a:pt x="16693" y="9651"/>
                      </a:cubicBezTo>
                      <a:cubicBezTo>
                        <a:pt x="16712" y="9592"/>
                        <a:pt x="16712" y="9534"/>
                        <a:pt x="16634" y="9475"/>
                      </a:cubicBez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0"/>
                <p:cNvSpPr/>
                <p:nvPr/>
              </p:nvSpPr>
              <p:spPr>
                <a:xfrm>
                  <a:off x="777925" y="1083425"/>
                  <a:ext cx="529200" cy="307425"/>
                </a:xfrm>
                <a:custGeom>
                  <a:avLst/>
                  <a:gdLst/>
                  <a:ahLst/>
                  <a:cxnLst/>
                  <a:rect l="l" t="t" r="r" b="b"/>
                  <a:pathLst>
                    <a:path w="21168" h="12297" extrusionOk="0">
                      <a:moveTo>
                        <a:pt x="234" y="1"/>
                      </a:moveTo>
                      <a:cubicBezTo>
                        <a:pt x="175" y="40"/>
                        <a:pt x="136" y="98"/>
                        <a:pt x="78" y="118"/>
                      </a:cubicBezTo>
                      <a:cubicBezTo>
                        <a:pt x="59" y="137"/>
                        <a:pt x="39" y="137"/>
                        <a:pt x="0" y="156"/>
                      </a:cubicBezTo>
                      <a:lnTo>
                        <a:pt x="20992" y="12277"/>
                      </a:lnTo>
                      <a:cubicBezTo>
                        <a:pt x="21012" y="12277"/>
                        <a:pt x="21031" y="12296"/>
                        <a:pt x="21031" y="12296"/>
                      </a:cubicBezTo>
                      <a:cubicBezTo>
                        <a:pt x="21089" y="12296"/>
                        <a:pt x="21109" y="12277"/>
                        <a:pt x="21128" y="12257"/>
                      </a:cubicBezTo>
                      <a:cubicBezTo>
                        <a:pt x="21167" y="12199"/>
                        <a:pt x="21167" y="12121"/>
                        <a:pt x="21089" y="12082"/>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0"/>
                <p:cNvSpPr/>
                <p:nvPr/>
              </p:nvSpPr>
              <p:spPr>
                <a:xfrm>
                  <a:off x="857675" y="1099000"/>
                  <a:ext cx="475700" cy="275800"/>
                </a:xfrm>
                <a:custGeom>
                  <a:avLst/>
                  <a:gdLst/>
                  <a:ahLst/>
                  <a:cxnLst/>
                  <a:rect l="l" t="t" r="r" b="b"/>
                  <a:pathLst>
                    <a:path w="19028" h="11032" extrusionOk="0">
                      <a:moveTo>
                        <a:pt x="195" y="0"/>
                      </a:moveTo>
                      <a:cubicBezTo>
                        <a:pt x="195" y="20"/>
                        <a:pt x="157" y="78"/>
                        <a:pt x="79" y="98"/>
                      </a:cubicBezTo>
                      <a:cubicBezTo>
                        <a:pt x="59" y="117"/>
                        <a:pt x="20" y="117"/>
                        <a:pt x="1" y="117"/>
                      </a:cubicBezTo>
                      <a:lnTo>
                        <a:pt x="18853" y="11012"/>
                      </a:lnTo>
                      <a:cubicBezTo>
                        <a:pt x="18872" y="11012"/>
                        <a:pt x="18892" y="11031"/>
                        <a:pt x="18892" y="11031"/>
                      </a:cubicBezTo>
                      <a:cubicBezTo>
                        <a:pt x="18950" y="11031"/>
                        <a:pt x="18969" y="11012"/>
                        <a:pt x="18989" y="10992"/>
                      </a:cubicBezTo>
                      <a:cubicBezTo>
                        <a:pt x="19028" y="10954"/>
                        <a:pt x="19028" y="10876"/>
                        <a:pt x="18950" y="10817"/>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0"/>
                <p:cNvSpPr/>
                <p:nvPr/>
              </p:nvSpPr>
              <p:spPr>
                <a:xfrm>
                  <a:off x="1020125" y="1161250"/>
                  <a:ext cx="340000" cy="197975"/>
                </a:xfrm>
                <a:custGeom>
                  <a:avLst/>
                  <a:gdLst/>
                  <a:ahLst/>
                  <a:cxnLst/>
                  <a:rect l="l" t="t" r="r" b="b"/>
                  <a:pathLst>
                    <a:path w="13600" h="7919" extrusionOk="0">
                      <a:moveTo>
                        <a:pt x="195" y="1"/>
                      </a:moveTo>
                      <a:cubicBezTo>
                        <a:pt x="195" y="40"/>
                        <a:pt x="137" y="78"/>
                        <a:pt x="79" y="117"/>
                      </a:cubicBezTo>
                      <a:cubicBezTo>
                        <a:pt x="40" y="117"/>
                        <a:pt x="20" y="137"/>
                        <a:pt x="1" y="137"/>
                      </a:cubicBezTo>
                      <a:lnTo>
                        <a:pt x="13425" y="7899"/>
                      </a:lnTo>
                      <a:cubicBezTo>
                        <a:pt x="13444" y="7899"/>
                        <a:pt x="13464" y="7919"/>
                        <a:pt x="13464" y="7919"/>
                      </a:cubicBezTo>
                      <a:cubicBezTo>
                        <a:pt x="13522" y="7919"/>
                        <a:pt x="13541" y="7899"/>
                        <a:pt x="13561" y="7880"/>
                      </a:cubicBezTo>
                      <a:cubicBezTo>
                        <a:pt x="13600" y="7822"/>
                        <a:pt x="13600" y="7744"/>
                        <a:pt x="13522" y="7705"/>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0"/>
                <p:cNvSpPr/>
                <p:nvPr/>
              </p:nvSpPr>
              <p:spPr>
                <a:xfrm>
                  <a:off x="765275" y="982275"/>
                  <a:ext cx="622575" cy="361400"/>
                </a:xfrm>
                <a:custGeom>
                  <a:avLst/>
                  <a:gdLst/>
                  <a:ahLst/>
                  <a:cxnLst/>
                  <a:rect l="l" t="t" r="r" b="b"/>
                  <a:pathLst>
                    <a:path w="24903" h="14456" extrusionOk="0">
                      <a:moveTo>
                        <a:pt x="195" y="0"/>
                      </a:moveTo>
                      <a:cubicBezTo>
                        <a:pt x="156" y="59"/>
                        <a:pt x="98" y="97"/>
                        <a:pt x="59" y="117"/>
                      </a:cubicBezTo>
                      <a:cubicBezTo>
                        <a:pt x="20" y="117"/>
                        <a:pt x="0" y="156"/>
                        <a:pt x="0" y="156"/>
                      </a:cubicBezTo>
                      <a:lnTo>
                        <a:pt x="24728" y="14416"/>
                      </a:lnTo>
                      <a:cubicBezTo>
                        <a:pt x="24767" y="14416"/>
                        <a:pt x="24786" y="14455"/>
                        <a:pt x="24786" y="14455"/>
                      </a:cubicBezTo>
                      <a:cubicBezTo>
                        <a:pt x="24825" y="14455"/>
                        <a:pt x="24864" y="14416"/>
                        <a:pt x="24883" y="14397"/>
                      </a:cubicBezTo>
                      <a:cubicBezTo>
                        <a:pt x="24903" y="14358"/>
                        <a:pt x="24903" y="14280"/>
                        <a:pt x="24825" y="14222"/>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0"/>
                <p:cNvSpPr/>
                <p:nvPr/>
              </p:nvSpPr>
              <p:spPr>
                <a:xfrm>
                  <a:off x="1006525" y="1091225"/>
                  <a:ext cx="408075" cy="236875"/>
                </a:xfrm>
                <a:custGeom>
                  <a:avLst/>
                  <a:gdLst/>
                  <a:ahLst/>
                  <a:cxnLst/>
                  <a:rect l="l" t="t" r="r" b="b"/>
                  <a:pathLst>
                    <a:path w="16323" h="9475" extrusionOk="0">
                      <a:moveTo>
                        <a:pt x="234" y="0"/>
                      </a:moveTo>
                      <a:cubicBezTo>
                        <a:pt x="175" y="39"/>
                        <a:pt x="136" y="97"/>
                        <a:pt x="58" y="117"/>
                      </a:cubicBezTo>
                      <a:cubicBezTo>
                        <a:pt x="39" y="117"/>
                        <a:pt x="39" y="136"/>
                        <a:pt x="0" y="136"/>
                      </a:cubicBezTo>
                      <a:lnTo>
                        <a:pt x="16128" y="9455"/>
                      </a:lnTo>
                      <a:cubicBezTo>
                        <a:pt x="16148" y="9475"/>
                        <a:pt x="16187" y="9475"/>
                        <a:pt x="16206" y="9475"/>
                      </a:cubicBezTo>
                      <a:cubicBezTo>
                        <a:pt x="16245" y="9475"/>
                        <a:pt x="16284" y="9455"/>
                        <a:pt x="16303" y="9436"/>
                      </a:cubicBezTo>
                      <a:cubicBezTo>
                        <a:pt x="16323" y="9377"/>
                        <a:pt x="16323" y="9319"/>
                        <a:pt x="16245" y="9261"/>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0"/>
                <p:cNvSpPr/>
                <p:nvPr/>
              </p:nvSpPr>
              <p:spPr>
                <a:xfrm>
                  <a:off x="927225" y="1014375"/>
                  <a:ext cx="513650" cy="298650"/>
                </a:xfrm>
                <a:custGeom>
                  <a:avLst/>
                  <a:gdLst/>
                  <a:ahLst/>
                  <a:cxnLst/>
                  <a:rect l="l" t="t" r="r" b="b"/>
                  <a:pathLst>
                    <a:path w="20546" h="11946" extrusionOk="0">
                      <a:moveTo>
                        <a:pt x="176" y="0"/>
                      </a:moveTo>
                      <a:cubicBezTo>
                        <a:pt x="176" y="59"/>
                        <a:pt x="137" y="78"/>
                        <a:pt x="59" y="117"/>
                      </a:cubicBezTo>
                      <a:cubicBezTo>
                        <a:pt x="40" y="156"/>
                        <a:pt x="20" y="156"/>
                        <a:pt x="1" y="156"/>
                      </a:cubicBezTo>
                      <a:lnTo>
                        <a:pt x="20370" y="11926"/>
                      </a:lnTo>
                      <a:cubicBezTo>
                        <a:pt x="20390" y="11926"/>
                        <a:pt x="20409" y="11946"/>
                        <a:pt x="20409" y="11946"/>
                      </a:cubicBezTo>
                      <a:cubicBezTo>
                        <a:pt x="20468" y="11946"/>
                        <a:pt x="20487" y="11926"/>
                        <a:pt x="20506" y="11907"/>
                      </a:cubicBezTo>
                      <a:cubicBezTo>
                        <a:pt x="20545" y="11848"/>
                        <a:pt x="20545" y="11770"/>
                        <a:pt x="20468" y="11732"/>
                      </a:cubicBezTo>
                      <a:lnTo>
                        <a:pt x="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0"/>
                <p:cNvSpPr/>
                <p:nvPr/>
              </p:nvSpPr>
              <p:spPr>
                <a:xfrm>
                  <a:off x="891725" y="965725"/>
                  <a:ext cx="576375" cy="330775"/>
                </a:xfrm>
                <a:custGeom>
                  <a:avLst/>
                  <a:gdLst/>
                  <a:ahLst/>
                  <a:cxnLst/>
                  <a:rect l="l" t="t" r="r" b="b"/>
                  <a:pathLst>
                    <a:path w="23055" h="13231" extrusionOk="0">
                      <a:moveTo>
                        <a:pt x="1" y="1"/>
                      </a:moveTo>
                      <a:lnTo>
                        <a:pt x="409" y="254"/>
                      </a:lnTo>
                      <a:cubicBezTo>
                        <a:pt x="409" y="273"/>
                        <a:pt x="448" y="273"/>
                        <a:pt x="468" y="273"/>
                      </a:cubicBezTo>
                      <a:cubicBezTo>
                        <a:pt x="469" y="273"/>
                        <a:pt x="471" y="273"/>
                        <a:pt x="472" y="273"/>
                      </a:cubicBezTo>
                      <a:lnTo>
                        <a:pt x="472" y="273"/>
                      </a:lnTo>
                      <a:lnTo>
                        <a:pt x="22880" y="13211"/>
                      </a:lnTo>
                      <a:cubicBezTo>
                        <a:pt x="22899" y="13211"/>
                        <a:pt x="22938" y="13230"/>
                        <a:pt x="22938" y="13230"/>
                      </a:cubicBezTo>
                      <a:cubicBezTo>
                        <a:pt x="22977" y="13230"/>
                        <a:pt x="22996" y="13211"/>
                        <a:pt x="23035" y="13191"/>
                      </a:cubicBezTo>
                      <a:cubicBezTo>
                        <a:pt x="23055" y="13133"/>
                        <a:pt x="23055" y="13074"/>
                        <a:pt x="22977" y="13016"/>
                      </a:cubicBezTo>
                      <a:lnTo>
                        <a:pt x="507" y="40"/>
                      </a:lnTo>
                      <a:lnTo>
                        <a:pt x="507" y="40"/>
                      </a:lnTo>
                      <a:cubicBezTo>
                        <a:pt x="584" y="98"/>
                        <a:pt x="604" y="176"/>
                        <a:pt x="565" y="234"/>
                      </a:cubicBezTo>
                      <a:cubicBezTo>
                        <a:pt x="547" y="270"/>
                        <a:pt x="495" y="273"/>
                        <a:pt x="472" y="273"/>
                      </a:cubicBezTo>
                      <a:lnTo>
                        <a:pt x="472" y="27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0"/>
                <p:cNvSpPr/>
                <p:nvPr/>
              </p:nvSpPr>
              <p:spPr>
                <a:xfrm>
                  <a:off x="1048825" y="1022625"/>
                  <a:ext cx="446525" cy="259275"/>
                </a:xfrm>
                <a:custGeom>
                  <a:avLst/>
                  <a:gdLst/>
                  <a:ahLst/>
                  <a:cxnLst/>
                  <a:rect l="l" t="t" r="r" b="b"/>
                  <a:pathLst>
                    <a:path w="17861" h="10371" extrusionOk="0">
                      <a:moveTo>
                        <a:pt x="234" y="1"/>
                      </a:moveTo>
                      <a:cubicBezTo>
                        <a:pt x="195" y="40"/>
                        <a:pt x="156" y="59"/>
                        <a:pt x="98" y="98"/>
                      </a:cubicBezTo>
                      <a:cubicBezTo>
                        <a:pt x="59" y="118"/>
                        <a:pt x="40" y="118"/>
                        <a:pt x="1" y="137"/>
                      </a:cubicBezTo>
                      <a:lnTo>
                        <a:pt x="17646" y="10332"/>
                      </a:lnTo>
                      <a:cubicBezTo>
                        <a:pt x="17705" y="10351"/>
                        <a:pt x="17724" y="10370"/>
                        <a:pt x="17744" y="10370"/>
                      </a:cubicBezTo>
                      <a:cubicBezTo>
                        <a:pt x="17802" y="10370"/>
                        <a:pt x="17821" y="10351"/>
                        <a:pt x="17841" y="10332"/>
                      </a:cubicBezTo>
                      <a:cubicBezTo>
                        <a:pt x="17860" y="10273"/>
                        <a:pt x="17860" y="10215"/>
                        <a:pt x="17802" y="10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0"/>
                <p:cNvSpPr/>
                <p:nvPr/>
              </p:nvSpPr>
              <p:spPr>
                <a:xfrm>
                  <a:off x="1216625" y="1057650"/>
                  <a:ext cx="332225" cy="193125"/>
                </a:xfrm>
                <a:custGeom>
                  <a:avLst/>
                  <a:gdLst/>
                  <a:ahLst/>
                  <a:cxnLst/>
                  <a:rect l="l" t="t" r="r" b="b"/>
                  <a:pathLst>
                    <a:path w="13289" h="7725" extrusionOk="0">
                      <a:moveTo>
                        <a:pt x="215" y="1"/>
                      </a:moveTo>
                      <a:cubicBezTo>
                        <a:pt x="156" y="20"/>
                        <a:pt x="137" y="59"/>
                        <a:pt x="98" y="79"/>
                      </a:cubicBezTo>
                      <a:cubicBezTo>
                        <a:pt x="59" y="98"/>
                        <a:pt x="20" y="98"/>
                        <a:pt x="1" y="117"/>
                      </a:cubicBezTo>
                      <a:lnTo>
                        <a:pt x="13113" y="7705"/>
                      </a:lnTo>
                      <a:cubicBezTo>
                        <a:pt x="13152" y="7705"/>
                        <a:pt x="13172" y="7724"/>
                        <a:pt x="13172" y="7724"/>
                      </a:cubicBezTo>
                      <a:cubicBezTo>
                        <a:pt x="13211" y="7724"/>
                        <a:pt x="13249" y="7705"/>
                        <a:pt x="13269" y="7685"/>
                      </a:cubicBezTo>
                      <a:cubicBezTo>
                        <a:pt x="13288" y="7647"/>
                        <a:pt x="13288" y="7569"/>
                        <a:pt x="13230" y="7510"/>
                      </a:cubicBez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0"/>
                <p:cNvSpPr/>
                <p:nvPr/>
              </p:nvSpPr>
              <p:spPr>
                <a:xfrm>
                  <a:off x="1021600" y="912225"/>
                  <a:ext cx="553500" cy="323475"/>
                </a:xfrm>
                <a:custGeom>
                  <a:avLst/>
                  <a:gdLst/>
                  <a:ahLst/>
                  <a:cxnLst/>
                  <a:rect l="l" t="t" r="r" b="b"/>
                  <a:pathLst>
                    <a:path w="22140" h="12939" extrusionOk="0">
                      <a:moveTo>
                        <a:pt x="253" y="1"/>
                      </a:moveTo>
                      <a:cubicBezTo>
                        <a:pt x="234" y="40"/>
                        <a:pt x="175" y="59"/>
                        <a:pt x="136" y="78"/>
                      </a:cubicBezTo>
                      <a:cubicBezTo>
                        <a:pt x="78" y="98"/>
                        <a:pt x="59" y="137"/>
                        <a:pt x="0" y="156"/>
                      </a:cubicBezTo>
                      <a:lnTo>
                        <a:pt x="14922" y="8755"/>
                      </a:lnTo>
                      <a:lnTo>
                        <a:pt x="15156" y="8911"/>
                      </a:lnTo>
                      <a:lnTo>
                        <a:pt x="15992" y="9397"/>
                      </a:lnTo>
                      <a:lnTo>
                        <a:pt x="16226" y="9534"/>
                      </a:lnTo>
                      <a:lnTo>
                        <a:pt x="17062" y="10020"/>
                      </a:lnTo>
                      <a:lnTo>
                        <a:pt x="17296" y="10176"/>
                      </a:lnTo>
                      <a:lnTo>
                        <a:pt x="18132" y="10662"/>
                      </a:lnTo>
                      <a:lnTo>
                        <a:pt x="18366" y="10798"/>
                      </a:lnTo>
                      <a:lnTo>
                        <a:pt x="19202" y="11285"/>
                      </a:lnTo>
                      <a:lnTo>
                        <a:pt x="19436" y="11440"/>
                      </a:lnTo>
                      <a:lnTo>
                        <a:pt x="20272" y="11927"/>
                      </a:lnTo>
                      <a:lnTo>
                        <a:pt x="20506" y="12063"/>
                      </a:lnTo>
                      <a:lnTo>
                        <a:pt x="21342" y="12549"/>
                      </a:lnTo>
                      <a:lnTo>
                        <a:pt x="21576" y="12705"/>
                      </a:lnTo>
                      <a:lnTo>
                        <a:pt x="21965" y="12919"/>
                      </a:lnTo>
                      <a:cubicBezTo>
                        <a:pt x="22004" y="12919"/>
                        <a:pt x="22023" y="12938"/>
                        <a:pt x="22023" y="12938"/>
                      </a:cubicBezTo>
                      <a:cubicBezTo>
                        <a:pt x="22062" y="12938"/>
                        <a:pt x="22101" y="12919"/>
                        <a:pt x="22120" y="12899"/>
                      </a:cubicBezTo>
                      <a:cubicBezTo>
                        <a:pt x="22140" y="12841"/>
                        <a:pt x="22140" y="12783"/>
                        <a:pt x="22062" y="12724"/>
                      </a:cubicBezTo>
                      <a:lnTo>
                        <a:pt x="21809" y="12588"/>
                      </a:lnTo>
                      <a:lnTo>
                        <a:pt x="21556" y="12432"/>
                      </a:lnTo>
                      <a:lnTo>
                        <a:pt x="20759" y="11927"/>
                      </a:lnTo>
                      <a:lnTo>
                        <a:pt x="20506" y="11771"/>
                      </a:lnTo>
                      <a:lnTo>
                        <a:pt x="19689" y="11285"/>
                      </a:lnTo>
                      <a:lnTo>
                        <a:pt x="19436" y="11148"/>
                      </a:lnTo>
                      <a:lnTo>
                        <a:pt x="18619" y="10662"/>
                      </a:lnTo>
                      <a:lnTo>
                        <a:pt x="18366" y="10506"/>
                      </a:lnTo>
                      <a:lnTo>
                        <a:pt x="17549" y="10020"/>
                      </a:lnTo>
                      <a:lnTo>
                        <a:pt x="17296" y="9884"/>
                      </a:lnTo>
                      <a:lnTo>
                        <a:pt x="16479" y="9397"/>
                      </a:lnTo>
                      <a:lnTo>
                        <a:pt x="16226" y="9242"/>
                      </a:lnTo>
                      <a:lnTo>
                        <a:pt x="15409" y="8755"/>
                      </a:lnTo>
                      <a:lnTo>
                        <a:pt x="15156" y="861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0"/>
                <p:cNvSpPr/>
                <p:nvPr/>
              </p:nvSpPr>
              <p:spPr>
                <a:xfrm>
                  <a:off x="1103800" y="928275"/>
                  <a:ext cx="498050" cy="291375"/>
                </a:xfrm>
                <a:custGeom>
                  <a:avLst/>
                  <a:gdLst/>
                  <a:ahLst/>
                  <a:cxnLst/>
                  <a:rect l="l" t="t" r="r" b="b"/>
                  <a:pathLst>
                    <a:path w="19922" h="11655" extrusionOk="0">
                      <a:moveTo>
                        <a:pt x="253" y="1"/>
                      </a:moveTo>
                      <a:cubicBezTo>
                        <a:pt x="195" y="40"/>
                        <a:pt x="175" y="78"/>
                        <a:pt x="97" y="98"/>
                      </a:cubicBezTo>
                      <a:cubicBezTo>
                        <a:pt x="78" y="117"/>
                        <a:pt x="20" y="117"/>
                        <a:pt x="0" y="137"/>
                      </a:cubicBezTo>
                      <a:lnTo>
                        <a:pt x="12704" y="7471"/>
                      </a:lnTo>
                      <a:lnTo>
                        <a:pt x="12938" y="7608"/>
                      </a:lnTo>
                      <a:lnTo>
                        <a:pt x="13774" y="8094"/>
                      </a:lnTo>
                      <a:lnTo>
                        <a:pt x="14008" y="8250"/>
                      </a:lnTo>
                      <a:lnTo>
                        <a:pt x="14844" y="8736"/>
                      </a:lnTo>
                      <a:lnTo>
                        <a:pt x="15078" y="8872"/>
                      </a:lnTo>
                      <a:lnTo>
                        <a:pt x="15914" y="9359"/>
                      </a:lnTo>
                      <a:lnTo>
                        <a:pt x="16148" y="9514"/>
                      </a:lnTo>
                      <a:lnTo>
                        <a:pt x="16984" y="10001"/>
                      </a:lnTo>
                      <a:lnTo>
                        <a:pt x="17218" y="10137"/>
                      </a:lnTo>
                      <a:lnTo>
                        <a:pt x="18054" y="10623"/>
                      </a:lnTo>
                      <a:lnTo>
                        <a:pt x="18288" y="10779"/>
                      </a:lnTo>
                      <a:lnTo>
                        <a:pt x="19124" y="11265"/>
                      </a:lnTo>
                      <a:lnTo>
                        <a:pt x="19358" y="11401"/>
                      </a:lnTo>
                      <a:lnTo>
                        <a:pt x="19747" y="11615"/>
                      </a:lnTo>
                      <a:cubicBezTo>
                        <a:pt x="19786" y="11615"/>
                        <a:pt x="19805" y="11654"/>
                        <a:pt x="19805" y="11654"/>
                      </a:cubicBezTo>
                      <a:cubicBezTo>
                        <a:pt x="19844" y="11654"/>
                        <a:pt x="19883" y="11615"/>
                        <a:pt x="19903" y="11596"/>
                      </a:cubicBezTo>
                      <a:cubicBezTo>
                        <a:pt x="19922" y="11557"/>
                        <a:pt x="19922" y="11479"/>
                        <a:pt x="19844" y="11421"/>
                      </a:cubicBezTo>
                      <a:lnTo>
                        <a:pt x="19591" y="11285"/>
                      </a:lnTo>
                      <a:lnTo>
                        <a:pt x="19338" y="11129"/>
                      </a:lnTo>
                      <a:lnTo>
                        <a:pt x="18541" y="10643"/>
                      </a:lnTo>
                      <a:lnTo>
                        <a:pt x="18288" y="10506"/>
                      </a:lnTo>
                      <a:lnTo>
                        <a:pt x="17471" y="10020"/>
                      </a:lnTo>
                      <a:lnTo>
                        <a:pt x="17218" y="9864"/>
                      </a:lnTo>
                      <a:lnTo>
                        <a:pt x="16401" y="9378"/>
                      </a:lnTo>
                      <a:lnTo>
                        <a:pt x="16148" y="9242"/>
                      </a:lnTo>
                      <a:lnTo>
                        <a:pt x="15331" y="8755"/>
                      </a:lnTo>
                      <a:lnTo>
                        <a:pt x="15078" y="8600"/>
                      </a:lnTo>
                      <a:lnTo>
                        <a:pt x="14261" y="8113"/>
                      </a:lnTo>
                      <a:lnTo>
                        <a:pt x="14008" y="7977"/>
                      </a:lnTo>
                      <a:lnTo>
                        <a:pt x="13191" y="7491"/>
                      </a:lnTo>
                      <a:lnTo>
                        <a:pt x="12938" y="73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0"/>
                <p:cNvSpPr/>
                <p:nvPr/>
              </p:nvSpPr>
              <p:spPr>
                <a:xfrm>
                  <a:off x="972475" y="823700"/>
                  <a:ext cx="656125" cy="382800"/>
                </a:xfrm>
                <a:custGeom>
                  <a:avLst/>
                  <a:gdLst/>
                  <a:ahLst/>
                  <a:cxnLst/>
                  <a:rect l="l" t="t" r="r" b="b"/>
                  <a:pathLst>
                    <a:path w="26245" h="15312" extrusionOk="0">
                      <a:moveTo>
                        <a:pt x="234" y="1"/>
                      </a:moveTo>
                      <a:cubicBezTo>
                        <a:pt x="175" y="40"/>
                        <a:pt x="156" y="79"/>
                        <a:pt x="78" y="118"/>
                      </a:cubicBezTo>
                      <a:cubicBezTo>
                        <a:pt x="59" y="137"/>
                        <a:pt x="39" y="137"/>
                        <a:pt x="0" y="176"/>
                      </a:cubicBezTo>
                      <a:lnTo>
                        <a:pt x="19027" y="11129"/>
                      </a:lnTo>
                      <a:lnTo>
                        <a:pt x="19261" y="11285"/>
                      </a:lnTo>
                      <a:lnTo>
                        <a:pt x="20097" y="11771"/>
                      </a:lnTo>
                      <a:lnTo>
                        <a:pt x="20331" y="11907"/>
                      </a:lnTo>
                      <a:lnTo>
                        <a:pt x="21167" y="12394"/>
                      </a:lnTo>
                      <a:lnTo>
                        <a:pt x="21401" y="12549"/>
                      </a:lnTo>
                      <a:lnTo>
                        <a:pt x="22237" y="13036"/>
                      </a:lnTo>
                      <a:lnTo>
                        <a:pt x="22471" y="13172"/>
                      </a:lnTo>
                      <a:lnTo>
                        <a:pt x="23307" y="13658"/>
                      </a:lnTo>
                      <a:lnTo>
                        <a:pt x="23541" y="13814"/>
                      </a:lnTo>
                      <a:lnTo>
                        <a:pt x="24377" y="14300"/>
                      </a:lnTo>
                      <a:lnTo>
                        <a:pt x="24611" y="14436"/>
                      </a:lnTo>
                      <a:lnTo>
                        <a:pt x="25447" y="14923"/>
                      </a:lnTo>
                      <a:lnTo>
                        <a:pt x="25681" y="15078"/>
                      </a:lnTo>
                      <a:lnTo>
                        <a:pt x="26070" y="15292"/>
                      </a:lnTo>
                      <a:cubicBezTo>
                        <a:pt x="26109" y="15292"/>
                        <a:pt x="26128" y="15312"/>
                        <a:pt x="26128" y="15312"/>
                      </a:cubicBezTo>
                      <a:cubicBezTo>
                        <a:pt x="26167" y="15312"/>
                        <a:pt x="26206" y="15292"/>
                        <a:pt x="26226" y="15273"/>
                      </a:cubicBezTo>
                      <a:cubicBezTo>
                        <a:pt x="26245" y="15215"/>
                        <a:pt x="26245" y="15137"/>
                        <a:pt x="26167" y="15098"/>
                      </a:cubicBezTo>
                      <a:lnTo>
                        <a:pt x="25914" y="14942"/>
                      </a:lnTo>
                      <a:lnTo>
                        <a:pt x="25661" y="14806"/>
                      </a:lnTo>
                      <a:lnTo>
                        <a:pt x="24883" y="14222"/>
                      </a:lnTo>
                      <a:lnTo>
                        <a:pt x="24650" y="14086"/>
                      </a:lnTo>
                      <a:lnTo>
                        <a:pt x="23813" y="13600"/>
                      </a:lnTo>
                      <a:lnTo>
                        <a:pt x="23580" y="13444"/>
                      </a:lnTo>
                      <a:lnTo>
                        <a:pt x="22743" y="12958"/>
                      </a:lnTo>
                      <a:lnTo>
                        <a:pt x="22510" y="12822"/>
                      </a:lnTo>
                      <a:lnTo>
                        <a:pt x="21673" y="12335"/>
                      </a:lnTo>
                      <a:lnTo>
                        <a:pt x="21420" y="12180"/>
                      </a:lnTo>
                      <a:lnTo>
                        <a:pt x="20603" y="11693"/>
                      </a:lnTo>
                      <a:lnTo>
                        <a:pt x="20350" y="11557"/>
                      </a:lnTo>
                      <a:lnTo>
                        <a:pt x="19533" y="11071"/>
                      </a:lnTo>
                      <a:lnTo>
                        <a:pt x="19280" y="10915"/>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0"/>
                <p:cNvSpPr/>
                <p:nvPr/>
              </p:nvSpPr>
              <p:spPr>
                <a:xfrm>
                  <a:off x="1100875" y="864575"/>
                  <a:ext cx="555950" cy="324925"/>
                </a:xfrm>
                <a:custGeom>
                  <a:avLst/>
                  <a:gdLst/>
                  <a:ahLst/>
                  <a:cxnLst/>
                  <a:rect l="l" t="t" r="r" b="b"/>
                  <a:pathLst>
                    <a:path w="22238" h="12997" extrusionOk="0">
                      <a:moveTo>
                        <a:pt x="214" y="0"/>
                      </a:moveTo>
                      <a:cubicBezTo>
                        <a:pt x="175" y="39"/>
                        <a:pt x="137" y="58"/>
                        <a:pt x="78" y="117"/>
                      </a:cubicBezTo>
                      <a:cubicBezTo>
                        <a:pt x="39" y="136"/>
                        <a:pt x="20" y="136"/>
                        <a:pt x="0" y="156"/>
                      </a:cubicBezTo>
                      <a:lnTo>
                        <a:pt x="15000" y="8813"/>
                      </a:lnTo>
                      <a:lnTo>
                        <a:pt x="15253" y="8969"/>
                      </a:lnTo>
                      <a:lnTo>
                        <a:pt x="16070" y="9455"/>
                      </a:lnTo>
                      <a:lnTo>
                        <a:pt x="16323" y="9591"/>
                      </a:lnTo>
                      <a:lnTo>
                        <a:pt x="17140" y="10078"/>
                      </a:lnTo>
                      <a:lnTo>
                        <a:pt x="17393" y="10233"/>
                      </a:lnTo>
                      <a:lnTo>
                        <a:pt x="18210" y="10720"/>
                      </a:lnTo>
                      <a:lnTo>
                        <a:pt x="18463" y="10856"/>
                      </a:lnTo>
                      <a:lnTo>
                        <a:pt x="19280" y="11342"/>
                      </a:lnTo>
                      <a:lnTo>
                        <a:pt x="19533" y="11498"/>
                      </a:lnTo>
                      <a:lnTo>
                        <a:pt x="20350" y="11984"/>
                      </a:lnTo>
                      <a:lnTo>
                        <a:pt x="20603" y="12121"/>
                      </a:lnTo>
                      <a:lnTo>
                        <a:pt x="21420" y="12607"/>
                      </a:lnTo>
                      <a:lnTo>
                        <a:pt x="21673" y="12763"/>
                      </a:lnTo>
                      <a:lnTo>
                        <a:pt x="22062" y="12977"/>
                      </a:lnTo>
                      <a:cubicBezTo>
                        <a:pt x="22082" y="12977"/>
                        <a:pt x="22101" y="12996"/>
                        <a:pt x="22101" y="12996"/>
                      </a:cubicBezTo>
                      <a:cubicBezTo>
                        <a:pt x="22160" y="12996"/>
                        <a:pt x="22179" y="12977"/>
                        <a:pt x="22198" y="12957"/>
                      </a:cubicBezTo>
                      <a:cubicBezTo>
                        <a:pt x="22237" y="12899"/>
                        <a:pt x="22237" y="12840"/>
                        <a:pt x="22160" y="12782"/>
                      </a:cubicBezTo>
                      <a:lnTo>
                        <a:pt x="21887" y="12646"/>
                      </a:lnTo>
                      <a:lnTo>
                        <a:pt x="21654" y="12490"/>
                      </a:lnTo>
                      <a:lnTo>
                        <a:pt x="20817" y="11945"/>
                      </a:lnTo>
                      <a:lnTo>
                        <a:pt x="20584" y="11809"/>
                      </a:lnTo>
                      <a:lnTo>
                        <a:pt x="19747" y="11323"/>
                      </a:lnTo>
                      <a:lnTo>
                        <a:pt x="19514" y="11187"/>
                      </a:lnTo>
                      <a:lnTo>
                        <a:pt x="18677" y="10700"/>
                      </a:lnTo>
                      <a:lnTo>
                        <a:pt x="18444" y="10545"/>
                      </a:lnTo>
                      <a:lnTo>
                        <a:pt x="17607" y="10058"/>
                      </a:lnTo>
                      <a:lnTo>
                        <a:pt x="17374" y="9922"/>
                      </a:lnTo>
                      <a:lnTo>
                        <a:pt x="16537" y="9436"/>
                      </a:lnTo>
                      <a:lnTo>
                        <a:pt x="16284" y="9280"/>
                      </a:lnTo>
                      <a:lnTo>
                        <a:pt x="15467" y="8794"/>
                      </a:lnTo>
                      <a:lnTo>
                        <a:pt x="15214" y="8658"/>
                      </a:lnTo>
                      <a:lnTo>
                        <a:pt x="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0"/>
                <p:cNvSpPr/>
                <p:nvPr/>
              </p:nvSpPr>
              <p:spPr>
                <a:xfrm>
                  <a:off x="860600" y="697250"/>
                  <a:ext cx="821525" cy="478125"/>
                </a:xfrm>
                <a:custGeom>
                  <a:avLst/>
                  <a:gdLst/>
                  <a:ahLst/>
                  <a:cxnLst/>
                  <a:rect l="l" t="t" r="r" b="b"/>
                  <a:pathLst>
                    <a:path w="32861" h="19125" extrusionOk="0">
                      <a:moveTo>
                        <a:pt x="254" y="1"/>
                      </a:moveTo>
                      <a:cubicBezTo>
                        <a:pt x="234" y="20"/>
                        <a:pt x="176" y="39"/>
                        <a:pt x="137" y="98"/>
                      </a:cubicBezTo>
                      <a:cubicBezTo>
                        <a:pt x="78" y="117"/>
                        <a:pt x="59" y="137"/>
                        <a:pt x="1" y="137"/>
                      </a:cubicBezTo>
                      <a:lnTo>
                        <a:pt x="25642" y="14961"/>
                      </a:lnTo>
                      <a:lnTo>
                        <a:pt x="25876" y="15098"/>
                      </a:lnTo>
                      <a:lnTo>
                        <a:pt x="26712" y="15584"/>
                      </a:lnTo>
                      <a:lnTo>
                        <a:pt x="26946" y="15720"/>
                      </a:lnTo>
                      <a:lnTo>
                        <a:pt x="27782" y="16207"/>
                      </a:lnTo>
                      <a:lnTo>
                        <a:pt x="28016" y="16362"/>
                      </a:lnTo>
                      <a:lnTo>
                        <a:pt x="28852" y="16849"/>
                      </a:lnTo>
                      <a:lnTo>
                        <a:pt x="29086" y="16985"/>
                      </a:lnTo>
                      <a:lnTo>
                        <a:pt x="29922" y="17471"/>
                      </a:lnTo>
                      <a:lnTo>
                        <a:pt x="30156" y="17627"/>
                      </a:lnTo>
                      <a:lnTo>
                        <a:pt x="30992" y="18113"/>
                      </a:lnTo>
                      <a:lnTo>
                        <a:pt x="31226" y="18249"/>
                      </a:lnTo>
                      <a:lnTo>
                        <a:pt x="32062" y="18736"/>
                      </a:lnTo>
                      <a:lnTo>
                        <a:pt x="32296" y="18891"/>
                      </a:lnTo>
                      <a:lnTo>
                        <a:pt x="32685" y="19105"/>
                      </a:lnTo>
                      <a:cubicBezTo>
                        <a:pt x="32724" y="19105"/>
                        <a:pt x="32743" y="19125"/>
                        <a:pt x="32743" y="19125"/>
                      </a:cubicBezTo>
                      <a:cubicBezTo>
                        <a:pt x="32782" y="19125"/>
                        <a:pt x="32821" y="19105"/>
                        <a:pt x="32841" y="19086"/>
                      </a:cubicBezTo>
                      <a:cubicBezTo>
                        <a:pt x="32860" y="19028"/>
                        <a:pt x="32860" y="18969"/>
                        <a:pt x="32782" y="18911"/>
                      </a:cubicBezTo>
                      <a:lnTo>
                        <a:pt x="32529" y="18775"/>
                      </a:lnTo>
                      <a:lnTo>
                        <a:pt x="32276" y="18619"/>
                      </a:lnTo>
                      <a:lnTo>
                        <a:pt x="31498" y="18035"/>
                      </a:lnTo>
                      <a:lnTo>
                        <a:pt x="31265" y="17899"/>
                      </a:lnTo>
                      <a:lnTo>
                        <a:pt x="30428" y="17413"/>
                      </a:lnTo>
                      <a:lnTo>
                        <a:pt x="30195" y="17257"/>
                      </a:lnTo>
                      <a:lnTo>
                        <a:pt x="29358" y="16771"/>
                      </a:lnTo>
                      <a:lnTo>
                        <a:pt x="29125" y="16635"/>
                      </a:lnTo>
                      <a:lnTo>
                        <a:pt x="28288" y="16148"/>
                      </a:lnTo>
                      <a:lnTo>
                        <a:pt x="28055" y="15993"/>
                      </a:lnTo>
                      <a:lnTo>
                        <a:pt x="27218" y="15506"/>
                      </a:lnTo>
                      <a:lnTo>
                        <a:pt x="26985" y="15370"/>
                      </a:lnTo>
                      <a:lnTo>
                        <a:pt x="26148" y="14884"/>
                      </a:lnTo>
                      <a:lnTo>
                        <a:pt x="25895" y="14728"/>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0"/>
                <p:cNvSpPr/>
                <p:nvPr/>
              </p:nvSpPr>
              <p:spPr>
                <a:xfrm>
                  <a:off x="1164575" y="705525"/>
                  <a:ext cx="544775" cy="454300"/>
                </a:xfrm>
                <a:custGeom>
                  <a:avLst/>
                  <a:gdLst/>
                  <a:ahLst/>
                  <a:cxnLst/>
                  <a:rect l="l" t="t" r="r" b="b"/>
                  <a:pathLst>
                    <a:path w="21791" h="18172" extrusionOk="0">
                      <a:moveTo>
                        <a:pt x="1" y="0"/>
                      </a:moveTo>
                      <a:lnTo>
                        <a:pt x="1" y="5506"/>
                      </a:lnTo>
                      <a:cubicBezTo>
                        <a:pt x="1" y="5545"/>
                        <a:pt x="20" y="5584"/>
                        <a:pt x="59" y="5603"/>
                      </a:cubicBezTo>
                      <a:lnTo>
                        <a:pt x="14573" y="13988"/>
                      </a:lnTo>
                      <a:lnTo>
                        <a:pt x="14826" y="14144"/>
                      </a:lnTo>
                      <a:lnTo>
                        <a:pt x="15643" y="14630"/>
                      </a:lnTo>
                      <a:lnTo>
                        <a:pt x="15896" y="14767"/>
                      </a:lnTo>
                      <a:lnTo>
                        <a:pt x="16713" y="15253"/>
                      </a:lnTo>
                      <a:lnTo>
                        <a:pt x="16966" y="15389"/>
                      </a:lnTo>
                      <a:lnTo>
                        <a:pt x="17783" y="15876"/>
                      </a:lnTo>
                      <a:lnTo>
                        <a:pt x="18036" y="16031"/>
                      </a:lnTo>
                      <a:lnTo>
                        <a:pt x="18853" y="16518"/>
                      </a:lnTo>
                      <a:lnTo>
                        <a:pt x="19106" y="16654"/>
                      </a:lnTo>
                      <a:lnTo>
                        <a:pt x="19923" y="17140"/>
                      </a:lnTo>
                      <a:lnTo>
                        <a:pt x="20176" y="17296"/>
                      </a:lnTo>
                      <a:lnTo>
                        <a:pt x="20993" y="17782"/>
                      </a:lnTo>
                      <a:lnTo>
                        <a:pt x="21246" y="17918"/>
                      </a:lnTo>
                      <a:lnTo>
                        <a:pt x="21635" y="18152"/>
                      </a:lnTo>
                      <a:cubicBezTo>
                        <a:pt x="21654" y="18152"/>
                        <a:pt x="21674" y="18171"/>
                        <a:pt x="21674" y="18171"/>
                      </a:cubicBezTo>
                      <a:cubicBezTo>
                        <a:pt x="21732" y="18171"/>
                        <a:pt x="21752" y="18152"/>
                        <a:pt x="21771" y="18113"/>
                      </a:cubicBezTo>
                      <a:cubicBezTo>
                        <a:pt x="21791" y="18074"/>
                        <a:pt x="21791" y="17996"/>
                        <a:pt x="21732" y="17957"/>
                      </a:cubicBezTo>
                      <a:lnTo>
                        <a:pt x="21460" y="17802"/>
                      </a:lnTo>
                      <a:lnTo>
                        <a:pt x="21207" y="17665"/>
                      </a:lnTo>
                      <a:lnTo>
                        <a:pt x="20409" y="17082"/>
                      </a:lnTo>
                      <a:lnTo>
                        <a:pt x="20176" y="16926"/>
                      </a:lnTo>
                      <a:lnTo>
                        <a:pt x="19339" y="16440"/>
                      </a:lnTo>
                      <a:lnTo>
                        <a:pt x="19106" y="16304"/>
                      </a:lnTo>
                      <a:lnTo>
                        <a:pt x="18269" y="15817"/>
                      </a:lnTo>
                      <a:lnTo>
                        <a:pt x="18036" y="15662"/>
                      </a:lnTo>
                      <a:lnTo>
                        <a:pt x="17199" y="15175"/>
                      </a:lnTo>
                      <a:lnTo>
                        <a:pt x="16966" y="15039"/>
                      </a:lnTo>
                      <a:lnTo>
                        <a:pt x="16129" y="14553"/>
                      </a:lnTo>
                      <a:lnTo>
                        <a:pt x="15896" y="14397"/>
                      </a:lnTo>
                      <a:lnTo>
                        <a:pt x="15059" y="13911"/>
                      </a:lnTo>
                      <a:lnTo>
                        <a:pt x="14826" y="13774"/>
                      </a:lnTo>
                      <a:lnTo>
                        <a:pt x="254" y="5350"/>
                      </a:lnTo>
                      <a:lnTo>
                        <a:pt x="25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0"/>
                <p:cNvSpPr/>
                <p:nvPr/>
              </p:nvSpPr>
              <p:spPr>
                <a:xfrm>
                  <a:off x="1210300" y="703575"/>
                  <a:ext cx="525325" cy="439700"/>
                </a:xfrm>
                <a:custGeom>
                  <a:avLst/>
                  <a:gdLst/>
                  <a:ahLst/>
                  <a:cxnLst/>
                  <a:rect l="l" t="t" r="r" b="b"/>
                  <a:pathLst>
                    <a:path w="21013" h="17588" extrusionOk="0">
                      <a:moveTo>
                        <a:pt x="254" y="0"/>
                      </a:moveTo>
                      <a:lnTo>
                        <a:pt x="1" y="156"/>
                      </a:lnTo>
                      <a:lnTo>
                        <a:pt x="1" y="5409"/>
                      </a:lnTo>
                      <a:lnTo>
                        <a:pt x="59" y="5409"/>
                      </a:lnTo>
                      <a:cubicBezTo>
                        <a:pt x="59" y="5467"/>
                        <a:pt x="79" y="5487"/>
                        <a:pt x="98" y="5506"/>
                      </a:cubicBezTo>
                      <a:lnTo>
                        <a:pt x="13794" y="13405"/>
                      </a:lnTo>
                      <a:lnTo>
                        <a:pt x="14028" y="13561"/>
                      </a:lnTo>
                      <a:lnTo>
                        <a:pt x="14864" y="14047"/>
                      </a:lnTo>
                      <a:lnTo>
                        <a:pt x="15098" y="14183"/>
                      </a:lnTo>
                      <a:lnTo>
                        <a:pt x="15934" y="14670"/>
                      </a:lnTo>
                      <a:lnTo>
                        <a:pt x="16168" y="14825"/>
                      </a:lnTo>
                      <a:lnTo>
                        <a:pt x="17004" y="15312"/>
                      </a:lnTo>
                      <a:lnTo>
                        <a:pt x="17238" y="15448"/>
                      </a:lnTo>
                      <a:lnTo>
                        <a:pt x="18074" y="15934"/>
                      </a:lnTo>
                      <a:lnTo>
                        <a:pt x="18308" y="16090"/>
                      </a:lnTo>
                      <a:lnTo>
                        <a:pt x="19144" y="16576"/>
                      </a:lnTo>
                      <a:lnTo>
                        <a:pt x="19378" y="16712"/>
                      </a:lnTo>
                      <a:lnTo>
                        <a:pt x="20214" y="17199"/>
                      </a:lnTo>
                      <a:lnTo>
                        <a:pt x="20448" y="17354"/>
                      </a:lnTo>
                      <a:lnTo>
                        <a:pt x="20837" y="17568"/>
                      </a:lnTo>
                      <a:cubicBezTo>
                        <a:pt x="20876" y="17568"/>
                        <a:pt x="20895" y="17588"/>
                        <a:pt x="20895" y="17588"/>
                      </a:cubicBezTo>
                      <a:cubicBezTo>
                        <a:pt x="20934" y="17588"/>
                        <a:pt x="20973" y="17568"/>
                        <a:pt x="20993" y="17549"/>
                      </a:cubicBezTo>
                      <a:cubicBezTo>
                        <a:pt x="21012" y="17491"/>
                        <a:pt x="21012" y="17413"/>
                        <a:pt x="20934" y="17374"/>
                      </a:cubicBezTo>
                      <a:lnTo>
                        <a:pt x="20681" y="17218"/>
                      </a:lnTo>
                      <a:lnTo>
                        <a:pt x="20428" y="17082"/>
                      </a:lnTo>
                      <a:lnTo>
                        <a:pt x="19611" y="16596"/>
                      </a:lnTo>
                      <a:lnTo>
                        <a:pt x="19358" y="16440"/>
                      </a:lnTo>
                      <a:lnTo>
                        <a:pt x="18541" y="15954"/>
                      </a:lnTo>
                      <a:lnTo>
                        <a:pt x="18288" y="15817"/>
                      </a:lnTo>
                      <a:lnTo>
                        <a:pt x="17471" y="15331"/>
                      </a:lnTo>
                      <a:lnTo>
                        <a:pt x="17218" y="15195"/>
                      </a:lnTo>
                      <a:lnTo>
                        <a:pt x="16401" y="14708"/>
                      </a:lnTo>
                      <a:lnTo>
                        <a:pt x="16148" y="14553"/>
                      </a:lnTo>
                      <a:lnTo>
                        <a:pt x="15331" y="14066"/>
                      </a:lnTo>
                      <a:lnTo>
                        <a:pt x="15078" y="13930"/>
                      </a:lnTo>
                      <a:lnTo>
                        <a:pt x="14261" y="13444"/>
                      </a:lnTo>
                      <a:lnTo>
                        <a:pt x="14008" y="13288"/>
                      </a:lnTo>
                      <a:lnTo>
                        <a:pt x="254" y="5331"/>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0"/>
                <p:cNvSpPr/>
                <p:nvPr/>
              </p:nvSpPr>
              <p:spPr>
                <a:xfrm>
                  <a:off x="1144150" y="1046950"/>
                  <a:ext cx="97800" cy="58400"/>
                </a:xfrm>
                <a:custGeom>
                  <a:avLst/>
                  <a:gdLst/>
                  <a:ahLst/>
                  <a:cxnLst/>
                  <a:rect l="l" t="t" r="r" b="b"/>
                  <a:pathLst>
                    <a:path w="3912" h="2336" extrusionOk="0">
                      <a:moveTo>
                        <a:pt x="195" y="1"/>
                      </a:moveTo>
                      <a:cubicBezTo>
                        <a:pt x="176" y="20"/>
                        <a:pt x="118" y="59"/>
                        <a:pt x="79" y="98"/>
                      </a:cubicBezTo>
                      <a:cubicBezTo>
                        <a:pt x="40" y="117"/>
                        <a:pt x="20" y="117"/>
                        <a:pt x="1" y="137"/>
                      </a:cubicBezTo>
                      <a:lnTo>
                        <a:pt x="3736" y="2296"/>
                      </a:lnTo>
                      <a:cubicBezTo>
                        <a:pt x="3775" y="2296"/>
                        <a:pt x="3795" y="2335"/>
                        <a:pt x="3795" y="2335"/>
                      </a:cubicBezTo>
                      <a:cubicBezTo>
                        <a:pt x="3833" y="2335"/>
                        <a:pt x="3872" y="2296"/>
                        <a:pt x="3892" y="2277"/>
                      </a:cubicBezTo>
                      <a:cubicBezTo>
                        <a:pt x="3911" y="2238"/>
                        <a:pt x="3911" y="2160"/>
                        <a:pt x="3833" y="2102"/>
                      </a:cubicBezTo>
                      <a:lnTo>
                        <a:pt x="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0"/>
                <p:cNvSpPr/>
                <p:nvPr/>
              </p:nvSpPr>
              <p:spPr>
                <a:xfrm>
                  <a:off x="697175" y="2247325"/>
                  <a:ext cx="109950" cy="67625"/>
                </a:xfrm>
                <a:custGeom>
                  <a:avLst/>
                  <a:gdLst/>
                  <a:ahLst/>
                  <a:cxnLst/>
                  <a:rect l="l" t="t" r="r" b="b"/>
                  <a:pathLst>
                    <a:path w="4398" h="2705" extrusionOk="0">
                      <a:moveTo>
                        <a:pt x="1" y="1"/>
                      </a:moveTo>
                      <a:lnTo>
                        <a:pt x="1" y="293"/>
                      </a:lnTo>
                      <a:lnTo>
                        <a:pt x="4184" y="2705"/>
                      </a:lnTo>
                      <a:cubicBezTo>
                        <a:pt x="4203" y="2627"/>
                        <a:pt x="4261" y="2608"/>
                        <a:pt x="4339" y="2569"/>
                      </a:cubicBezTo>
                      <a:cubicBezTo>
                        <a:pt x="4359" y="2569"/>
                        <a:pt x="4378" y="2530"/>
                        <a:pt x="4398" y="253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0"/>
                <p:cNvSpPr/>
                <p:nvPr/>
              </p:nvSpPr>
              <p:spPr>
                <a:xfrm>
                  <a:off x="798825" y="2308125"/>
                  <a:ext cx="41375" cy="26300"/>
                </a:xfrm>
                <a:custGeom>
                  <a:avLst/>
                  <a:gdLst/>
                  <a:ahLst/>
                  <a:cxnLst/>
                  <a:rect l="l" t="t" r="r" b="b"/>
                  <a:pathLst>
                    <a:path w="1655" h="1052" extrusionOk="0">
                      <a:moveTo>
                        <a:pt x="818" y="253"/>
                      </a:moveTo>
                      <a:cubicBezTo>
                        <a:pt x="993" y="253"/>
                        <a:pt x="1149" y="273"/>
                        <a:pt x="1265" y="351"/>
                      </a:cubicBezTo>
                      <a:cubicBezTo>
                        <a:pt x="1363" y="390"/>
                        <a:pt x="1402" y="467"/>
                        <a:pt x="1402" y="545"/>
                      </a:cubicBezTo>
                      <a:cubicBezTo>
                        <a:pt x="1402" y="623"/>
                        <a:pt x="1363" y="662"/>
                        <a:pt x="1265" y="740"/>
                      </a:cubicBezTo>
                      <a:cubicBezTo>
                        <a:pt x="1139" y="808"/>
                        <a:pt x="974" y="842"/>
                        <a:pt x="813" y="842"/>
                      </a:cubicBezTo>
                      <a:cubicBezTo>
                        <a:pt x="653" y="842"/>
                        <a:pt x="497" y="808"/>
                        <a:pt x="390" y="740"/>
                      </a:cubicBezTo>
                      <a:cubicBezTo>
                        <a:pt x="293" y="681"/>
                        <a:pt x="234" y="623"/>
                        <a:pt x="234" y="545"/>
                      </a:cubicBezTo>
                      <a:cubicBezTo>
                        <a:pt x="234" y="467"/>
                        <a:pt x="293" y="429"/>
                        <a:pt x="390" y="351"/>
                      </a:cubicBezTo>
                      <a:cubicBezTo>
                        <a:pt x="507" y="273"/>
                        <a:pt x="662" y="253"/>
                        <a:pt x="818" y="253"/>
                      </a:cubicBezTo>
                      <a:close/>
                      <a:moveTo>
                        <a:pt x="818" y="0"/>
                      </a:moveTo>
                      <a:cubicBezTo>
                        <a:pt x="638" y="0"/>
                        <a:pt x="458" y="34"/>
                        <a:pt x="312" y="98"/>
                      </a:cubicBezTo>
                      <a:cubicBezTo>
                        <a:pt x="293" y="98"/>
                        <a:pt x="273" y="137"/>
                        <a:pt x="234" y="137"/>
                      </a:cubicBezTo>
                      <a:cubicBezTo>
                        <a:pt x="195" y="176"/>
                        <a:pt x="137" y="195"/>
                        <a:pt x="118" y="253"/>
                      </a:cubicBezTo>
                      <a:cubicBezTo>
                        <a:pt x="40" y="331"/>
                        <a:pt x="1" y="429"/>
                        <a:pt x="1" y="526"/>
                      </a:cubicBezTo>
                      <a:cubicBezTo>
                        <a:pt x="1" y="662"/>
                        <a:pt x="98" y="818"/>
                        <a:pt x="273" y="915"/>
                      </a:cubicBezTo>
                      <a:cubicBezTo>
                        <a:pt x="429" y="1012"/>
                        <a:pt x="623" y="1051"/>
                        <a:pt x="818" y="1051"/>
                      </a:cubicBezTo>
                      <a:cubicBezTo>
                        <a:pt x="1012" y="1051"/>
                        <a:pt x="1246" y="1012"/>
                        <a:pt x="1382" y="915"/>
                      </a:cubicBezTo>
                      <a:cubicBezTo>
                        <a:pt x="1557" y="818"/>
                        <a:pt x="1654" y="662"/>
                        <a:pt x="1654" y="526"/>
                      </a:cubicBezTo>
                      <a:cubicBezTo>
                        <a:pt x="1654" y="370"/>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0"/>
                <p:cNvSpPr/>
                <p:nvPr/>
              </p:nvSpPr>
              <p:spPr>
                <a:xfrm>
                  <a:off x="800775" y="2135475"/>
                  <a:ext cx="35050" cy="20925"/>
                </a:xfrm>
                <a:custGeom>
                  <a:avLst/>
                  <a:gdLst/>
                  <a:ahLst/>
                  <a:cxnLst/>
                  <a:rect l="l" t="t" r="r" b="b"/>
                  <a:pathLst>
                    <a:path w="1402" h="837" extrusionOk="0">
                      <a:moveTo>
                        <a:pt x="701" y="0"/>
                      </a:moveTo>
                      <a:cubicBezTo>
                        <a:pt x="312" y="0"/>
                        <a:pt x="1" y="195"/>
                        <a:pt x="1" y="428"/>
                      </a:cubicBezTo>
                      <a:cubicBezTo>
                        <a:pt x="1" y="642"/>
                        <a:pt x="254" y="817"/>
                        <a:pt x="623" y="837"/>
                      </a:cubicBezTo>
                      <a:cubicBezTo>
                        <a:pt x="604" y="778"/>
                        <a:pt x="623" y="778"/>
                        <a:pt x="682" y="778"/>
                      </a:cubicBezTo>
                      <a:cubicBezTo>
                        <a:pt x="701" y="778"/>
                        <a:pt x="740" y="817"/>
                        <a:pt x="779" y="837"/>
                      </a:cubicBezTo>
                      <a:cubicBezTo>
                        <a:pt x="1110" y="798"/>
                        <a:pt x="1401" y="642"/>
                        <a:pt x="1401" y="428"/>
                      </a:cubicBezTo>
                      <a:cubicBezTo>
                        <a:pt x="1401" y="195"/>
                        <a:pt x="1090" y="0"/>
                        <a:pt x="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0"/>
                <p:cNvSpPr/>
                <p:nvPr/>
              </p:nvSpPr>
              <p:spPr>
                <a:xfrm>
                  <a:off x="799325" y="2238575"/>
                  <a:ext cx="35050" cy="20450"/>
                </a:xfrm>
                <a:custGeom>
                  <a:avLst/>
                  <a:gdLst/>
                  <a:ahLst/>
                  <a:cxnLst/>
                  <a:rect l="l" t="t" r="r" b="b"/>
                  <a:pathLst>
                    <a:path w="1402" h="818" extrusionOk="0">
                      <a:moveTo>
                        <a:pt x="603" y="0"/>
                      </a:moveTo>
                      <a:cubicBezTo>
                        <a:pt x="273" y="20"/>
                        <a:pt x="0" y="195"/>
                        <a:pt x="0" y="409"/>
                      </a:cubicBezTo>
                      <a:cubicBezTo>
                        <a:pt x="0" y="623"/>
                        <a:pt x="312" y="818"/>
                        <a:pt x="701" y="818"/>
                      </a:cubicBezTo>
                      <a:cubicBezTo>
                        <a:pt x="1090" y="818"/>
                        <a:pt x="1401" y="623"/>
                        <a:pt x="1401" y="409"/>
                      </a:cubicBezTo>
                      <a:cubicBezTo>
                        <a:pt x="1401" y="214"/>
                        <a:pt x="1148" y="39"/>
                        <a:pt x="798" y="0"/>
                      </a:cubicBezTo>
                      <a:cubicBezTo>
                        <a:pt x="798" y="20"/>
                        <a:pt x="778" y="59"/>
                        <a:pt x="740" y="59"/>
                      </a:cubicBezTo>
                      <a:cubicBezTo>
                        <a:pt x="681" y="59"/>
                        <a:pt x="642" y="39"/>
                        <a:pt x="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0"/>
                <p:cNvSpPr/>
                <p:nvPr/>
              </p:nvSpPr>
              <p:spPr>
                <a:xfrm>
                  <a:off x="815375" y="2154425"/>
                  <a:ext cx="5850" cy="85150"/>
                </a:xfrm>
                <a:custGeom>
                  <a:avLst/>
                  <a:gdLst/>
                  <a:ahLst/>
                  <a:cxnLst/>
                  <a:rect l="l" t="t" r="r" b="b"/>
                  <a:pathLst>
                    <a:path w="234" h="3406" extrusionOk="0">
                      <a:moveTo>
                        <a:pt x="117" y="1"/>
                      </a:moveTo>
                      <a:cubicBezTo>
                        <a:pt x="98" y="1"/>
                        <a:pt x="39" y="20"/>
                        <a:pt x="20" y="40"/>
                      </a:cubicBezTo>
                      <a:cubicBezTo>
                        <a:pt x="0" y="79"/>
                        <a:pt x="0" y="98"/>
                        <a:pt x="0" y="118"/>
                      </a:cubicBezTo>
                      <a:lnTo>
                        <a:pt x="0" y="1207"/>
                      </a:lnTo>
                      <a:lnTo>
                        <a:pt x="117" y="1285"/>
                      </a:lnTo>
                      <a:cubicBezTo>
                        <a:pt x="136" y="1343"/>
                        <a:pt x="156" y="1421"/>
                        <a:pt x="136" y="1460"/>
                      </a:cubicBezTo>
                      <a:cubicBezTo>
                        <a:pt x="117" y="1499"/>
                        <a:pt x="59" y="1499"/>
                        <a:pt x="39" y="1499"/>
                      </a:cubicBezTo>
                      <a:cubicBezTo>
                        <a:pt x="20" y="1499"/>
                        <a:pt x="0" y="1499"/>
                        <a:pt x="0" y="1479"/>
                      </a:cubicBezTo>
                      <a:lnTo>
                        <a:pt x="0" y="3289"/>
                      </a:lnTo>
                      <a:lnTo>
                        <a:pt x="0" y="3328"/>
                      </a:lnTo>
                      <a:cubicBezTo>
                        <a:pt x="20" y="3386"/>
                        <a:pt x="59" y="3405"/>
                        <a:pt x="117" y="3405"/>
                      </a:cubicBezTo>
                      <a:cubicBezTo>
                        <a:pt x="156" y="3405"/>
                        <a:pt x="214" y="3386"/>
                        <a:pt x="234" y="3328"/>
                      </a:cubicBezTo>
                      <a:lnTo>
                        <a:pt x="234" y="3289"/>
                      </a:lnTo>
                      <a:lnTo>
                        <a:pt x="234" y="118"/>
                      </a:lnTo>
                      <a:cubicBezTo>
                        <a:pt x="234" y="98"/>
                        <a:pt x="214" y="40"/>
                        <a:pt x="214" y="40"/>
                      </a:cubicBezTo>
                      <a:cubicBezTo>
                        <a:pt x="195" y="20"/>
                        <a:pt x="156"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0"/>
                <p:cNvSpPr/>
                <p:nvPr/>
              </p:nvSpPr>
              <p:spPr>
                <a:xfrm>
                  <a:off x="697175" y="2117475"/>
                  <a:ext cx="121625" cy="75900"/>
                </a:xfrm>
                <a:custGeom>
                  <a:avLst/>
                  <a:gdLst/>
                  <a:ahLst/>
                  <a:cxnLst/>
                  <a:rect l="l" t="t" r="r" b="b"/>
                  <a:pathLst>
                    <a:path w="4865" h="3036" extrusionOk="0">
                      <a:moveTo>
                        <a:pt x="1" y="0"/>
                      </a:moveTo>
                      <a:lnTo>
                        <a:pt x="1" y="292"/>
                      </a:lnTo>
                      <a:lnTo>
                        <a:pt x="2724" y="1868"/>
                      </a:lnTo>
                      <a:lnTo>
                        <a:pt x="2880" y="1771"/>
                      </a:lnTo>
                      <a:cubicBezTo>
                        <a:pt x="2894" y="1763"/>
                        <a:pt x="2914" y="1759"/>
                        <a:pt x="2935" y="1759"/>
                      </a:cubicBezTo>
                      <a:cubicBezTo>
                        <a:pt x="2971" y="1759"/>
                        <a:pt x="3011" y="1773"/>
                        <a:pt x="3036" y="1810"/>
                      </a:cubicBezTo>
                      <a:cubicBezTo>
                        <a:pt x="3075" y="1868"/>
                        <a:pt x="3075" y="1946"/>
                        <a:pt x="2997" y="1985"/>
                      </a:cubicBezTo>
                      <a:lnTo>
                        <a:pt x="2977" y="2004"/>
                      </a:lnTo>
                      <a:lnTo>
                        <a:pt x="4689" y="3016"/>
                      </a:lnTo>
                      <a:cubicBezTo>
                        <a:pt x="4728" y="3016"/>
                        <a:pt x="4748" y="3035"/>
                        <a:pt x="4748" y="3035"/>
                      </a:cubicBezTo>
                      <a:cubicBezTo>
                        <a:pt x="4787" y="3035"/>
                        <a:pt x="4826" y="3016"/>
                        <a:pt x="4845" y="2996"/>
                      </a:cubicBezTo>
                      <a:cubicBezTo>
                        <a:pt x="4864" y="2938"/>
                        <a:pt x="4864" y="2860"/>
                        <a:pt x="4787" y="2821"/>
                      </a:cubicBezTo>
                      <a:lnTo>
                        <a:pt x="4670" y="274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0"/>
                <p:cNvSpPr/>
                <p:nvPr/>
              </p:nvSpPr>
              <p:spPr>
                <a:xfrm>
                  <a:off x="697175" y="2161050"/>
                  <a:ext cx="76400" cy="49350"/>
                </a:xfrm>
                <a:custGeom>
                  <a:avLst/>
                  <a:gdLst/>
                  <a:ahLst/>
                  <a:cxnLst/>
                  <a:rect l="l" t="t" r="r" b="b"/>
                  <a:pathLst>
                    <a:path w="3056" h="1974" extrusionOk="0">
                      <a:moveTo>
                        <a:pt x="2930" y="1"/>
                      </a:moveTo>
                      <a:cubicBezTo>
                        <a:pt x="2913" y="1"/>
                        <a:pt x="2896" y="3"/>
                        <a:pt x="2880" y="8"/>
                      </a:cubicBezTo>
                      <a:lnTo>
                        <a:pt x="2724" y="105"/>
                      </a:lnTo>
                      <a:lnTo>
                        <a:pt x="1" y="1681"/>
                      </a:lnTo>
                      <a:lnTo>
                        <a:pt x="1" y="1973"/>
                      </a:lnTo>
                      <a:lnTo>
                        <a:pt x="2977" y="261"/>
                      </a:lnTo>
                      <a:lnTo>
                        <a:pt x="2997" y="222"/>
                      </a:lnTo>
                      <a:cubicBezTo>
                        <a:pt x="3036" y="203"/>
                        <a:pt x="3055" y="125"/>
                        <a:pt x="3036" y="47"/>
                      </a:cubicBezTo>
                      <a:cubicBezTo>
                        <a:pt x="3021" y="19"/>
                        <a:pt x="2976" y="1"/>
                        <a:pt x="2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0"/>
                <p:cNvSpPr/>
                <p:nvPr/>
              </p:nvSpPr>
              <p:spPr>
                <a:xfrm>
                  <a:off x="776450" y="462325"/>
                  <a:ext cx="351675" cy="200425"/>
                </a:xfrm>
                <a:custGeom>
                  <a:avLst/>
                  <a:gdLst/>
                  <a:ahLst/>
                  <a:cxnLst/>
                  <a:rect l="l" t="t" r="r" b="b"/>
                  <a:pathLst>
                    <a:path w="14067" h="8017" extrusionOk="0">
                      <a:moveTo>
                        <a:pt x="1" y="1"/>
                      </a:moveTo>
                      <a:lnTo>
                        <a:pt x="13833" y="8016"/>
                      </a:lnTo>
                      <a:lnTo>
                        <a:pt x="14067" y="7861"/>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0"/>
                <p:cNvSpPr/>
                <p:nvPr/>
              </p:nvSpPr>
              <p:spPr>
                <a:xfrm>
                  <a:off x="1203500" y="2158325"/>
                  <a:ext cx="144475" cy="83200"/>
                </a:xfrm>
                <a:custGeom>
                  <a:avLst/>
                  <a:gdLst/>
                  <a:ahLst/>
                  <a:cxnLst/>
                  <a:rect l="l" t="t" r="r" b="b"/>
                  <a:pathLst>
                    <a:path w="5779" h="3328" extrusionOk="0">
                      <a:moveTo>
                        <a:pt x="2588" y="0"/>
                      </a:moveTo>
                      <a:lnTo>
                        <a:pt x="0" y="1479"/>
                      </a:lnTo>
                      <a:lnTo>
                        <a:pt x="3191" y="3327"/>
                      </a:lnTo>
                      <a:lnTo>
                        <a:pt x="3969" y="2880"/>
                      </a:lnTo>
                      <a:lnTo>
                        <a:pt x="2024" y="1771"/>
                      </a:lnTo>
                      <a:cubicBezTo>
                        <a:pt x="1985" y="1732"/>
                        <a:pt x="1946" y="1674"/>
                        <a:pt x="1985" y="1596"/>
                      </a:cubicBezTo>
                      <a:cubicBezTo>
                        <a:pt x="1999" y="1568"/>
                        <a:pt x="2041" y="1541"/>
                        <a:pt x="2086" y="1541"/>
                      </a:cubicBezTo>
                      <a:cubicBezTo>
                        <a:pt x="2105" y="1541"/>
                        <a:pt x="2123" y="1545"/>
                        <a:pt x="2140" y="1557"/>
                      </a:cubicBezTo>
                      <a:lnTo>
                        <a:pt x="4222" y="2744"/>
                      </a:lnTo>
                      <a:lnTo>
                        <a:pt x="4942" y="2316"/>
                      </a:lnTo>
                      <a:lnTo>
                        <a:pt x="4747" y="2238"/>
                      </a:lnTo>
                      <a:cubicBezTo>
                        <a:pt x="4708" y="2199"/>
                        <a:pt x="4670" y="2140"/>
                        <a:pt x="4708" y="2063"/>
                      </a:cubicBezTo>
                      <a:cubicBezTo>
                        <a:pt x="4723" y="2019"/>
                        <a:pt x="4770" y="1997"/>
                        <a:pt x="4818" y="1997"/>
                      </a:cubicBezTo>
                      <a:cubicBezTo>
                        <a:pt x="4834" y="1997"/>
                        <a:pt x="4850" y="1999"/>
                        <a:pt x="4864" y="2004"/>
                      </a:cubicBezTo>
                      <a:lnTo>
                        <a:pt x="5195" y="2179"/>
                      </a:lnTo>
                      <a:lnTo>
                        <a:pt x="5778" y="1849"/>
                      </a:lnTo>
                      <a:lnTo>
                        <a:pt x="25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0"/>
                <p:cNvSpPr/>
                <p:nvPr/>
              </p:nvSpPr>
              <p:spPr>
                <a:xfrm>
                  <a:off x="1184050" y="2199675"/>
                  <a:ext cx="92425" cy="53525"/>
                </a:xfrm>
                <a:custGeom>
                  <a:avLst/>
                  <a:gdLst/>
                  <a:ahLst/>
                  <a:cxnLst/>
                  <a:rect l="l" t="t" r="r" b="b"/>
                  <a:pathLst>
                    <a:path w="3697" h="2141" extrusionOk="0">
                      <a:moveTo>
                        <a:pt x="506" y="0"/>
                      </a:moveTo>
                      <a:lnTo>
                        <a:pt x="0" y="292"/>
                      </a:lnTo>
                      <a:lnTo>
                        <a:pt x="3191" y="2140"/>
                      </a:lnTo>
                      <a:lnTo>
                        <a:pt x="3697" y="1848"/>
                      </a:lnTo>
                      <a:cubicBezTo>
                        <a:pt x="2588" y="1187"/>
                        <a:pt x="1479" y="584"/>
                        <a:pt x="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0"/>
                <p:cNvSpPr/>
                <p:nvPr/>
              </p:nvSpPr>
              <p:spPr>
                <a:xfrm>
                  <a:off x="1071700" y="2123025"/>
                  <a:ext cx="759250" cy="437075"/>
                </a:xfrm>
                <a:custGeom>
                  <a:avLst/>
                  <a:gdLst/>
                  <a:ahLst/>
                  <a:cxnLst/>
                  <a:rect l="l" t="t" r="r" b="b"/>
                  <a:pathLst>
                    <a:path w="30370" h="17483" extrusionOk="0">
                      <a:moveTo>
                        <a:pt x="13210" y="7523"/>
                      </a:moveTo>
                      <a:lnTo>
                        <a:pt x="13268" y="7557"/>
                      </a:lnTo>
                      <a:lnTo>
                        <a:pt x="13268" y="7557"/>
                      </a:lnTo>
                      <a:cubicBezTo>
                        <a:pt x="13251" y="7540"/>
                        <a:pt x="13231" y="7528"/>
                        <a:pt x="13210" y="7523"/>
                      </a:cubicBezTo>
                      <a:close/>
                      <a:moveTo>
                        <a:pt x="145" y="1"/>
                      </a:moveTo>
                      <a:cubicBezTo>
                        <a:pt x="106" y="1"/>
                        <a:pt x="58" y="18"/>
                        <a:pt x="20" y="70"/>
                      </a:cubicBezTo>
                      <a:cubicBezTo>
                        <a:pt x="0" y="109"/>
                        <a:pt x="0" y="187"/>
                        <a:pt x="78" y="226"/>
                      </a:cubicBezTo>
                      <a:cubicBezTo>
                        <a:pt x="78" y="226"/>
                        <a:pt x="175" y="303"/>
                        <a:pt x="370" y="401"/>
                      </a:cubicBezTo>
                      <a:cubicBezTo>
                        <a:pt x="1031" y="790"/>
                        <a:pt x="2782" y="1782"/>
                        <a:pt x="5019" y="3086"/>
                      </a:cubicBezTo>
                      <a:cubicBezTo>
                        <a:pt x="5992" y="3630"/>
                        <a:pt x="7062" y="4272"/>
                        <a:pt x="8191" y="4934"/>
                      </a:cubicBezTo>
                      <a:cubicBezTo>
                        <a:pt x="8930" y="5342"/>
                        <a:pt x="9650" y="5770"/>
                        <a:pt x="10408" y="6198"/>
                      </a:cubicBezTo>
                      <a:lnTo>
                        <a:pt x="10408" y="6140"/>
                      </a:lnTo>
                      <a:cubicBezTo>
                        <a:pt x="10408" y="6062"/>
                        <a:pt x="10467" y="6023"/>
                        <a:pt x="10525" y="6023"/>
                      </a:cubicBezTo>
                      <a:cubicBezTo>
                        <a:pt x="10603" y="6023"/>
                        <a:pt x="10661" y="6062"/>
                        <a:pt x="10661" y="6140"/>
                      </a:cubicBezTo>
                      <a:lnTo>
                        <a:pt x="10661" y="6315"/>
                      </a:lnTo>
                      <a:lnTo>
                        <a:pt x="13054" y="7696"/>
                      </a:lnTo>
                      <a:lnTo>
                        <a:pt x="13054" y="7657"/>
                      </a:lnTo>
                      <a:cubicBezTo>
                        <a:pt x="13054" y="7580"/>
                        <a:pt x="13113" y="7521"/>
                        <a:pt x="13191" y="7521"/>
                      </a:cubicBezTo>
                      <a:cubicBezTo>
                        <a:pt x="13197" y="7521"/>
                        <a:pt x="13203" y="7522"/>
                        <a:pt x="13210" y="7523"/>
                      </a:cubicBezTo>
                      <a:lnTo>
                        <a:pt x="13210" y="7523"/>
                      </a:lnTo>
                      <a:lnTo>
                        <a:pt x="8463" y="4778"/>
                      </a:lnTo>
                      <a:lnTo>
                        <a:pt x="5272" y="2930"/>
                      </a:lnTo>
                      <a:lnTo>
                        <a:pt x="642" y="265"/>
                      </a:lnTo>
                      <a:lnTo>
                        <a:pt x="195" y="12"/>
                      </a:lnTo>
                      <a:cubicBezTo>
                        <a:pt x="182" y="5"/>
                        <a:pt x="164" y="1"/>
                        <a:pt x="145" y="1"/>
                      </a:cubicBezTo>
                      <a:close/>
                      <a:moveTo>
                        <a:pt x="13268" y="7557"/>
                      </a:moveTo>
                      <a:cubicBezTo>
                        <a:pt x="13291" y="7581"/>
                        <a:pt x="13307" y="7617"/>
                        <a:pt x="13307" y="7657"/>
                      </a:cubicBezTo>
                      <a:lnTo>
                        <a:pt x="13307" y="7813"/>
                      </a:lnTo>
                      <a:cubicBezTo>
                        <a:pt x="15856" y="9311"/>
                        <a:pt x="18366" y="10731"/>
                        <a:pt x="20389" y="11899"/>
                      </a:cubicBezTo>
                      <a:lnTo>
                        <a:pt x="20544" y="11821"/>
                      </a:lnTo>
                      <a:cubicBezTo>
                        <a:pt x="20562" y="11809"/>
                        <a:pt x="20581" y="11801"/>
                        <a:pt x="20600" y="11798"/>
                      </a:cubicBezTo>
                      <a:lnTo>
                        <a:pt x="20600" y="11798"/>
                      </a:lnTo>
                      <a:lnTo>
                        <a:pt x="20724" y="11869"/>
                      </a:lnTo>
                      <a:lnTo>
                        <a:pt x="20724" y="11869"/>
                      </a:lnTo>
                      <a:cubicBezTo>
                        <a:pt x="20722" y="11866"/>
                        <a:pt x="20721" y="11863"/>
                        <a:pt x="20720" y="11860"/>
                      </a:cubicBezTo>
                      <a:cubicBezTo>
                        <a:pt x="20697" y="11814"/>
                        <a:pt x="20661" y="11795"/>
                        <a:pt x="20623" y="11795"/>
                      </a:cubicBezTo>
                      <a:cubicBezTo>
                        <a:pt x="20615" y="11795"/>
                        <a:pt x="20608" y="11796"/>
                        <a:pt x="20600" y="11798"/>
                      </a:cubicBezTo>
                      <a:lnTo>
                        <a:pt x="20600" y="11798"/>
                      </a:lnTo>
                      <a:lnTo>
                        <a:pt x="13268" y="7557"/>
                      </a:lnTo>
                      <a:close/>
                      <a:moveTo>
                        <a:pt x="26039" y="14970"/>
                      </a:moveTo>
                      <a:lnTo>
                        <a:pt x="26066" y="14987"/>
                      </a:lnTo>
                      <a:lnTo>
                        <a:pt x="26066" y="14987"/>
                      </a:lnTo>
                      <a:cubicBezTo>
                        <a:pt x="26058" y="14980"/>
                        <a:pt x="26048" y="14974"/>
                        <a:pt x="26039" y="14970"/>
                      </a:cubicBezTo>
                      <a:close/>
                      <a:moveTo>
                        <a:pt x="20724" y="11869"/>
                      </a:moveTo>
                      <a:cubicBezTo>
                        <a:pt x="20739" y="11910"/>
                        <a:pt x="20735" y="11981"/>
                        <a:pt x="20681" y="12035"/>
                      </a:cubicBezTo>
                      <a:lnTo>
                        <a:pt x="20603" y="12054"/>
                      </a:lnTo>
                      <a:cubicBezTo>
                        <a:pt x="21556" y="12619"/>
                        <a:pt x="22393" y="13105"/>
                        <a:pt x="23054" y="13494"/>
                      </a:cubicBezTo>
                      <a:lnTo>
                        <a:pt x="23229" y="13397"/>
                      </a:lnTo>
                      <a:cubicBezTo>
                        <a:pt x="23245" y="13381"/>
                        <a:pt x="23268" y="13371"/>
                        <a:pt x="23292" y="13371"/>
                      </a:cubicBezTo>
                      <a:cubicBezTo>
                        <a:pt x="23326" y="13371"/>
                        <a:pt x="23362" y="13390"/>
                        <a:pt x="23385" y="13436"/>
                      </a:cubicBezTo>
                      <a:cubicBezTo>
                        <a:pt x="23424" y="13494"/>
                        <a:pt x="23424" y="13552"/>
                        <a:pt x="23346" y="13611"/>
                      </a:cubicBezTo>
                      <a:lnTo>
                        <a:pt x="23268" y="13630"/>
                      </a:lnTo>
                      <a:cubicBezTo>
                        <a:pt x="24163" y="14155"/>
                        <a:pt x="24688" y="14467"/>
                        <a:pt x="24688" y="14467"/>
                      </a:cubicBezTo>
                      <a:lnTo>
                        <a:pt x="25720" y="15070"/>
                      </a:lnTo>
                      <a:lnTo>
                        <a:pt x="25934" y="14973"/>
                      </a:lnTo>
                      <a:cubicBezTo>
                        <a:pt x="25948" y="14965"/>
                        <a:pt x="25967" y="14961"/>
                        <a:pt x="25988" y="14961"/>
                      </a:cubicBezTo>
                      <a:cubicBezTo>
                        <a:pt x="26005" y="14961"/>
                        <a:pt x="26022" y="14964"/>
                        <a:pt x="26039" y="14970"/>
                      </a:cubicBezTo>
                      <a:lnTo>
                        <a:pt x="26039" y="14970"/>
                      </a:lnTo>
                      <a:lnTo>
                        <a:pt x="25506" y="14661"/>
                      </a:lnTo>
                      <a:lnTo>
                        <a:pt x="25486" y="14681"/>
                      </a:lnTo>
                      <a:cubicBezTo>
                        <a:pt x="25467" y="14681"/>
                        <a:pt x="25447" y="14700"/>
                        <a:pt x="25447" y="14700"/>
                      </a:cubicBezTo>
                      <a:cubicBezTo>
                        <a:pt x="25389" y="14700"/>
                        <a:pt x="25369" y="14681"/>
                        <a:pt x="25350" y="14661"/>
                      </a:cubicBezTo>
                      <a:cubicBezTo>
                        <a:pt x="25311" y="14603"/>
                        <a:pt x="25311" y="14564"/>
                        <a:pt x="25350" y="14545"/>
                      </a:cubicBezTo>
                      <a:lnTo>
                        <a:pt x="20724" y="11869"/>
                      </a:lnTo>
                      <a:close/>
                      <a:moveTo>
                        <a:pt x="26066" y="14987"/>
                      </a:moveTo>
                      <a:lnTo>
                        <a:pt x="26066" y="14987"/>
                      </a:lnTo>
                      <a:cubicBezTo>
                        <a:pt x="26075" y="14993"/>
                        <a:pt x="26083" y="15002"/>
                        <a:pt x="26089" y="15011"/>
                      </a:cubicBezTo>
                      <a:cubicBezTo>
                        <a:pt x="26109" y="15070"/>
                        <a:pt x="26109" y="15148"/>
                        <a:pt x="26050" y="15187"/>
                      </a:cubicBezTo>
                      <a:lnTo>
                        <a:pt x="25972" y="15225"/>
                      </a:lnTo>
                      <a:lnTo>
                        <a:pt x="28969" y="16938"/>
                      </a:lnTo>
                      <a:lnTo>
                        <a:pt x="29105" y="16879"/>
                      </a:lnTo>
                      <a:cubicBezTo>
                        <a:pt x="29129" y="16863"/>
                        <a:pt x="29156" y="16854"/>
                        <a:pt x="29183" y="16854"/>
                      </a:cubicBezTo>
                      <a:cubicBezTo>
                        <a:pt x="29221" y="16854"/>
                        <a:pt x="29257" y="16872"/>
                        <a:pt x="29280" y="16918"/>
                      </a:cubicBezTo>
                      <a:cubicBezTo>
                        <a:pt x="29299" y="16957"/>
                        <a:pt x="29299" y="17035"/>
                        <a:pt x="29241" y="17093"/>
                      </a:cubicBezTo>
                      <a:lnTo>
                        <a:pt x="29202" y="17093"/>
                      </a:lnTo>
                      <a:lnTo>
                        <a:pt x="29883" y="17482"/>
                      </a:lnTo>
                      <a:lnTo>
                        <a:pt x="30369" y="17482"/>
                      </a:lnTo>
                      <a:lnTo>
                        <a:pt x="26066" y="149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0"/>
                <p:cNvSpPr/>
                <p:nvPr/>
              </p:nvSpPr>
              <p:spPr>
                <a:xfrm>
                  <a:off x="1682100" y="2496650"/>
                  <a:ext cx="43775" cy="25500"/>
                </a:xfrm>
                <a:custGeom>
                  <a:avLst/>
                  <a:gdLst/>
                  <a:ahLst/>
                  <a:cxnLst/>
                  <a:rect l="l" t="t" r="r" b="b"/>
                  <a:pathLst>
                    <a:path w="1751" h="1020" extrusionOk="0">
                      <a:moveTo>
                        <a:pt x="1618" y="0"/>
                      </a:moveTo>
                      <a:cubicBezTo>
                        <a:pt x="1598" y="0"/>
                        <a:pt x="1577" y="3"/>
                        <a:pt x="1556" y="8"/>
                      </a:cubicBezTo>
                      <a:lnTo>
                        <a:pt x="1362" y="105"/>
                      </a:lnTo>
                      <a:lnTo>
                        <a:pt x="0" y="884"/>
                      </a:lnTo>
                      <a:lnTo>
                        <a:pt x="253" y="1020"/>
                      </a:lnTo>
                      <a:lnTo>
                        <a:pt x="1615" y="242"/>
                      </a:lnTo>
                      <a:lnTo>
                        <a:pt x="1673" y="222"/>
                      </a:lnTo>
                      <a:cubicBezTo>
                        <a:pt x="1732" y="203"/>
                        <a:pt x="1751" y="125"/>
                        <a:pt x="1732" y="47"/>
                      </a:cubicBezTo>
                      <a:cubicBezTo>
                        <a:pt x="1717" y="19"/>
                        <a:pt x="1672" y="0"/>
                        <a:pt x="1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0"/>
                <p:cNvSpPr/>
                <p:nvPr/>
              </p:nvSpPr>
              <p:spPr>
                <a:xfrm>
                  <a:off x="1614475" y="2457050"/>
                  <a:ext cx="43800" cy="25700"/>
                </a:xfrm>
                <a:custGeom>
                  <a:avLst/>
                  <a:gdLst/>
                  <a:ahLst/>
                  <a:cxnLst/>
                  <a:rect l="l" t="t" r="r" b="b"/>
                  <a:pathLst>
                    <a:path w="1752" h="1028" extrusionOk="0">
                      <a:moveTo>
                        <a:pt x="1605" y="0"/>
                      </a:moveTo>
                      <a:cubicBezTo>
                        <a:pt x="1583" y="0"/>
                        <a:pt x="1561" y="5"/>
                        <a:pt x="1538" y="16"/>
                      </a:cubicBezTo>
                      <a:lnTo>
                        <a:pt x="1363" y="114"/>
                      </a:lnTo>
                      <a:lnTo>
                        <a:pt x="1" y="892"/>
                      </a:lnTo>
                      <a:lnTo>
                        <a:pt x="254" y="1028"/>
                      </a:lnTo>
                      <a:lnTo>
                        <a:pt x="1616" y="250"/>
                      </a:lnTo>
                      <a:lnTo>
                        <a:pt x="1693" y="230"/>
                      </a:lnTo>
                      <a:cubicBezTo>
                        <a:pt x="1732" y="211"/>
                        <a:pt x="1752" y="114"/>
                        <a:pt x="1713" y="55"/>
                      </a:cubicBezTo>
                      <a:cubicBezTo>
                        <a:pt x="1699" y="28"/>
                        <a:pt x="1656" y="0"/>
                        <a:pt x="16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0"/>
                <p:cNvSpPr/>
                <p:nvPr/>
              </p:nvSpPr>
              <p:spPr>
                <a:xfrm>
                  <a:off x="1547375" y="2418125"/>
                  <a:ext cx="42825" cy="25725"/>
                </a:xfrm>
                <a:custGeom>
                  <a:avLst/>
                  <a:gdLst/>
                  <a:ahLst/>
                  <a:cxnLst/>
                  <a:rect l="l" t="t" r="r" b="b"/>
                  <a:pathLst>
                    <a:path w="1713" h="1029" extrusionOk="0">
                      <a:moveTo>
                        <a:pt x="1584" y="1"/>
                      </a:moveTo>
                      <a:cubicBezTo>
                        <a:pt x="1563" y="1"/>
                        <a:pt x="1540" y="5"/>
                        <a:pt x="1517" y="17"/>
                      </a:cubicBezTo>
                      <a:lnTo>
                        <a:pt x="1362" y="114"/>
                      </a:lnTo>
                      <a:lnTo>
                        <a:pt x="0" y="892"/>
                      </a:lnTo>
                      <a:lnTo>
                        <a:pt x="233" y="1029"/>
                      </a:lnTo>
                      <a:lnTo>
                        <a:pt x="1595" y="250"/>
                      </a:lnTo>
                      <a:lnTo>
                        <a:pt x="1673" y="231"/>
                      </a:lnTo>
                      <a:cubicBezTo>
                        <a:pt x="1712" y="172"/>
                        <a:pt x="1712" y="114"/>
                        <a:pt x="1693" y="56"/>
                      </a:cubicBezTo>
                      <a:cubicBezTo>
                        <a:pt x="1679" y="28"/>
                        <a:pt x="1636" y="1"/>
                        <a:pt x="1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0"/>
                <p:cNvSpPr/>
                <p:nvPr/>
              </p:nvSpPr>
              <p:spPr>
                <a:xfrm>
                  <a:off x="1596000" y="2513875"/>
                  <a:ext cx="101200" cy="45725"/>
                </a:xfrm>
                <a:custGeom>
                  <a:avLst/>
                  <a:gdLst/>
                  <a:ahLst/>
                  <a:cxnLst/>
                  <a:rect l="l" t="t" r="r" b="b"/>
                  <a:pathLst>
                    <a:path w="4048" h="1829" extrusionOk="0">
                      <a:moveTo>
                        <a:pt x="3133" y="0"/>
                      </a:moveTo>
                      <a:lnTo>
                        <a:pt x="1" y="1829"/>
                      </a:lnTo>
                      <a:lnTo>
                        <a:pt x="1849" y="1829"/>
                      </a:lnTo>
                      <a:lnTo>
                        <a:pt x="4047" y="525"/>
                      </a:lnTo>
                      <a:lnTo>
                        <a:pt x="3716" y="331"/>
                      </a:lnTo>
                      <a:lnTo>
                        <a:pt x="3463" y="195"/>
                      </a:lnTo>
                      <a:lnTo>
                        <a:pt x="31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0"/>
                <p:cNvSpPr/>
                <p:nvPr/>
              </p:nvSpPr>
              <p:spPr>
                <a:xfrm>
                  <a:off x="1525950" y="2474950"/>
                  <a:ext cx="104125" cy="59375"/>
                </a:xfrm>
                <a:custGeom>
                  <a:avLst/>
                  <a:gdLst/>
                  <a:ahLst/>
                  <a:cxnLst/>
                  <a:rect l="l" t="t" r="r" b="b"/>
                  <a:pathLst>
                    <a:path w="4165" h="2375" extrusionOk="0">
                      <a:moveTo>
                        <a:pt x="3231" y="1"/>
                      </a:moveTo>
                      <a:lnTo>
                        <a:pt x="1" y="1849"/>
                      </a:lnTo>
                      <a:lnTo>
                        <a:pt x="915" y="2374"/>
                      </a:lnTo>
                      <a:lnTo>
                        <a:pt x="4164" y="526"/>
                      </a:lnTo>
                      <a:lnTo>
                        <a:pt x="3795" y="312"/>
                      </a:lnTo>
                      <a:lnTo>
                        <a:pt x="3542" y="195"/>
                      </a:lnTo>
                      <a:lnTo>
                        <a:pt x="32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0"/>
                <p:cNvSpPr/>
                <p:nvPr/>
              </p:nvSpPr>
              <p:spPr>
                <a:xfrm>
                  <a:off x="1458350" y="2436050"/>
                  <a:ext cx="104125" cy="59350"/>
                </a:xfrm>
                <a:custGeom>
                  <a:avLst/>
                  <a:gdLst/>
                  <a:ahLst/>
                  <a:cxnLst/>
                  <a:rect l="l" t="t" r="r" b="b"/>
                  <a:pathLst>
                    <a:path w="4165" h="2374" extrusionOk="0">
                      <a:moveTo>
                        <a:pt x="3211" y="0"/>
                      </a:moveTo>
                      <a:lnTo>
                        <a:pt x="1" y="1848"/>
                      </a:lnTo>
                      <a:lnTo>
                        <a:pt x="935" y="2374"/>
                      </a:lnTo>
                      <a:lnTo>
                        <a:pt x="4164" y="526"/>
                      </a:lnTo>
                      <a:lnTo>
                        <a:pt x="3794" y="312"/>
                      </a:lnTo>
                      <a:lnTo>
                        <a:pt x="3561" y="175"/>
                      </a:lnTo>
                      <a:lnTo>
                        <a:pt x="3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1917975" y="2498850"/>
                  <a:ext cx="41375" cy="26700"/>
                </a:xfrm>
                <a:custGeom>
                  <a:avLst/>
                  <a:gdLst/>
                  <a:ahLst/>
                  <a:cxnLst/>
                  <a:rect l="l" t="t" r="r" b="b"/>
                  <a:pathLst>
                    <a:path w="1655" h="1068" extrusionOk="0">
                      <a:moveTo>
                        <a:pt x="837" y="251"/>
                      </a:moveTo>
                      <a:cubicBezTo>
                        <a:pt x="993" y="251"/>
                        <a:pt x="1149" y="290"/>
                        <a:pt x="1265" y="348"/>
                      </a:cubicBezTo>
                      <a:cubicBezTo>
                        <a:pt x="1363" y="406"/>
                        <a:pt x="1421" y="465"/>
                        <a:pt x="1421" y="543"/>
                      </a:cubicBezTo>
                      <a:cubicBezTo>
                        <a:pt x="1421" y="620"/>
                        <a:pt x="1363" y="679"/>
                        <a:pt x="1265" y="737"/>
                      </a:cubicBezTo>
                      <a:cubicBezTo>
                        <a:pt x="1149" y="815"/>
                        <a:pt x="983" y="854"/>
                        <a:pt x="820" y="854"/>
                      </a:cubicBezTo>
                      <a:cubicBezTo>
                        <a:pt x="657" y="854"/>
                        <a:pt x="497" y="815"/>
                        <a:pt x="390" y="737"/>
                      </a:cubicBezTo>
                      <a:cubicBezTo>
                        <a:pt x="293" y="698"/>
                        <a:pt x="254" y="620"/>
                        <a:pt x="254" y="543"/>
                      </a:cubicBezTo>
                      <a:cubicBezTo>
                        <a:pt x="254" y="465"/>
                        <a:pt x="293" y="426"/>
                        <a:pt x="390" y="348"/>
                      </a:cubicBezTo>
                      <a:cubicBezTo>
                        <a:pt x="487" y="290"/>
                        <a:pt x="662" y="251"/>
                        <a:pt x="837" y="251"/>
                      </a:cubicBezTo>
                      <a:close/>
                      <a:moveTo>
                        <a:pt x="845" y="0"/>
                      </a:moveTo>
                      <a:cubicBezTo>
                        <a:pt x="660" y="0"/>
                        <a:pt x="472" y="39"/>
                        <a:pt x="312" y="115"/>
                      </a:cubicBezTo>
                      <a:cubicBezTo>
                        <a:pt x="351" y="154"/>
                        <a:pt x="351" y="212"/>
                        <a:pt x="312" y="251"/>
                      </a:cubicBezTo>
                      <a:cubicBezTo>
                        <a:pt x="293" y="309"/>
                        <a:pt x="254" y="309"/>
                        <a:pt x="215" y="309"/>
                      </a:cubicBezTo>
                      <a:cubicBezTo>
                        <a:pt x="195" y="309"/>
                        <a:pt x="176" y="309"/>
                        <a:pt x="176" y="270"/>
                      </a:cubicBezTo>
                      <a:lnTo>
                        <a:pt x="117" y="251"/>
                      </a:lnTo>
                      <a:cubicBezTo>
                        <a:pt x="59" y="329"/>
                        <a:pt x="1" y="426"/>
                        <a:pt x="1" y="523"/>
                      </a:cubicBezTo>
                      <a:cubicBezTo>
                        <a:pt x="1" y="679"/>
                        <a:pt x="98" y="815"/>
                        <a:pt x="273" y="912"/>
                      </a:cubicBezTo>
                      <a:cubicBezTo>
                        <a:pt x="448" y="1010"/>
                        <a:pt x="643" y="1068"/>
                        <a:pt x="837" y="1068"/>
                      </a:cubicBezTo>
                      <a:cubicBezTo>
                        <a:pt x="1032" y="1068"/>
                        <a:pt x="1246" y="1010"/>
                        <a:pt x="1382" y="912"/>
                      </a:cubicBezTo>
                      <a:cubicBezTo>
                        <a:pt x="1557" y="815"/>
                        <a:pt x="1654" y="679"/>
                        <a:pt x="1654" y="523"/>
                      </a:cubicBezTo>
                      <a:cubicBezTo>
                        <a:pt x="1654" y="368"/>
                        <a:pt x="1557" y="231"/>
                        <a:pt x="1382" y="134"/>
                      </a:cubicBezTo>
                      <a:cubicBezTo>
                        <a:pt x="1232" y="44"/>
                        <a:pt x="1040"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1780825" y="2419750"/>
                  <a:ext cx="41375" cy="26525"/>
                </a:xfrm>
                <a:custGeom>
                  <a:avLst/>
                  <a:gdLst/>
                  <a:ahLst/>
                  <a:cxnLst/>
                  <a:rect l="l" t="t" r="r" b="b"/>
                  <a:pathLst>
                    <a:path w="1655" h="1061" extrusionOk="0">
                      <a:moveTo>
                        <a:pt x="309" y="693"/>
                      </a:moveTo>
                      <a:cubicBezTo>
                        <a:pt x="332" y="712"/>
                        <a:pt x="359" y="731"/>
                        <a:pt x="389" y="750"/>
                      </a:cubicBezTo>
                      <a:cubicBezTo>
                        <a:pt x="402" y="758"/>
                        <a:pt x="416" y="765"/>
                        <a:pt x="429" y="772"/>
                      </a:cubicBezTo>
                      <a:lnTo>
                        <a:pt x="429" y="772"/>
                      </a:lnTo>
                      <a:cubicBezTo>
                        <a:pt x="429" y="771"/>
                        <a:pt x="429" y="770"/>
                        <a:pt x="428" y="769"/>
                      </a:cubicBezTo>
                      <a:cubicBezTo>
                        <a:pt x="401" y="714"/>
                        <a:pt x="355" y="698"/>
                        <a:pt x="309" y="693"/>
                      </a:cubicBezTo>
                      <a:close/>
                      <a:moveTo>
                        <a:pt x="1308" y="714"/>
                      </a:moveTo>
                      <a:cubicBezTo>
                        <a:pt x="1260" y="716"/>
                        <a:pt x="1220" y="743"/>
                        <a:pt x="1207" y="769"/>
                      </a:cubicBezTo>
                      <a:cubicBezTo>
                        <a:pt x="1206" y="772"/>
                        <a:pt x="1205" y="775"/>
                        <a:pt x="1204" y="778"/>
                      </a:cubicBezTo>
                      <a:lnTo>
                        <a:pt x="1204" y="778"/>
                      </a:lnTo>
                      <a:cubicBezTo>
                        <a:pt x="1225" y="770"/>
                        <a:pt x="1246" y="760"/>
                        <a:pt x="1265" y="750"/>
                      </a:cubicBezTo>
                      <a:cubicBezTo>
                        <a:pt x="1281" y="737"/>
                        <a:pt x="1295" y="725"/>
                        <a:pt x="1308" y="714"/>
                      </a:cubicBezTo>
                      <a:close/>
                      <a:moveTo>
                        <a:pt x="825" y="0"/>
                      </a:moveTo>
                      <a:cubicBezTo>
                        <a:pt x="623" y="0"/>
                        <a:pt x="419" y="49"/>
                        <a:pt x="253" y="146"/>
                      </a:cubicBezTo>
                      <a:cubicBezTo>
                        <a:pt x="98" y="224"/>
                        <a:pt x="0" y="380"/>
                        <a:pt x="0" y="536"/>
                      </a:cubicBezTo>
                      <a:cubicBezTo>
                        <a:pt x="0" y="633"/>
                        <a:pt x="39" y="730"/>
                        <a:pt x="117" y="788"/>
                      </a:cubicBezTo>
                      <a:lnTo>
                        <a:pt x="253" y="691"/>
                      </a:lnTo>
                      <a:cubicBezTo>
                        <a:pt x="271" y="691"/>
                        <a:pt x="290" y="691"/>
                        <a:pt x="309" y="693"/>
                      </a:cubicBezTo>
                      <a:lnTo>
                        <a:pt x="309" y="693"/>
                      </a:lnTo>
                      <a:cubicBezTo>
                        <a:pt x="261" y="652"/>
                        <a:pt x="234" y="608"/>
                        <a:pt x="234" y="555"/>
                      </a:cubicBezTo>
                      <a:cubicBezTo>
                        <a:pt x="234" y="477"/>
                        <a:pt x="292" y="399"/>
                        <a:pt x="389" y="360"/>
                      </a:cubicBezTo>
                      <a:cubicBezTo>
                        <a:pt x="506" y="283"/>
                        <a:pt x="681" y="263"/>
                        <a:pt x="818" y="263"/>
                      </a:cubicBezTo>
                      <a:cubicBezTo>
                        <a:pt x="993" y="263"/>
                        <a:pt x="1129" y="283"/>
                        <a:pt x="1265" y="360"/>
                      </a:cubicBezTo>
                      <a:cubicBezTo>
                        <a:pt x="1362" y="399"/>
                        <a:pt x="1401" y="477"/>
                        <a:pt x="1401" y="555"/>
                      </a:cubicBezTo>
                      <a:cubicBezTo>
                        <a:pt x="1401" y="620"/>
                        <a:pt x="1374" y="658"/>
                        <a:pt x="1308" y="714"/>
                      </a:cubicBezTo>
                      <a:lnTo>
                        <a:pt x="1308" y="714"/>
                      </a:lnTo>
                      <a:cubicBezTo>
                        <a:pt x="1310" y="714"/>
                        <a:pt x="1313" y="714"/>
                        <a:pt x="1315" y="714"/>
                      </a:cubicBezTo>
                      <a:cubicBezTo>
                        <a:pt x="1336" y="714"/>
                        <a:pt x="1359" y="719"/>
                        <a:pt x="1382" y="730"/>
                      </a:cubicBezTo>
                      <a:lnTo>
                        <a:pt x="1518" y="788"/>
                      </a:lnTo>
                      <a:cubicBezTo>
                        <a:pt x="1596" y="730"/>
                        <a:pt x="1654" y="633"/>
                        <a:pt x="1654" y="536"/>
                      </a:cubicBezTo>
                      <a:cubicBezTo>
                        <a:pt x="1654" y="380"/>
                        <a:pt x="1557" y="244"/>
                        <a:pt x="1382" y="146"/>
                      </a:cubicBezTo>
                      <a:cubicBezTo>
                        <a:pt x="1226" y="49"/>
                        <a:pt x="1027" y="0"/>
                        <a:pt x="825" y="0"/>
                      </a:cubicBezTo>
                      <a:close/>
                      <a:moveTo>
                        <a:pt x="429" y="772"/>
                      </a:moveTo>
                      <a:lnTo>
                        <a:pt x="429" y="772"/>
                      </a:lnTo>
                      <a:cubicBezTo>
                        <a:pt x="448" y="830"/>
                        <a:pt x="447" y="887"/>
                        <a:pt x="389" y="944"/>
                      </a:cubicBezTo>
                      <a:lnTo>
                        <a:pt x="331" y="964"/>
                      </a:lnTo>
                      <a:cubicBezTo>
                        <a:pt x="487" y="1041"/>
                        <a:pt x="642" y="1061"/>
                        <a:pt x="818" y="1061"/>
                      </a:cubicBezTo>
                      <a:cubicBezTo>
                        <a:pt x="993" y="1061"/>
                        <a:pt x="1168" y="1041"/>
                        <a:pt x="1304" y="964"/>
                      </a:cubicBezTo>
                      <a:lnTo>
                        <a:pt x="1265" y="944"/>
                      </a:lnTo>
                      <a:cubicBezTo>
                        <a:pt x="1209" y="925"/>
                        <a:pt x="1189" y="853"/>
                        <a:pt x="1204" y="778"/>
                      </a:cubicBezTo>
                      <a:lnTo>
                        <a:pt x="1204" y="778"/>
                      </a:lnTo>
                      <a:cubicBezTo>
                        <a:pt x="1088" y="827"/>
                        <a:pt x="949" y="852"/>
                        <a:pt x="813" y="852"/>
                      </a:cubicBezTo>
                      <a:cubicBezTo>
                        <a:pt x="671" y="852"/>
                        <a:pt x="533" y="825"/>
                        <a:pt x="429" y="7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1810975" y="2437850"/>
                  <a:ext cx="115300" cy="69225"/>
                </a:xfrm>
                <a:custGeom>
                  <a:avLst/>
                  <a:gdLst/>
                  <a:ahLst/>
                  <a:cxnLst/>
                  <a:rect l="l" t="t" r="r" b="b"/>
                  <a:pathLst>
                    <a:path w="4612" h="2769" extrusionOk="0">
                      <a:moveTo>
                        <a:pt x="103" y="0"/>
                      </a:moveTo>
                      <a:cubicBezTo>
                        <a:pt x="71" y="0"/>
                        <a:pt x="43" y="22"/>
                        <a:pt x="20" y="45"/>
                      </a:cubicBezTo>
                      <a:cubicBezTo>
                        <a:pt x="1" y="103"/>
                        <a:pt x="1" y="162"/>
                        <a:pt x="78" y="220"/>
                      </a:cubicBezTo>
                      <a:lnTo>
                        <a:pt x="117" y="240"/>
                      </a:lnTo>
                      <a:lnTo>
                        <a:pt x="4397" y="2730"/>
                      </a:lnTo>
                      <a:lnTo>
                        <a:pt x="4456" y="2749"/>
                      </a:lnTo>
                      <a:cubicBezTo>
                        <a:pt x="4475" y="2749"/>
                        <a:pt x="4495" y="2769"/>
                        <a:pt x="4495" y="2769"/>
                      </a:cubicBezTo>
                      <a:cubicBezTo>
                        <a:pt x="4553" y="2769"/>
                        <a:pt x="4573" y="2749"/>
                        <a:pt x="4592" y="2730"/>
                      </a:cubicBezTo>
                      <a:cubicBezTo>
                        <a:pt x="4611" y="2671"/>
                        <a:pt x="4611" y="2632"/>
                        <a:pt x="4573" y="2574"/>
                      </a:cubicBezTo>
                      <a:lnTo>
                        <a:pt x="4553" y="2555"/>
                      </a:lnTo>
                      <a:lnTo>
                        <a:pt x="312" y="123"/>
                      </a:lnTo>
                      <a:lnTo>
                        <a:pt x="176" y="45"/>
                      </a:lnTo>
                      <a:cubicBezTo>
                        <a:pt x="151" y="12"/>
                        <a:pt x="12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1703500" y="2436825"/>
                  <a:ext cx="87550" cy="53225"/>
                </a:xfrm>
                <a:custGeom>
                  <a:avLst/>
                  <a:gdLst/>
                  <a:ahLst/>
                  <a:cxnLst/>
                  <a:rect l="l" t="t" r="r" b="b"/>
                  <a:pathLst>
                    <a:path w="3502" h="2129" extrusionOk="0">
                      <a:moveTo>
                        <a:pt x="3354" y="1"/>
                      </a:moveTo>
                      <a:cubicBezTo>
                        <a:pt x="3338" y="1"/>
                        <a:pt x="3322" y="3"/>
                        <a:pt x="3307" y="8"/>
                      </a:cubicBezTo>
                      <a:lnTo>
                        <a:pt x="3152" y="105"/>
                      </a:lnTo>
                      <a:lnTo>
                        <a:pt x="39" y="1915"/>
                      </a:lnTo>
                      <a:cubicBezTo>
                        <a:pt x="20" y="1915"/>
                        <a:pt x="20" y="1934"/>
                        <a:pt x="0" y="1934"/>
                      </a:cubicBezTo>
                      <a:cubicBezTo>
                        <a:pt x="20" y="1993"/>
                        <a:pt x="20" y="2031"/>
                        <a:pt x="39" y="2090"/>
                      </a:cubicBezTo>
                      <a:cubicBezTo>
                        <a:pt x="78" y="2129"/>
                        <a:pt x="117" y="2129"/>
                        <a:pt x="136" y="2129"/>
                      </a:cubicBezTo>
                      <a:cubicBezTo>
                        <a:pt x="175" y="2129"/>
                        <a:pt x="195" y="2129"/>
                        <a:pt x="195" y="2109"/>
                      </a:cubicBezTo>
                      <a:lnTo>
                        <a:pt x="272" y="2051"/>
                      </a:lnTo>
                      <a:lnTo>
                        <a:pt x="3385" y="261"/>
                      </a:lnTo>
                      <a:lnTo>
                        <a:pt x="3424" y="242"/>
                      </a:lnTo>
                      <a:cubicBezTo>
                        <a:pt x="3482" y="203"/>
                        <a:pt x="3502" y="144"/>
                        <a:pt x="3482" y="67"/>
                      </a:cubicBezTo>
                      <a:cubicBezTo>
                        <a:pt x="3453" y="23"/>
                        <a:pt x="3402" y="1"/>
                        <a:pt x="3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1251650" y="2196375"/>
                  <a:ext cx="426075" cy="247950"/>
                </a:xfrm>
                <a:custGeom>
                  <a:avLst/>
                  <a:gdLst/>
                  <a:ahLst/>
                  <a:cxnLst/>
                  <a:rect l="l" t="t" r="r" b="b"/>
                  <a:pathLst>
                    <a:path w="17043" h="9918" extrusionOk="0">
                      <a:moveTo>
                        <a:pt x="134" y="1"/>
                      </a:moveTo>
                      <a:cubicBezTo>
                        <a:pt x="98" y="1"/>
                        <a:pt x="55" y="27"/>
                        <a:pt x="20" y="74"/>
                      </a:cubicBezTo>
                      <a:cubicBezTo>
                        <a:pt x="0" y="113"/>
                        <a:pt x="0" y="190"/>
                        <a:pt x="78" y="249"/>
                      </a:cubicBezTo>
                      <a:lnTo>
                        <a:pt x="2024" y="1358"/>
                      </a:lnTo>
                      <a:lnTo>
                        <a:pt x="16829" y="9918"/>
                      </a:lnTo>
                      <a:cubicBezTo>
                        <a:pt x="16887" y="9879"/>
                        <a:pt x="16926" y="9860"/>
                        <a:pt x="16985" y="9801"/>
                      </a:cubicBezTo>
                      <a:cubicBezTo>
                        <a:pt x="17004" y="9782"/>
                        <a:pt x="17023" y="9782"/>
                        <a:pt x="17043" y="9762"/>
                      </a:cubicBezTo>
                      <a:lnTo>
                        <a:pt x="2257" y="1222"/>
                      </a:lnTo>
                      <a:lnTo>
                        <a:pt x="195" y="35"/>
                      </a:lnTo>
                      <a:cubicBezTo>
                        <a:pt x="180" y="12"/>
                        <a:pt x="158"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1669925" y="2438475"/>
                  <a:ext cx="41375" cy="26775"/>
                </a:xfrm>
                <a:custGeom>
                  <a:avLst/>
                  <a:gdLst/>
                  <a:ahLst/>
                  <a:cxnLst/>
                  <a:rect l="l" t="t" r="r" b="b"/>
                  <a:pathLst>
                    <a:path w="1655" h="1071" extrusionOk="0">
                      <a:moveTo>
                        <a:pt x="837" y="215"/>
                      </a:moveTo>
                      <a:cubicBezTo>
                        <a:pt x="993" y="215"/>
                        <a:pt x="1149" y="273"/>
                        <a:pt x="1265" y="312"/>
                      </a:cubicBezTo>
                      <a:cubicBezTo>
                        <a:pt x="1363" y="370"/>
                        <a:pt x="1421" y="429"/>
                        <a:pt x="1421" y="506"/>
                      </a:cubicBezTo>
                      <a:cubicBezTo>
                        <a:pt x="1421" y="584"/>
                        <a:pt x="1363" y="623"/>
                        <a:pt x="1265" y="701"/>
                      </a:cubicBezTo>
                      <a:cubicBezTo>
                        <a:pt x="1149" y="779"/>
                        <a:pt x="983" y="818"/>
                        <a:pt x="820" y="818"/>
                      </a:cubicBezTo>
                      <a:cubicBezTo>
                        <a:pt x="657" y="818"/>
                        <a:pt x="497" y="779"/>
                        <a:pt x="390" y="701"/>
                      </a:cubicBezTo>
                      <a:cubicBezTo>
                        <a:pt x="292" y="662"/>
                        <a:pt x="254" y="584"/>
                        <a:pt x="254" y="506"/>
                      </a:cubicBezTo>
                      <a:cubicBezTo>
                        <a:pt x="254" y="429"/>
                        <a:pt x="292" y="390"/>
                        <a:pt x="390" y="312"/>
                      </a:cubicBezTo>
                      <a:cubicBezTo>
                        <a:pt x="506" y="234"/>
                        <a:pt x="682" y="215"/>
                        <a:pt x="837" y="215"/>
                      </a:cubicBezTo>
                      <a:close/>
                      <a:moveTo>
                        <a:pt x="839" y="0"/>
                      </a:moveTo>
                      <a:cubicBezTo>
                        <a:pt x="668" y="0"/>
                        <a:pt x="497" y="34"/>
                        <a:pt x="351" y="98"/>
                      </a:cubicBezTo>
                      <a:cubicBezTo>
                        <a:pt x="312" y="98"/>
                        <a:pt x="292" y="117"/>
                        <a:pt x="273" y="137"/>
                      </a:cubicBezTo>
                      <a:cubicBezTo>
                        <a:pt x="195" y="137"/>
                        <a:pt x="156" y="195"/>
                        <a:pt x="117" y="234"/>
                      </a:cubicBezTo>
                      <a:cubicBezTo>
                        <a:pt x="59" y="312"/>
                        <a:pt x="1" y="409"/>
                        <a:pt x="1" y="526"/>
                      </a:cubicBezTo>
                      <a:cubicBezTo>
                        <a:pt x="1" y="681"/>
                        <a:pt x="98" y="818"/>
                        <a:pt x="273" y="915"/>
                      </a:cubicBezTo>
                      <a:cubicBezTo>
                        <a:pt x="448" y="1012"/>
                        <a:pt x="643" y="1071"/>
                        <a:pt x="837" y="1071"/>
                      </a:cubicBezTo>
                      <a:cubicBezTo>
                        <a:pt x="1032" y="1071"/>
                        <a:pt x="1246" y="1012"/>
                        <a:pt x="1382" y="915"/>
                      </a:cubicBezTo>
                      <a:cubicBezTo>
                        <a:pt x="1557" y="818"/>
                        <a:pt x="1654" y="681"/>
                        <a:pt x="1654" y="526"/>
                      </a:cubicBezTo>
                      <a:cubicBezTo>
                        <a:pt x="1654" y="390"/>
                        <a:pt x="1557" y="234"/>
                        <a:pt x="1382" y="137"/>
                      </a:cubicBezTo>
                      <a:cubicBezTo>
                        <a:pt x="1227" y="44"/>
                        <a:pt x="1033" y="0"/>
                        <a:pt x="8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1149025" y="2248550"/>
                  <a:ext cx="41375" cy="27025"/>
                </a:xfrm>
                <a:custGeom>
                  <a:avLst/>
                  <a:gdLst/>
                  <a:ahLst/>
                  <a:cxnLst/>
                  <a:rect l="l" t="t" r="r" b="b"/>
                  <a:pathLst>
                    <a:path w="1655" h="1081" extrusionOk="0">
                      <a:moveTo>
                        <a:pt x="1187" y="730"/>
                      </a:moveTo>
                      <a:cubicBezTo>
                        <a:pt x="1187" y="730"/>
                        <a:pt x="1182" y="730"/>
                        <a:pt x="1177" y="735"/>
                      </a:cubicBezTo>
                      <a:lnTo>
                        <a:pt x="1177" y="735"/>
                      </a:lnTo>
                      <a:cubicBezTo>
                        <a:pt x="1180" y="734"/>
                        <a:pt x="1184" y="732"/>
                        <a:pt x="1187" y="730"/>
                      </a:cubicBezTo>
                      <a:close/>
                      <a:moveTo>
                        <a:pt x="827" y="0"/>
                      </a:moveTo>
                      <a:cubicBezTo>
                        <a:pt x="628" y="0"/>
                        <a:pt x="428" y="49"/>
                        <a:pt x="273" y="146"/>
                      </a:cubicBezTo>
                      <a:cubicBezTo>
                        <a:pt x="98" y="244"/>
                        <a:pt x="0" y="399"/>
                        <a:pt x="0" y="535"/>
                      </a:cubicBezTo>
                      <a:cubicBezTo>
                        <a:pt x="0" y="691"/>
                        <a:pt x="98" y="827"/>
                        <a:pt x="273" y="924"/>
                      </a:cubicBezTo>
                      <a:cubicBezTo>
                        <a:pt x="428" y="1022"/>
                        <a:pt x="623" y="1080"/>
                        <a:pt x="818" y="1080"/>
                      </a:cubicBezTo>
                      <a:cubicBezTo>
                        <a:pt x="993" y="1080"/>
                        <a:pt x="1129" y="1061"/>
                        <a:pt x="1284" y="983"/>
                      </a:cubicBezTo>
                      <a:lnTo>
                        <a:pt x="1246" y="963"/>
                      </a:lnTo>
                      <a:cubicBezTo>
                        <a:pt x="1168" y="886"/>
                        <a:pt x="1148" y="808"/>
                        <a:pt x="1168" y="769"/>
                      </a:cubicBezTo>
                      <a:cubicBezTo>
                        <a:pt x="1168" y="750"/>
                        <a:pt x="1172" y="740"/>
                        <a:pt x="1177" y="735"/>
                      </a:cubicBezTo>
                      <a:lnTo>
                        <a:pt x="1177" y="735"/>
                      </a:lnTo>
                      <a:cubicBezTo>
                        <a:pt x="1067" y="792"/>
                        <a:pt x="940" y="816"/>
                        <a:pt x="812" y="816"/>
                      </a:cubicBezTo>
                      <a:cubicBezTo>
                        <a:pt x="647" y="816"/>
                        <a:pt x="480" y="775"/>
                        <a:pt x="351" y="710"/>
                      </a:cubicBezTo>
                      <a:cubicBezTo>
                        <a:pt x="253" y="672"/>
                        <a:pt x="214" y="594"/>
                        <a:pt x="214" y="516"/>
                      </a:cubicBezTo>
                      <a:cubicBezTo>
                        <a:pt x="214" y="438"/>
                        <a:pt x="273" y="399"/>
                        <a:pt x="351" y="321"/>
                      </a:cubicBezTo>
                      <a:cubicBezTo>
                        <a:pt x="487" y="244"/>
                        <a:pt x="642" y="224"/>
                        <a:pt x="798" y="224"/>
                      </a:cubicBezTo>
                      <a:cubicBezTo>
                        <a:pt x="973" y="224"/>
                        <a:pt x="1109" y="244"/>
                        <a:pt x="1226" y="321"/>
                      </a:cubicBezTo>
                      <a:cubicBezTo>
                        <a:pt x="1323" y="360"/>
                        <a:pt x="1382" y="438"/>
                        <a:pt x="1382" y="516"/>
                      </a:cubicBezTo>
                      <a:cubicBezTo>
                        <a:pt x="1382" y="594"/>
                        <a:pt x="1323" y="633"/>
                        <a:pt x="1226" y="710"/>
                      </a:cubicBezTo>
                      <a:cubicBezTo>
                        <a:pt x="1265" y="710"/>
                        <a:pt x="1304" y="710"/>
                        <a:pt x="1323" y="730"/>
                      </a:cubicBezTo>
                      <a:lnTo>
                        <a:pt x="1498" y="827"/>
                      </a:lnTo>
                      <a:cubicBezTo>
                        <a:pt x="1596" y="730"/>
                        <a:pt x="1654" y="633"/>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1430625" y="2410200"/>
                  <a:ext cx="41375" cy="26350"/>
                </a:xfrm>
                <a:custGeom>
                  <a:avLst/>
                  <a:gdLst/>
                  <a:ahLst/>
                  <a:cxnLst/>
                  <a:rect l="l" t="t" r="r" b="b"/>
                  <a:pathLst>
                    <a:path w="1655" h="1054" extrusionOk="0">
                      <a:moveTo>
                        <a:pt x="818" y="256"/>
                      </a:moveTo>
                      <a:cubicBezTo>
                        <a:pt x="993" y="256"/>
                        <a:pt x="1129" y="275"/>
                        <a:pt x="1265" y="353"/>
                      </a:cubicBezTo>
                      <a:cubicBezTo>
                        <a:pt x="1363" y="392"/>
                        <a:pt x="1402" y="470"/>
                        <a:pt x="1402" y="548"/>
                      </a:cubicBezTo>
                      <a:cubicBezTo>
                        <a:pt x="1402" y="626"/>
                        <a:pt x="1363" y="665"/>
                        <a:pt x="1265" y="742"/>
                      </a:cubicBezTo>
                      <a:cubicBezTo>
                        <a:pt x="1139" y="810"/>
                        <a:pt x="974" y="845"/>
                        <a:pt x="813" y="845"/>
                      </a:cubicBezTo>
                      <a:cubicBezTo>
                        <a:pt x="653" y="845"/>
                        <a:pt x="497" y="810"/>
                        <a:pt x="390" y="742"/>
                      </a:cubicBezTo>
                      <a:cubicBezTo>
                        <a:pt x="293" y="684"/>
                        <a:pt x="234" y="626"/>
                        <a:pt x="234" y="548"/>
                      </a:cubicBezTo>
                      <a:cubicBezTo>
                        <a:pt x="234" y="470"/>
                        <a:pt x="293" y="431"/>
                        <a:pt x="390" y="353"/>
                      </a:cubicBezTo>
                      <a:cubicBezTo>
                        <a:pt x="487" y="295"/>
                        <a:pt x="643" y="256"/>
                        <a:pt x="818" y="256"/>
                      </a:cubicBezTo>
                      <a:close/>
                      <a:moveTo>
                        <a:pt x="818" y="1"/>
                      </a:moveTo>
                      <a:cubicBezTo>
                        <a:pt x="630" y="1"/>
                        <a:pt x="443" y="35"/>
                        <a:pt x="293" y="100"/>
                      </a:cubicBezTo>
                      <a:lnTo>
                        <a:pt x="332" y="120"/>
                      </a:lnTo>
                      <a:cubicBezTo>
                        <a:pt x="370" y="178"/>
                        <a:pt x="409" y="275"/>
                        <a:pt x="351" y="334"/>
                      </a:cubicBezTo>
                      <a:cubicBezTo>
                        <a:pt x="332" y="373"/>
                        <a:pt x="273" y="373"/>
                        <a:pt x="254" y="373"/>
                      </a:cubicBezTo>
                      <a:cubicBezTo>
                        <a:pt x="234" y="373"/>
                        <a:pt x="215" y="373"/>
                        <a:pt x="215" y="353"/>
                      </a:cubicBezTo>
                      <a:lnTo>
                        <a:pt x="98" y="275"/>
                      </a:lnTo>
                      <a:cubicBezTo>
                        <a:pt x="40" y="353"/>
                        <a:pt x="1" y="431"/>
                        <a:pt x="1" y="528"/>
                      </a:cubicBezTo>
                      <a:cubicBezTo>
                        <a:pt x="1" y="665"/>
                        <a:pt x="98" y="820"/>
                        <a:pt x="254" y="918"/>
                      </a:cubicBezTo>
                      <a:cubicBezTo>
                        <a:pt x="429" y="1015"/>
                        <a:pt x="623" y="1054"/>
                        <a:pt x="818" y="1054"/>
                      </a:cubicBezTo>
                      <a:cubicBezTo>
                        <a:pt x="1012" y="1054"/>
                        <a:pt x="1226" y="1015"/>
                        <a:pt x="1382" y="918"/>
                      </a:cubicBezTo>
                      <a:cubicBezTo>
                        <a:pt x="1557" y="820"/>
                        <a:pt x="1654" y="665"/>
                        <a:pt x="1654" y="528"/>
                      </a:cubicBezTo>
                      <a:cubicBezTo>
                        <a:pt x="1654" y="373"/>
                        <a:pt x="1557" y="237"/>
                        <a:pt x="1382" y="120"/>
                      </a:cubicBezTo>
                      <a:cubicBezTo>
                        <a:pt x="1221" y="39"/>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1353775" y="2411300"/>
                  <a:ext cx="41375" cy="26725"/>
                </a:xfrm>
                <a:custGeom>
                  <a:avLst/>
                  <a:gdLst/>
                  <a:ahLst/>
                  <a:cxnLst/>
                  <a:rect l="l" t="t" r="r" b="b"/>
                  <a:pathLst>
                    <a:path w="1655" h="1069" extrusionOk="0">
                      <a:moveTo>
                        <a:pt x="799" y="251"/>
                      </a:moveTo>
                      <a:cubicBezTo>
                        <a:pt x="974" y="251"/>
                        <a:pt x="1129" y="290"/>
                        <a:pt x="1246" y="348"/>
                      </a:cubicBezTo>
                      <a:cubicBezTo>
                        <a:pt x="1343" y="407"/>
                        <a:pt x="1382" y="484"/>
                        <a:pt x="1382" y="543"/>
                      </a:cubicBezTo>
                      <a:cubicBezTo>
                        <a:pt x="1382" y="621"/>
                        <a:pt x="1343" y="679"/>
                        <a:pt x="1246" y="737"/>
                      </a:cubicBezTo>
                      <a:cubicBezTo>
                        <a:pt x="1120" y="815"/>
                        <a:pt x="954" y="854"/>
                        <a:pt x="794" y="854"/>
                      </a:cubicBezTo>
                      <a:cubicBezTo>
                        <a:pt x="633" y="854"/>
                        <a:pt x="478" y="815"/>
                        <a:pt x="371" y="737"/>
                      </a:cubicBezTo>
                      <a:cubicBezTo>
                        <a:pt x="273" y="698"/>
                        <a:pt x="215" y="621"/>
                        <a:pt x="215" y="543"/>
                      </a:cubicBezTo>
                      <a:cubicBezTo>
                        <a:pt x="215" y="484"/>
                        <a:pt x="273" y="426"/>
                        <a:pt x="371" y="348"/>
                      </a:cubicBezTo>
                      <a:cubicBezTo>
                        <a:pt x="487" y="309"/>
                        <a:pt x="643" y="251"/>
                        <a:pt x="799" y="251"/>
                      </a:cubicBezTo>
                      <a:close/>
                      <a:moveTo>
                        <a:pt x="845" y="0"/>
                      </a:moveTo>
                      <a:cubicBezTo>
                        <a:pt x="661" y="0"/>
                        <a:pt x="473" y="39"/>
                        <a:pt x="312" y="115"/>
                      </a:cubicBezTo>
                      <a:cubicBezTo>
                        <a:pt x="371" y="154"/>
                        <a:pt x="390" y="231"/>
                        <a:pt x="371" y="290"/>
                      </a:cubicBezTo>
                      <a:cubicBezTo>
                        <a:pt x="351" y="329"/>
                        <a:pt x="293" y="329"/>
                        <a:pt x="273" y="329"/>
                      </a:cubicBezTo>
                      <a:cubicBezTo>
                        <a:pt x="254" y="329"/>
                        <a:pt x="215" y="329"/>
                        <a:pt x="215" y="309"/>
                      </a:cubicBezTo>
                      <a:lnTo>
                        <a:pt x="118" y="251"/>
                      </a:lnTo>
                      <a:cubicBezTo>
                        <a:pt x="40" y="329"/>
                        <a:pt x="1" y="426"/>
                        <a:pt x="1" y="523"/>
                      </a:cubicBezTo>
                      <a:cubicBezTo>
                        <a:pt x="1" y="679"/>
                        <a:pt x="98" y="815"/>
                        <a:pt x="273" y="912"/>
                      </a:cubicBezTo>
                      <a:cubicBezTo>
                        <a:pt x="429" y="1010"/>
                        <a:pt x="643" y="1068"/>
                        <a:pt x="837" y="1068"/>
                      </a:cubicBezTo>
                      <a:cubicBezTo>
                        <a:pt x="1032" y="1068"/>
                        <a:pt x="1246" y="1010"/>
                        <a:pt x="1382" y="912"/>
                      </a:cubicBezTo>
                      <a:cubicBezTo>
                        <a:pt x="1557" y="815"/>
                        <a:pt x="1655" y="679"/>
                        <a:pt x="1655" y="523"/>
                      </a:cubicBezTo>
                      <a:cubicBezTo>
                        <a:pt x="1655" y="387"/>
                        <a:pt x="1557" y="231"/>
                        <a:pt x="1382" y="134"/>
                      </a:cubicBezTo>
                      <a:cubicBezTo>
                        <a:pt x="1232" y="44"/>
                        <a:pt x="1041" y="0"/>
                        <a:pt x="8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1357675" y="2488550"/>
                  <a:ext cx="41375" cy="26300"/>
                </a:xfrm>
                <a:custGeom>
                  <a:avLst/>
                  <a:gdLst/>
                  <a:ahLst/>
                  <a:cxnLst/>
                  <a:rect l="l" t="t" r="r" b="b"/>
                  <a:pathLst>
                    <a:path w="1655" h="1052" extrusionOk="0">
                      <a:moveTo>
                        <a:pt x="798" y="254"/>
                      </a:moveTo>
                      <a:cubicBezTo>
                        <a:pt x="973" y="254"/>
                        <a:pt x="1110" y="274"/>
                        <a:pt x="1226" y="352"/>
                      </a:cubicBezTo>
                      <a:cubicBezTo>
                        <a:pt x="1324" y="390"/>
                        <a:pt x="1382" y="468"/>
                        <a:pt x="1382" y="546"/>
                      </a:cubicBezTo>
                      <a:cubicBezTo>
                        <a:pt x="1382" y="624"/>
                        <a:pt x="1324" y="663"/>
                        <a:pt x="1226" y="741"/>
                      </a:cubicBezTo>
                      <a:cubicBezTo>
                        <a:pt x="1110" y="818"/>
                        <a:pt x="949" y="857"/>
                        <a:pt x="789" y="857"/>
                      </a:cubicBezTo>
                      <a:cubicBezTo>
                        <a:pt x="628" y="857"/>
                        <a:pt x="467" y="818"/>
                        <a:pt x="351" y="741"/>
                      </a:cubicBezTo>
                      <a:cubicBezTo>
                        <a:pt x="253" y="702"/>
                        <a:pt x="215" y="624"/>
                        <a:pt x="215" y="546"/>
                      </a:cubicBezTo>
                      <a:cubicBezTo>
                        <a:pt x="215" y="468"/>
                        <a:pt x="253" y="429"/>
                        <a:pt x="351" y="352"/>
                      </a:cubicBezTo>
                      <a:cubicBezTo>
                        <a:pt x="487" y="313"/>
                        <a:pt x="623" y="254"/>
                        <a:pt x="798" y="254"/>
                      </a:cubicBezTo>
                      <a:close/>
                      <a:moveTo>
                        <a:pt x="818" y="1"/>
                      </a:moveTo>
                      <a:cubicBezTo>
                        <a:pt x="638" y="1"/>
                        <a:pt x="458" y="35"/>
                        <a:pt x="312" y="99"/>
                      </a:cubicBezTo>
                      <a:lnTo>
                        <a:pt x="331" y="138"/>
                      </a:lnTo>
                      <a:cubicBezTo>
                        <a:pt x="370" y="176"/>
                        <a:pt x="409" y="254"/>
                        <a:pt x="370" y="313"/>
                      </a:cubicBezTo>
                      <a:cubicBezTo>
                        <a:pt x="351" y="352"/>
                        <a:pt x="312" y="352"/>
                        <a:pt x="273" y="352"/>
                      </a:cubicBezTo>
                      <a:cubicBezTo>
                        <a:pt x="253" y="352"/>
                        <a:pt x="234" y="352"/>
                        <a:pt x="234" y="332"/>
                      </a:cubicBezTo>
                      <a:lnTo>
                        <a:pt x="117" y="254"/>
                      </a:lnTo>
                      <a:cubicBezTo>
                        <a:pt x="39" y="332"/>
                        <a:pt x="1" y="429"/>
                        <a:pt x="1" y="527"/>
                      </a:cubicBezTo>
                      <a:cubicBezTo>
                        <a:pt x="1" y="663"/>
                        <a:pt x="98" y="818"/>
                        <a:pt x="253" y="916"/>
                      </a:cubicBezTo>
                      <a:cubicBezTo>
                        <a:pt x="429" y="1013"/>
                        <a:pt x="623" y="1052"/>
                        <a:pt x="818" y="1052"/>
                      </a:cubicBezTo>
                      <a:cubicBezTo>
                        <a:pt x="1012" y="1052"/>
                        <a:pt x="1226" y="1013"/>
                        <a:pt x="1382" y="916"/>
                      </a:cubicBezTo>
                      <a:cubicBezTo>
                        <a:pt x="1557" y="818"/>
                        <a:pt x="1654" y="663"/>
                        <a:pt x="1654" y="527"/>
                      </a:cubicBezTo>
                      <a:cubicBezTo>
                        <a:pt x="1654" y="371"/>
                        <a:pt x="1557" y="235"/>
                        <a:pt x="1382" y="138"/>
                      </a:cubicBezTo>
                      <a:cubicBezTo>
                        <a:pt x="1227" y="45"/>
                        <a:pt x="1022"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1177725" y="2309350"/>
                  <a:ext cx="41350" cy="27000"/>
                </a:xfrm>
                <a:custGeom>
                  <a:avLst/>
                  <a:gdLst/>
                  <a:ahLst/>
                  <a:cxnLst/>
                  <a:rect l="l" t="t" r="r" b="b"/>
                  <a:pathLst>
                    <a:path w="1654" h="1080" extrusionOk="0">
                      <a:moveTo>
                        <a:pt x="798" y="243"/>
                      </a:moveTo>
                      <a:cubicBezTo>
                        <a:pt x="973" y="243"/>
                        <a:pt x="1109" y="282"/>
                        <a:pt x="1226" y="341"/>
                      </a:cubicBezTo>
                      <a:cubicBezTo>
                        <a:pt x="1323" y="399"/>
                        <a:pt x="1382" y="477"/>
                        <a:pt x="1382" y="535"/>
                      </a:cubicBezTo>
                      <a:cubicBezTo>
                        <a:pt x="1382" y="613"/>
                        <a:pt x="1323" y="671"/>
                        <a:pt x="1226" y="730"/>
                      </a:cubicBezTo>
                      <a:cubicBezTo>
                        <a:pt x="1119" y="808"/>
                        <a:pt x="963" y="846"/>
                        <a:pt x="803" y="846"/>
                      </a:cubicBezTo>
                      <a:cubicBezTo>
                        <a:pt x="642" y="846"/>
                        <a:pt x="477" y="808"/>
                        <a:pt x="350" y="730"/>
                      </a:cubicBezTo>
                      <a:cubicBezTo>
                        <a:pt x="253" y="691"/>
                        <a:pt x="214" y="613"/>
                        <a:pt x="214" y="535"/>
                      </a:cubicBezTo>
                      <a:cubicBezTo>
                        <a:pt x="214" y="477"/>
                        <a:pt x="253" y="418"/>
                        <a:pt x="350" y="341"/>
                      </a:cubicBezTo>
                      <a:cubicBezTo>
                        <a:pt x="487" y="263"/>
                        <a:pt x="642" y="243"/>
                        <a:pt x="798" y="243"/>
                      </a:cubicBezTo>
                      <a:close/>
                      <a:moveTo>
                        <a:pt x="825" y="0"/>
                      </a:moveTo>
                      <a:cubicBezTo>
                        <a:pt x="623" y="0"/>
                        <a:pt x="419" y="49"/>
                        <a:pt x="253" y="146"/>
                      </a:cubicBezTo>
                      <a:cubicBezTo>
                        <a:pt x="98" y="243"/>
                        <a:pt x="0" y="399"/>
                        <a:pt x="0" y="535"/>
                      </a:cubicBezTo>
                      <a:cubicBezTo>
                        <a:pt x="0" y="691"/>
                        <a:pt x="98" y="827"/>
                        <a:pt x="253" y="924"/>
                      </a:cubicBezTo>
                      <a:cubicBezTo>
                        <a:pt x="428" y="1022"/>
                        <a:pt x="623" y="1080"/>
                        <a:pt x="817" y="1080"/>
                      </a:cubicBezTo>
                      <a:cubicBezTo>
                        <a:pt x="992" y="1080"/>
                        <a:pt x="1187" y="1022"/>
                        <a:pt x="1323" y="983"/>
                      </a:cubicBezTo>
                      <a:lnTo>
                        <a:pt x="1284" y="963"/>
                      </a:lnTo>
                      <a:cubicBezTo>
                        <a:pt x="1187" y="924"/>
                        <a:pt x="1187" y="866"/>
                        <a:pt x="1206" y="788"/>
                      </a:cubicBezTo>
                      <a:cubicBezTo>
                        <a:pt x="1221" y="744"/>
                        <a:pt x="1268" y="722"/>
                        <a:pt x="1324" y="722"/>
                      </a:cubicBezTo>
                      <a:cubicBezTo>
                        <a:pt x="1343" y="722"/>
                        <a:pt x="1362" y="725"/>
                        <a:pt x="1382" y="730"/>
                      </a:cubicBezTo>
                      <a:lnTo>
                        <a:pt x="1518" y="808"/>
                      </a:lnTo>
                      <a:cubicBezTo>
                        <a:pt x="1596" y="730"/>
                        <a:pt x="1654" y="632"/>
                        <a:pt x="1654" y="535"/>
                      </a:cubicBezTo>
                      <a:cubicBezTo>
                        <a:pt x="1654" y="399"/>
                        <a:pt x="1557" y="243"/>
                        <a:pt x="1382"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1320225" y="2208150"/>
                  <a:ext cx="525300" cy="130650"/>
                </a:xfrm>
                <a:custGeom>
                  <a:avLst/>
                  <a:gdLst/>
                  <a:ahLst/>
                  <a:cxnLst/>
                  <a:rect l="l" t="t" r="r" b="b"/>
                  <a:pathLst>
                    <a:path w="21012" h="5226" extrusionOk="0">
                      <a:moveTo>
                        <a:pt x="127" y="0"/>
                      </a:moveTo>
                      <a:cubicBezTo>
                        <a:pt x="91" y="0"/>
                        <a:pt x="52" y="18"/>
                        <a:pt x="39" y="70"/>
                      </a:cubicBezTo>
                      <a:cubicBezTo>
                        <a:pt x="1" y="109"/>
                        <a:pt x="1" y="186"/>
                        <a:pt x="78" y="245"/>
                      </a:cubicBezTo>
                      <a:lnTo>
                        <a:pt x="273" y="323"/>
                      </a:lnTo>
                      <a:lnTo>
                        <a:pt x="8716" y="5206"/>
                      </a:lnTo>
                      <a:cubicBezTo>
                        <a:pt x="8736" y="5206"/>
                        <a:pt x="8755" y="5225"/>
                        <a:pt x="8755" y="5225"/>
                      </a:cubicBezTo>
                      <a:lnTo>
                        <a:pt x="20895" y="5225"/>
                      </a:lnTo>
                      <a:cubicBezTo>
                        <a:pt x="20973" y="5225"/>
                        <a:pt x="21012" y="5167"/>
                        <a:pt x="21012" y="5108"/>
                      </a:cubicBezTo>
                      <a:cubicBezTo>
                        <a:pt x="21012" y="5031"/>
                        <a:pt x="20973" y="4972"/>
                        <a:pt x="20895" y="4972"/>
                      </a:cubicBezTo>
                      <a:lnTo>
                        <a:pt x="8794" y="4972"/>
                      </a:lnTo>
                      <a:lnTo>
                        <a:pt x="487" y="186"/>
                      </a:lnTo>
                      <a:lnTo>
                        <a:pt x="176" y="11"/>
                      </a:lnTo>
                      <a:cubicBezTo>
                        <a:pt x="163" y="5"/>
                        <a:pt x="145"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1177725" y="2265800"/>
                  <a:ext cx="261700" cy="153725"/>
                </a:xfrm>
                <a:custGeom>
                  <a:avLst/>
                  <a:gdLst/>
                  <a:ahLst/>
                  <a:cxnLst/>
                  <a:rect l="l" t="t" r="r" b="b"/>
                  <a:pathLst>
                    <a:path w="10468" h="6149" extrusionOk="0">
                      <a:moveTo>
                        <a:pt x="98" y="1"/>
                      </a:moveTo>
                      <a:cubicBezTo>
                        <a:pt x="59" y="1"/>
                        <a:pt x="59" y="1"/>
                        <a:pt x="39" y="20"/>
                      </a:cubicBezTo>
                      <a:cubicBezTo>
                        <a:pt x="20" y="20"/>
                        <a:pt x="20" y="40"/>
                        <a:pt x="20" y="40"/>
                      </a:cubicBezTo>
                      <a:cubicBezTo>
                        <a:pt x="0" y="98"/>
                        <a:pt x="0" y="176"/>
                        <a:pt x="59" y="215"/>
                      </a:cubicBezTo>
                      <a:lnTo>
                        <a:pt x="117" y="234"/>
                      </a:lnTo>
                      <a:lnTo>
                        <a:pt x="3171" y="2024"/>
                      </a:lnTo>
                      <a:cubicBezTo>
                        <a:pt x="3171" y="1946"/>
                        <a:pt x="3230" y="1888"/>
                        <a:pt x="3308" y="1888"/>
                      </a:cubicBezTo>
                      <a:cubicBezTo>
                        <a:pt x="3366" y="1888"/>
                        <a:pt x="3424" y="1946"/>
                        <a:pt x="3424" y="2024"/>
                      </a:cubicBezTo>
                      <a:lnTo>
                        <a:pt x="3424" y="2160"/>
                      </a:lnTo>
                      <a:lnTo>
                        <a:pt x="10175" y="6051"/>
                      </a:lnTo>
                      <a:lnTo>
                        <a:pt x="10311" y="6129"/>
                      </a:lnTo>
                      <a:cubicBezTo>
                        <a:pt x="10331" y="6129"/>
                        <a:pt x="10350" y="6149"/>
                        <a:pt x="10350" y="6149"/>
                      </a:cubicBezTo>
                      <a:cubicBezTo>
                        <a:pt x="10389" y="6149"/>
                        <a:pt x="10428" y="6129"/>
                        <a:pt x="10448" y="6110"/>
                      </a:cubicBezTo>
                      <a:cubicBezTo>
                        <a:pt x="10467" y="6051"/>
                        <a:pt x="10467" y="5974"/>
                        <a:pt x="10409" y="5935"/>
                      </a:cubicBezTo>
                      <a:lnTo>
                        <a:pt x="10350" y="5915"/>
                      </a:lnTo>
                      <a:lnTo>
                        <a:pt x="9008" y="5137"/>
                      </a:lnTo>
                      <a:lnTo>
                        <a:pt x="9008" y="5157"/>
                      </a:lnTo>
                      <a:cubicBezTo>
                        <a:pt x="9066" y="5234"/>
                        <a:pt x="8988" y="5273"/>
                        <a:pt x="8950" y="5273"/>
                      </a:cubicBezTo>
                      <a:cubicBezTo>
                        <a:pt x="8872" y="5273"/>
                        <a:pt x="8813" y="5234"/>
                        <a:pt x="8813" y="5157"/>
                      </a:cubicBezTo>
                      <a:lnTo>
                        <a:pt x="8813" y="4981"/>
                      </a:lnTo>
                      <a:lnTo>
                        <a:pt x="6420" y="3600"/>
                      </a:lnTo>
                      <a:lnTo>
                        <a:pt x="6420" y="3620"/>
                      </a:lnTo>
                      <a:cubicBezTo>
                        <a:pt x="6420" y="3697"/>
                        <a:pt x="6362" y="3736"/>
                        <a:pt x="6284" y="3736"/>
                      </a:cubicBezTo>
                      <a:cubicBezTo>
                        <a:pt x="6226" y="3736"/>
                        <a:pt x="6167" y="3697"/>
                        <a:pt x="6167" y="3620"/>
                      </a:cubicBezTo>
                      <a:lnTo>
                        <a:pt x="6167" y="3445"/>
                      </a:lnTo>
                      <a:lnTo>
                        <a:pt x="350" y="118"/>
                      </a:lnTo>
                      <a:lnTo>
                        <a:pt x="195" y="20"/>
                      </a:lnTo>
                      <a:cubicBezTo>
                        <a:pt x="156" y="1"/>
                        <a:pt x="136"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1262825" y="2358225"/>
                  <a:ext cx="99750" cy="61800"/>
                </a:xfrm>
                <a:custGeom>
                  <a:avLst/>
                  <a:gdLst/>
                  <a:ahLst/>
                  <a:cxnLst/>
                  <a:rect l="l" t="t" r="r" b="b"/>
                  <a:pathLst>
                    <a:path w="3990" h="2472" extrusionOk="0">
                      <a:moveTo>
                        <a:pt x="1" y="0"/>
                      </a:moveTo>
                      <a:lnTo>
                        <a:pt x="1" y="292"/>
                      </a:lnTo>
                      <a:lnTo>
                        <a:pt x="3717" y="2413"/>
                      </a:lnTo>
                      <a:lnTo>
                        <a:pt x="3814" y="2452"/>
                      </a:lnTo>
                      <a:cubicBezTo>
                        <a:pt x="3833" y="2452"/>
                        <a:pt x="3853" y="2471"/>
                        <a:pt x="3853" y="2471"/>
                      </a:cubicBezTo>
                      <a:cubicBezTo>
                        <a:pt x="3911" y="2471"/>
                        <a:pt x="3931" y="2452"/>
                        <a:pt x="3950" y="2432"/>
                      </a:cubicBezTo>
                      <a:cubicBezTo>
                        <a:pt x="3989" y="2374"/>
                        <a:pt x="3989" y="2316"/>
                        <a:pt x="3911" y="2257"/>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1207375" y="2327925"/>
                  <a:ext cx="50625" cy="33725"/>
                </a:xfrm>
                <a:custGeom>
                  <a:avLst/>
                  <a:gdLst/>
                  <a:ahLst/>
                  <a:cxnLst/>
                  <a:rect l="l" t="t" r="r" b="b"/>
                  <a:pathLst>
                    <a:path w="2025" h="1349" extrusionOk="0">
                      <a:moveTo>
                        <a:pt x="123" y="0"/>
                      </a:moveTo>
                      <a:cubicBezTo>
                        <a:pt x="89" y="0"/>
                        <a:pt x="55" y="19"/>
                        <a:pt x="20" y="65"/>
                      </a:cubicBezTo>
                      <a:cubicBezTo>
                        <a:pt x="1" y="123"/>
                        <a:pt x="1" y="181"/>
                        <a:pt x="79" y="240"/>
                      </a:cubicBezTo>
                      <a:lnTo>
                        <a:pt x="118" y="259"/>
                      </a:lnTo>
                      <a:lnTo>
                        <a:pt x="2024" y="1349"/>
                      </a:lnTo>
                      <a:lnTo>
                        <a:pt x="2024" y="1057"/>
                      </a:lnTo>
                      <a:lnTo>
                        <a:pt x="332" y="84"/>
                      </a:lnTo>
                      <a:lnTo>
                        <a:pt x="196" y="26"/>
                      </a:lnTo>
                      <a:cubicBezTo>
                        <a:pt x="171" y="10"/>
                        <a:pt x="14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1331900" y="2273100"/>
                  <a:ext cx="6350" cy="86125"/>
                </a:xfrm>
                <a:custGeom>
                  <a:avLst/>
                  <a:gdLst/>
                  <a:ahLst/>
                  <a:cxnLst/>
                  <a:rect l="l" t="t" r="r" b="b"/>
                  <a:pathLst>
                    <a:path w="254" h="3445" extrusionOk="0">
                      <a:moveTo>
                        <a:pt x="117" y="1"/>
                      </a:moveTo>
                      <a:cubicBezTo>
                        <a:pt x="59" y="1"/>
                        <a:pt x="0" y="40"/>
                        <a:pt x="0" y="118"/>
                      </a:cubicBezTo>
                      <a:lnTo>
                        <a:pt x="0" y="176"/>
                      </a:lnTo>
                      <a:lnTo>
                        <a:pt x="0" y="3172"/>
                      </a:lnTo>
                      <a:lnTo>
                        <a:pt x="0" y="3347"/>
                      </a:lnTo>
                      <a:cubicBezTo>
                        <a:pt x="0" y="3405"/>
                        <a:pt x="59" y="3444"/>
                        <a:pt x="117" y="3444"/>
                      </a:cubicBezTo>
                      <a:cubicBezTo>
                        <a:pt x="195" y="3444"/>
                        <a:pt x="253" y="3405"/>
                        <a:pt x="253" y="3328"/>
                      </a:cubicBezTo>
                      <a:lnTo>
                        <a:pt x="253" y="3308"/>
                      </a:lnTo>
                      <a:lnTo>
                        <a:pt x="253" y="293"/>
                      </a:lnTo>
                      <a:lnTo>
                        <a:pt x="253" y="118"/>
                      </a:lnTo>
                      <a:cubicBezTo>
                        <a:pt x="253" y="40"/>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1398050" y="2311525"/>
                  <a:ext cx="6350" cy="86600"/>
                </a:xfrm>
                <a:custGeom>
                  <a:avLst/>
                  <a:gdLst/>
                  <a:ahLst/>
                  <a:cxnLst/>
                  <a:rect l="l" t="t" r="r" b="b"/>
                  <a:pathLst>
                    <a:path w="254" h="3464" extrusionOk="0">
                      <a:moveTo>
                        <a:pt x="137" y="1"/>
                      </a:moveTo>
                      <a:cubicBezTo>
                        <a:pt x="59" y="1"/>
                        <a:pt x="0" y="40"/>
                        <a:pt x="0" y="117"/>
                      </a:cubicBezTo>
                      <a:lnTo>
                        <a:pt x="0" y="156"/>
                      </a:lnTo>
                      <a:lnTo>
                        <a:pt x="0" y="3172"/>
                      </a:lnTo>
                      <a:lnTo>
                        <a:pt x="0" y="3347"/>
                      </a:lnTo>
                      <a:cubicBezTo>
                        <a:pt x="0" y="3425"/>
                        <a:pt x="59" y="3464"/>
                        <a:pt x="137" y="3464"/>
                      </a:cubicBezTo>
                      <a:cubicBezTo>
                        <a:pt x="195" y="3464"/>
                        <a:pt x="253" y="3425"/>
                        <a:pt x="253" y="3347"/>
                      </a:cubicBezTo>
                      <a:lnTo>
                        <a:pt x="253" y="3328"/>
                      </a:lnTo>
                      <a:lnTo>
                        <a:pt x="253" y="312"/>
                      </a:lnTo>
                      <a:lnTo>
                        <a:pt x="253" y="137"/>
                      </a:lnTo>
                      <a:cubicBezTo>
                        <a:pt x="253" y="40"/>
                        <a:pt x="17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1257000" y="2313975"/>
                  <a:ext cx="109450" cy="184825"/>
                </a:xfrm>
                <a:custGeom>
                  <a:avLst/>
                  <a:gdLst/>
                  <a:ahLst/>
                  <a:cxnLst/>
                  <a:rect l="l" t="t" r="r" b="b"/>
                  <a:pathLst>
                    <a:path w="4378" h="7393" extrusionOk="0">
                      <a:moveTo>
                        <a:pt x="137" y="0"/>
                      </a:moveTo>
                      <a:cubicBezTo>
                        <a:pt x="59" y="0"/>
                        <a:pt x="0" y="39"/>
                        <a:pt x="0" y="117"/>
                      </a:cubicBezTo>
                      <a:lnTo>
                        <a:pt x="0" y="1615"/>
                      </a:lnTo>
                      <a:lnTo>
                        <a:pt x="0" y="1907"/>
                      </a:lnTo>
                      <a:lnTo>
                        <a:pt x="0" y="4864"/>
                      </a:lnTo>
                      <a:cubicBezTo>
                        <a:pt x="0" y="4903"/>
                        <a:pt x="20" y="4922"/>
                        <a:pt x="59" y="4942"/>
                      </a:cubicBezTo>
                      <a:lnTo>
                        <a:pt x="4086" y="7296"/>
                      </a:lnTo>
                      <a:lnTo>
                        <a:pt x="4203" y="7354"/>
                      </a:lnTo>
                      <a:cubicBezTo>
                        <a:pt x="4242" y="7354"/>
                        <a:pt x="4261" y="7393"/>
                        <a:pt x="4261" y="7393"/>
                      </a:cubicBezTo>
                      <a:cubicBezTo>
                        <a:pt x="4300" y="7393"/>
                        <a:pt x="4339" y="7354"/>
                        <a:pt x="4358" y="7335"/>
                      </a:cubicBezTo>
                      <a:cubicBezTo>
                        <a:pt x="4378" y="7296"/>
                        <a:pt x="4378" y="7218"/>
                        <a:pt x="4300" y="7159"/>
                      </a:cubicBezTo>
                      <a:lnTo>
                        <a:pt x="4280" y="7140"/>
                      </a:lnTo>
                      <a:lnTo>
                        <a:pt x="234" y="4786"/>
                      </a:lnTo>
                      <a:lnTo>
                        <a:pt x="234" y="2062"/>
                      </a:lnTo>
                      <a:lnTo>
                        <a:pt x="234" y="1770"/>
                      </a:lnTo>
                      <a:lnTo>
                        <a:pt x="234" y="253"/>
                      </a:lnTo>
                      <a:lnTo>
                        <a:pt x="234" y="117"/>
                      </a:lnTo>
                      <a:cubicBezTo>
                        <a:pt x="253" y="39"/>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1774025" y="2543350"/>
                  <a:ext cx="31625" cy="15275"/>
                </a:xfrm>
                <a:custGeom>
                  <a:avLst/>
                  <a:gdLst/>
                  <a:ahLst/>
                  <a:cxnLst/>
                  <a:rect l="l" t="t" r="r" b="b"/>
                  <a:pathLst>
                    <a:path w="1265" h="611" extrusionOk="0">
                      <a:moveTo>
                        <a:pt x="1125" y="0"/>
                      </a:moveTo>
                      <a:cubicBezTo>
                        <a:pt x="1108" y="0"/>
                        <a:pt x="1090" y="3"/>
                        <a:pt x="1070" y="8"/>
                      </a:cubicBezTo>
                      <a:lnTo>
                        <a:pt x="914" y="86"/>
                      </a:lnTo>
                      <a:lnTo>
                        <a:pt x="0" y="611"/>
                      </a:lnTo>
                      <a:lnTo>
                        <a:pt x="486" y="611"/>
                      </a:lnTo>
                      <a:lnTo>
                        <a:pt x="1187" y="222"/>
                      </a:lnTo>
                      <a:cubicBezTo>
                        <a:pt x="1245" y="202"/>
                        <a:pt x="1265" y="125"/>
                        <a:pt x="1245" y="66"/>
                      </a:cubicBezTo>
                      <a:cubicBezTo>
                        <a:pt x="1216" y="22"/>
                        <a:pt x="1176" y="0"/>
                        <a:pt x="1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1108175" y="627225"/>
                  <a:ext cx="163450" cy="93400"/>
                </a:xfrm>
                <a:custGeom>
                  <a:avLst/>
                  <a:gdLst/>
                  <a:ahLst/>
                  <a:cxnLst/>
                  <a:rect l="l" t="t" r="r" b="b"/>
                  <a:pathLst>
                    <a:path w="6538" h="3736" extrusionOk="0">
                      <a:moveTo>
                        <a:pt x="3152" y="0"/>
                      </a:moveTo>
                      <a:lnTo>
                        <a:pt x="2607" y="311"/>
                      </a:lnTo>
                      <a:lnTo>
                        <a:pt x="3988" y="1109"/>
                      </a:lnTo>
                      <a:cubicBezTo>
                        <a:pt x="4027" y="1148"/>
                        <a:pt x="4066" y="1206"/>
                        <a:pt x="4027" y="1284"/>
                      </a:cubicBezTo>
                      <a:cubicBezTo>
                        <a:pt x="4008" y="1342"/>
                        <a:pt x="3969" y="1342"/>
                        <a:pt x="3930" y="1342"/>
                      </a:cubicBezTo>
                      <a:cubicBezTo>
                        <a:pt x="3911" y="1342"/>
                        <a:pt x="3891" y="1342"/>
                        <a:pt x="3891" y="1304"/>
                      </a:cubicBezTo>
                      <a:lnTo>
                        <a:pt x="2374" y="428"/>
                      </a:lnTo>
                      <a:lnTo>
                        <a:pt x="895" y="1284"/>
                      </a:lnTo>
                      <a:lnTo>
                        <a:pt x="662" y="1440"/>
                      </a:lnTo>
                      <a:lnTo>
                        <a:pt x="0" y="1829"/>
                      </a:lnTo>
                      <a:lnTo>
                        <a:pt x="2335" y="3152"/>
                      </a:lnTo>
                      <a:lnTo>
                        <a:pt x="2568" y="3307"/>
                      </a:lnTo>
                      <a:lnTo>
                        <a:pt x="3346" y="3735"/>
                      </a:lnTo>
                      <a:lnTo>
                        <a:pt x="4222" y="3230"/>
                      </a:lnTo>
                      <a:lnTo>
                        <a:pt x="4475" y="3093"/>
                      </a:lnTo>
                      <a:lnTo>
                        <a:pt x="6537" y="1887"/>
                      </a:lnTo>
                      <a:lnTo>
                        <a:pt x="6031" y="1595"/>
                      </a:lnTo>
                      <a:lnTo>
                        <a:pt x="4942" y="2237"/>
                      </a:lnTo>
                      <a:lnTo>
                        <a:pt x="4767" y="2237"/>
                      </a:lnTo>
                      <a:cubicBezTo>
                        <a:pt x="4728" y="2237"/>
                        <a:pt x="4689" y="2218"/>
                        <a:pt x="4669" y="2198"/>
                      </a:cubicBezTo>
                      <a:cubicBezTo>
                        <a:pt x="4650" y="2140"/>
                        <a:pt x="4650" y="2062"/>
                        <a:pt x="4728" y="2023"/>
                      </a:cubicBezTo>
                      <a:lnTo>
                        <a:pt x="5700" y="1459"/>
                      </a:lnTo>
                      <a:lnTo>
                        <a:pt x="4922" y="992"/>
                      </a:lnTo>
                      <a:lnTo>
                        <a:pt x="4280" y="1362"/>
                      </a:lnTo>
                      <a:cubicBezTo>
                        <a:pt x="4261" y="1362"/>
                        <a:pt x="4241" y="1381"/>
                        <a:pt x="4241" y="1381"/>
                      </a:cubicBezTo>
                      <a:cubicBezTo>
                        <a:pt x="4183" y="1381"/>
                        <a:pt x="4164" y="1362"/>
                        <a:pt x="4144" y="1342"/>
                      </a:cubicBezTo>
                      <a:cubicBezTo>
                        <a:pt x="4105" y="1284"/>
                        <a:pt x="4105" y="1206"/>
                        <a:pt x="4183" y="1167"/>
                      </a:cubicBezTo>
                      <a:lnTo>
                        <a:pt x="4689" y="875"/>
                      </a:lnTo>
                      <a:lnTo>
                        <a:pt x="3969" y="467"/>
                      </a:lnTo>
                      <a:lnTo>
                        <a:pt x="3658" y="623"/>
                      </a:lnTo>
                      <a:cubicBezTo>
                        <a:pt x="3619" y="623"/>
                        <a:pt x="3599" y="661"/>
                        <a:pt x="3599" y="661"/>
                      </a:cubicBezTo>
                      <a:cubicBezTo>
                        <a:pt x="3541" y="661"/>
                        <a:pt x="3522" y="623"/>
                        <a:pt x="3502" y="603"/>
                      </a:cubicBezTo>
                      <a:cubicBezTo>
                        <a:pt x="3483" y="564"/>
                        <a:pt x="3483" y="486"/>
                        <a:pt x="3541" y="428"/>
                      </a:cubicBezTo>
                      <a:lnTo>
                        <a:pt x="3736" y="331"/>
                      </a:lnTo>
                      <a:lnTo>
                        <a:pt x="3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1224400" y="462325"/>
                  <a:ext cx="382800" cy="220850"/>
                </a:xfrm>
                <a:custGeom>
                  <a:avLst/>
                  <a:gdLst/>
                  <a:ahLst/>
                  <a:cxnLst/>
                  <a:rect l="l" t="t" r="r" b="b"/>
                  <a:pathLst>
                    <a:path w="15312" h="8834" extrusionOk="0">
                      <a:moveTo>
                        <a:pt x="14981" y="1"/>
                      </a:moveTo>
                      <a:lnTo>
                        <a:pt x="1051" y="8036"/>
                      </a:lnTo>
                      <a:lnTo>
                        <a:pt x="79" y="8619"/>
                      </a:lnTo>
                      <a:cubicBezTo>
                        <a:pt x="20" y="8639"/>
                        <a:pt x="1" y="8717"/>
                        <a:pt x="20" y="8794"/>
                      </a:cubicBezTo>
                      <a:cubicBezTo>
                        <a:pt x="40" y="8833"/>
                        <a:pt x="98" y="8833"/>
                        <a:pt x="118" y="8833"/>
                      </a:cubicBezTo>
                      <a:cubicBezTo>
                        <a:pt x="137" y="8833"/>
                        <a:pt x="176" y="8833"/>
                        <a:pt x="176" y="8814"/>
                      </a:cubicBezTo>
                      <a:lnTo>
                        <a:pt x="1265" y="8172"/>
                      </a:lnTo>
                      <a:lnTo>
                        <a:pt x="5234" y="5896"/>
                      </a:lnTo>
                      <a:cubicBezTo>
                        <a:pt x="5176" y="5896"/>
                        <a:pt x="5137" y="5837"/>
                        <a:pt x="5137" y="5779"/>
                      </a:cubicBezTo>
                      <a:cubicBezTo>
                        <a:pt x="5137" y="5701"/>
                        <a:pt x="5176" y="5643"/>
                        <a:pt x="5254" y="5643"/>
                      </a:cubicBezTo>
                      <a:lnTo>
                        <a:pt x="5662" y="5643"/>
                      </a:lnTo>
                      <a:lnTo>
                        <a:pt x="7900" y="4359"/>
                      </a:lnTo>
                      <a:cubicBezTo>
                        <a:pt x="7861" y="4359"/>
                        <a:pt x="7802" y="4320"/>
                        <a:pt x="7802" y="4242"/>
                      </a:cubicBezTo>
                      <a:cubicBezTo>
                        <a:pt x="7802" y="4164"/>
                        <a:pt x="7841" y="4125"/>
                        <a:pt x="7919" y="4125"/>
                      </a:cubicBezTo>
                      <a:lnTo>
                        <a:pt x="8328" y="4125"/>
                      </a:lnTo>
                      <a:lnTo>
                        <a:pt x="15312" y="79"/>
                      </a:lnTo>
                      <a:lnTo>
                        <a:pt x="15234" y="59"/>
                      </a:lnTo>
                      <a:lnTo>
                        <a:pt x="15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1604275" y="461850"/>
                  <a:ext cx="42825" cy="21900"/>
                </a:xfrm>
                <a:custGeom>
                  <a:avLst/>
                  <a:gdLst/>
                  <a:ahLst/>
                  <a:cxnLst/>
                  <a:rect l="l" t="t" r="r" b="b"/>
                  <a:pathLst>
                    <a:path w="1713" h="876" extrusionOk="0">
                      <a:moveTo>
                        <a:pt x="0" y="0"/>
                      </a:moveTo>
                      <a:cubicBezTo>
                        <a:pt x="0" y="59"/>
                        <a:pt x="20" y="59"/>
                        <a:pt x="20" y="78"/>
                      </a:cubicBezTo>
                      <a:lnTo>
                        <a:pt x="98" y="98"/>
                      </a:lnTo>
                      <a:lnTo>
                        <a:pt x="1459" y="876"/>
                      </a:lnTo>
                      <a:lnTo>
                        <a:pt x="1712" y="740"/>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1721475" y="462325"/>
                  <a:ext cx="92450" cy="39925"/>
                </a:xfrm>
                <a:custGeom>
                  <a:avLst/>
                  <a:gdLst/>
                  <a:ahLst/>
                  <a:cxnLst/>
                  <a:rect l="l" t="t" r="r" b="b"/>
                  <a:pathLst>
                    <a:path w="3698" h="1597" extrusionOk="0">
                      <a:moveTo>
                        <a:pt x="1" y="1"/>
                      </a:moveTo>
                      <a:lnTo>
                        <a:pt x="2763" y="1596"/>
                      </a:lnTo>
                      <a:lnTo>
                        <a:pt x="3697" y="1051"/>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1632475" y="475475"/>
                  <a:ext cx="113350" cy="65675"/>
                </a:xfrm>
                <a:custGeom>
                  <a:avLst/>
                  <a:gdLst/>
                  <a:ahLst/>
                  <a:cxnLst/>
                  <a:rect l="l" t="t" r="r" b="b"/>
                  <a:pathLst>
                    <a:path w="4534" h="2627" extrusionOk="0">
                      <a:moveTo>
                        <a:pt x="915" y="0"/>
                      </a:moveTo>
                      <a:lnTo>
                        <a:pt x="545" y="214"/>
                      </a:lnTo>
                      <a:lnTo>
                        <a:pt x="312" y="350"/>
                      </a:lnTo>
                      <a:lnTo>
                        <a:pt x="1" y="525"/>
                      </a:lnTo>
                      <a:lnTo>
                        <a:pt x="3619" y="2626"/>
                      </a:lnTo>
                      <a:lnTo>
                        <a:pt x="4534" y="2082"/>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1209825" y="461850"/>
                  <a:ext cx="348275" cy="199425"/>
                </a:xfrm>
                <a:custGeom>
                  <a:avLst/>
                  <a:gdLst/>
                  <a:ahLst/>
                  <a:cxnLst/>
                  <a:rect l="l" t="t" r="r" b="b"/>
                  <a:pathLst>
                    <a:path w="13931" h="7977" extrusionOk="0">
                      <a:moveTo>
                        <a:pt x="13444" y="0"/>
                      </a:moveTo>
                      <a:lnTo>
                        <a:pt x="564" y="7452"/>
                      </a:lnTo>
                      <a:lnTo>
                        <a:pt x="78" y="7763"/>
                      </a:lnTo>
                      <a:cubicBezTo>
                        <a:pt x="20" y="7782"/>
                        <a:pt x="0" y="7860"/>
                        <a:pt x="20" y="7938"/>
                      </a:cubicBezTo>
                      <a:cubicBezTo>
                        <a:pt x="39" y="7977"/>
                        <a:pt x="98" y="7977"/>
                        <a:pt x="117" y="7977"/>
                      </a:cubicBezTo>
                      <a:cubicBezTo>
                        <a:pt x="136" y="7977"/>
                        <a:pt x="175" y="7977"/>
                        <a:pt x="175" y="7957"/>
                      </a:cubicBezTo>
                      <a:lnTo>
                        <a:pt x="798" y="7588"/>
                      </a:lnTo>
                      <a:lnTo>
                        <a:pt x="13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1277425" y="707575"/>
                  <a:ext cx="41375" cy="26675"/>
                </a:xfrm>
                <a:custGeom>
                  <a:avLst/>
                  <a:gdLst/>
                  <a:ahLst/>
                  <a:cxnLst/>
                  <a:rect l="l" t="t" r="r" b="b"/>
                  <a:pathLst>
                    <a:path w="1655" h="1067" extrusionOk="0">
                      <a:moveTo>
                        <a:pt x="1285" y="385"/>
                      </a:moveTo>
                      <a:cubicBezTo>
                        <a:pt x="1297" y="398"/>
                        <a:pt x="1301" y="402"/>
                        <a:pt x="1308" y="404"/>
                      </a:cubicBezTo>
                      <a:lnTo>
                        <a:pt x="1308" y="404"/>
                      </a:lnTo>
                      <a:cubicBezTo>
                        <a:pt x="1301" y="398"/>
                        <a:pt x="1293" y="392"/>
                        <a:pt x="1285" y="385"/>
                      </a:cubicBezTo>
                      <a:close/>
                      <a:moveTo>
                        <a:pt x="827" y="1"/>
                      </a:moveTo>
                      <a:cubicBezTo>
                        <a:pt x="616" y="1"/>
                        <a:pt x="407" y="49"/>
                        <a:pt x="253" y="152"/>
                      </a:cubicBezTo>
                      <a:cubicBezTo>
                        <a:pt x="98" y="249"/>
                        <a:pt x="1" y="385"/>
                        <a:pt x="1" y="541"/>
                      </a:cubicBezTo>
                      <a:cubicBezTo>
                        <a:pt x="1" y="677"/>
                        <a:pt x="98" y="833"/>
                        <a:pt x="253" y="930"/>
                      </a:cubicBezTo>
                      <a:cubicBezTo>
                        <a:pt x="429" y="1027"/>
                        <a:pt x="623" y="1066"/>
                        <a:pt x="818" y="1066"/>
                      </a:cubicBezTo>
                      <a:cubicBezTo>
                        <a:pt x="1012" y="1066"/>
                        <a:pt x="1226" y="1008"/>
                        <a:pt x="1382" y="930"/>
                      </a:cubicBezTo>
                      <a:cubicBezTo>
                        <a:pt x="1557" y="813"/>
                        <a:pt x="1654" y="677"/>
                        <a:pt x="1654" y="541"/>
                      </a:cubicBezTo>
                      <a:cubicBezTo>
                        <a:pt x="1654" y="444"/>
                        <a:pt x="1615" y="366"/>
                        <a:pt x="1557" y="288"/>
                      </a:cubicBezTo>
                      <a:lnTo>
                        <a:pt x="1401" y="366"/>
                      </a:lnTo>
                      <a:cubicBezTo>
                        <a:pt x="1362" y="385"/>
                        <a:pt x="1323" y="405"/>
                        <a:pt x="1323" y="405"/>
                      </a:cubicBezTo>
                      <a:cubicBezTo>
                        <a:pt x="1316" y="405"/>
                        <a:pt x="1312" y="405"/>
                        <a:pt x="1308" y="404"/>
                      </a:cubicBezTo>
                      <a:lnTo>
                        <a:pt x="1308" y="404"/>
                      </a:lnTo>
                      <a:cubicBezTo>
                        <a:pt x="1366" y="453"/>
                        <a:pt x="1382" y="491"/>
                        <a:pt x="1382" y="560"/>
                      </a:cubicBezTo>
                      <a:cubicBezTo>
                        <a:pt x="1382" y="638"/>
                        <a:pt x="1323" y="677"/>
                        <a:pt x="1226" y="755"/>
                      </a:cubicBezTo>
                      <a:cubicBezTo>
                        <a:pt x="1109" y="823"/>
                        <a:pt x="949" y="857"/>
                        <a:pt x="788" y="857"/>
                      </a:cubicBezTo>
                      <a:cubicBezTo>
                        <a:pt x="628" y="857"/>
                        <a:pt x="467" y="823"/>
                        <a:pt x="351" y="755"/>
                      </a:cubicBezTo>
                      <a:cubicBezTo>
                        <a:pt x="253" y="696"/>
                        <a:pt x="215" y="638"/>
                        <a:pt x="215" y="560"/>
                      </a:cubicBezTo>
                      <a:cubicBezTo>
                        <a:pt x="215" y="482"/>
                        <a:pt x="253" y="444"/>
                        <a:pt x="351" y="366"/>
                      </a:cubicBezTo>
                      <a:cubicBezTo>
                        <a:pt x="487" y="288"/>
                        <a:pt x="643" y="268"/>
                        <a:pt x="798" y="268"/>
                      </a:cubicBezTo>
                      <a:cubicBezTo>
                        <a:pt x="973" y="268"/>
                        <a:pt x="1109" y="288"/>
                        <a:pt x="1226" y="366"/>
                      </a:cubicBezTo>
                      <a:lnTo>
                        <a:pt x="1265" y="366"/>
                      </a:lnTo>
                      <a:lnTo>
                        <a:pt x="1226" y="346"/>
                      </a:lnTo>
                      <a:cubicBezTo>
                        <a:pt x="1207" y="288"/>
                        <a:pt x="1207" y="210"/>
                        <a:pt x="1285" y="171"/>
                      </a:cubicBezTo>
                      <a:lnTo>
                        <a:pt x="1362" y="113"/>
                      </a:lnTo>
                      <a:cubicBezTo>
                        <a:pt x="1206" y="39"/>
                        <a:pt x="1015"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1591125" y="526775"/>
                  <a:ext cx="41375" cy="27025"/>
                </a:xfrm>
                <a:custGeom>
                  <a:avLst/>
                  <a:gdLst/>
                  <a:ahLst/>
                  <a:cxnLst/>
                  <a:rect l="l" t="t" r="r" b="b"/>
                  <a:pathLst>
                    <a:path w="1655" h="1081" extrusionOk="0">
                      <a:moveTo>
                        <a:pt x="818" y="224"/>
                      </a:moveTo>
                      <a:cubicBezTo>
                        <a:pt x="993" y="224"/>
                        <a:pt x="1129" y="244"/>
                        <a:pt x="1266" y="322"/>
                      </a:cubicBezTo>
                      <a:cubicBezTo>
                        <a:pt x="1363" y="380"/>
                        <a:pt x="1402" y="438"/>
                        <a:pt x="1402" y="516"/>
                      </a:cubicBezTo>
                      <a:cubicBezTo>
                        <a:pt x="1402" y="594"/>
                        <a:pt x="1363" y="633"/>
                        <a:pt x="1266" y="711"/>
                      </a:cubicBezTo>
                      <a:cubicBezTo>
                        <a:pt x="1139" y="779"/>
                        <a:pt x="974" y="813"/>
                        <a:pt x="813" y="813"/>
                      </a:cubicBezTo>
                      <a:cubicBezTo>
                        <a:pt x="653" y="813"/>
                        <a:pt x="497" y="779"/>
                        <a:pt x="390" y="711"/>
                      </a:cubicBezTo>
                      <a:cubicBezTo>
                        <a:pt x="293" y="652"/>
                        <a:pt x="234" y="594"/>
                        <a:pt x="234" y="516"/>
                      </a:cubicBezTo>
                      <a:cubicBezTo>
                        <a:pt x="234" y="438"/>
                        <a:pt x="293" y="380"/>
                        <a:pt x="390" y="322"/>
                      </a:cubicBezTo>
                      <a:cubicBezTo>
                        <a:pt x="507" y="244"/>
                        <a:pt x="682" y="224"/>
                        <a:pt x="818" y="224"/>
                      </a:cubicBezTo>
                      <a:close/>
                      <a:moveTo>
                        <a:pt x="825" y="1"/>
                      </a:moveTo>
                      <a:cubicBezTo>
                        <a:pt x="624" y="1"/>
                        <a:pt x="419" y="49"/>
                        <a:pt x="254" y="146"/>
                      </a:cubicBezTo>
                      <a:cubicBezTo>
                        <a:pt x="98" y="244"/>
                        <a:pt x="1" y="399"/>
                        <a:pt x="1" y="536"/>
                      </a:cubicBezTo>
                      <a:cubicBezTo>
                        <a:pt x="1" y="672"/>
                        <a:pt x="40" y="750"/>
                        <a:pt x="137" y="827"/>
                      </a:cubicBezTo>
                      <a:lnTo>
                        <a:pt x="234" y="788"/>
                      </a:lnTo>
                      <a:cubicBezTo>
                        <a:pt x="260" y="754"/>
                        <a:pt x="286" y="739"/>
                        <a:pt x="311" y="739"/>
                      </a:cubicBezTo>
                      <a:cubicBezTo>
                        <a:pt x="344" y="739"/>
                        <a:pt x="377" y="764"/>
                        <a:pt x="410" y="808"/>
                      </a:cubicBezTo>
                      <a:cubicBezTo>
                        <a:pt x="429" y="866"/>
                        <a:pt x="429" y="925"/>
                        <a:pt x="351" y="983"/>
                      </a:cubicBezTo>
                      <a:cubicBezTo>
                        <a:pt x="507" y="1022"/>
                        <a:pt x="643" y="1080"/>
                        <a:pt x="818" y="1080"/>
                      </a:cubicBezTo>
                      <a:cubicBezTo>
                        <a:pt x="1013" y="1080"/>
                        <a:pt x="1227" y="1022"/>
                        <a:pt x="1382" y="925"/>
                      </a:cubicBezTo>
                      <a:cubicBezTo>
                        <a:pt x="1557" y="827"/>
                        <a:pt x="1655" y="691"/>
                        <a:pt x="1655" y="536"/>
                      </a:cubicBezTo>
                      <a:cubicBezTo>
                        <a:pt x="1655" y="399"/>
                        <a:pt x="1557" y="244"/>
                        <a:pt x="1382" y="146"/>
                      </a:cubicBezTo>
                      <a:cubicBezTo>
                        <a:pt x="1227"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1593575" y="570550"/>
                  <a:ext cx="41350" cy="27025"/>
                </a:xfrm>
                <a:custGeom>
                  <a:avLst/>
                  <a:gdLst/>
                  <a:ahLst/>
                  <a:cxnLst/>
                  <a:rect l="l" t="t" r="r" b="b"/>
                  <a:pathLst>
                    <a:path w="1654" h="1081" extrusionOk="0">
                      <a:moveTo>
                        <a:pt x="297" y="730"/>
                      </a:moveTo>
                      <a:cubicBezTo>
                        <a:pt x="312" y="744"/>
                        <a:pt x="330" y="757"/>
                        <a:pt x="350" y="769"/>
                      </a:cubicBezTo>
                      <a:cubicBezTo>
                        <a:pt x="363" y="776"/>
                        <a:pt x="376" y="783"/>
                        <a:pt x="390" y="790"/>
                      </a:cubicBezTo>
                      <a:lnTo>
                        <a:pt x="390" y="790"/>
                      </a:lnTo>
                      <a:cubicBezTo>
                        <a:pt x="390" y="789"/>
                        <a:pt x="390" y="789"/>
                        <a:pt x="389" y="788"/>
                      </a:cubicBezTo>
                      <a:cubicBezTo>
                        <a:pt x="360" y="759"/>
                        <a:pt x="326" y="740"/>
                        <a:pt x="297" y="730"/>
                      </a:cubicBezTo>
                      <a:close/>
                      <a:moveTo>
                        <a:pt x="825" y="1"/>
                      </a:moveTo>
                      <a:cubicBezTo>
                        <a:pt x="623" y="1"/>
                        <a:pt x="419" y="49"/>
                        <a:pt x="253" y="146"/>
                      </a:cubicBezTo>
                      <a:cubicBezTo>
                        <a:pt x="98" y="244"/>
                        <a:pt x="0" y="399"/>
                        <a:pt x="0" y="536"/>
                      </a:cubicBezTo>
                      <a:cubicBezTo>
                        <a:pt x="0" y="633"/>
                        <a:pt x="39" y="730"/>
                        <a:pt x="117" y="808"/>
                      </a:cubicBezTo>
                      <a:lnTo>
                        <a:pt x="234" y="730"/>
                      </a:lnTo>
                      <a:cubicBezTo>
                        <a:pt x="239" y="725"/>
                        <a:pt x="247" y="723"/>
                        <a:pt x="258" y="723"/>
                      </a:cubicBezTo>
                      <a:cubicBezTo>
                        <a:pt x="269" y="723"/>
                        <a:pt x="282" y="725"/>
                        <a:pt x="297" y="730"/>
                      </a:cubicBezTo>
                      <a:lnTo>
                        <a:pt x="297" y="730"/>
                      </a:lnTo>
                      <a:cubicBezTo>
                        <a:pt x="239" y="679"/>
                        <a:pt x="214" y="621"/>
                        <a:pt x="214" y="574"/>
                      </a:cubicBezTo>
                      <a:cubicBezTo>
                        <a:pt x="214" y="497"/>
                        <a:pt x="253" y="419"/>
                        <a:pt x="350" y="380"/>
                      </a:cubicBezTo>
                      <a:cubicBezTo>
                        <a:pt x="487" y="302"/>
                        <a:pt x="642" y="283"/>
                        <a:pt x="798" y="283"/>
                      </a:cubicBezTo>
                      <a:cubicBezTo>
                        <a:pt x="973" y="283"/>
                        <a:pt x="1109" y="302"/>
                        <a:pt x="1226" y="380"/>
                      </a:cubicBezTo>
                      <a:cubicBezTo>
                        <a:pt x="1323" y="419"/>
                        <a:pt x="1382" y="497"/>
                        <a:pt x="1382" y="574"/>
                      </a:cubicBezTo>
                      <a:cubicBezTo>
                        <a:pt x="1382" y="633"/>
                        <a:pt x="1323" y="691"/>
                        <a:pt x="1226" y="769"/>
                      </a:cubicBezTo>
                      <a:cubicBezTo>
                        <a:pt x="1109" y="837"/>
                        <a:pt x="949" y="871"/>
                        <a:pt x="788" y="871"/>
                      </a:cubicBezTo>
                      <a:cubicBezTo>
                        <a:pt x="645" y="871"/>
                        <a:pt x="502" y="844"/>
                        <a:pt x="390" y="790"/>
                      </a:cubicBezTo>
                      <a:lnTo>
                        <a:pt x="390" y="790"/>
                      </a:lnTo>
                      <a:cubicBezTo>
                        <a:pt x="409" y="829"/>
                        <a:pt x="408" y="906"/>
                        <a:pt x="331" y="964"/>
                      </a:cubicBezTo>
                      <a:lnTo>
                        <a:pt x="312" y="983"/>
                      </a:lnTo>
                      <a:cubicBezTo>
                        <a:pt x="448" y="1061"/>
                        <a:pt x="623" y="1080"/>
                        <a:pt x="817" y="1080"/>
                      </a:cubicBezTo>
                      <a:cubicBezTo>
                        <a:pt x="1012" y="1080"/>
                        <a:pt x="1226" y="1022"/>
                        <a:pt x="1382" y="925"/>
                      </a:cubicBezTo>
                      <a:cubicBezTo>
                        <a:pt x="1557" y="827"/>
                        <a:pt x="1654" y="691"/>
                        <a:pt x="1654" y="536"/>
                      </a:cubicBezTo>
                      <a:cubicBezTo>
                        <a:pt x="1654" y="399"/>
                        <a:pt x="1557" y="244"/>
                        <a:pt x="1382" y="146"/>
                      </a:cubicBezTo>
                      <a:cubicBezTo>
                        <a:pt x="1226" y="49"/>
                        <a:pt x="1026"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1609625" y="843175"/>
                  <a:ext cx="41350" cy="25800"/>
                </a:xfrm>
                <a:custGeom>
                  <a:avLst/>
                  <a:gdLst/>
                  <a:ahLst/>
                  <a:cxnLst/>
                  <a:rect l="l" t="t" r="r" b="b"/>
                  <a:pathLst>
                    <a:path w="1654" h="1032" extrusionOk="0">
                      <a:moveTo>
                        <a:pt x="856" y="214"/>
                      </a:moveTo>
                      <a:cubicBezTo>
                        <a:pt x="1031" y="214"/>
                        <a:pt x="1168" y="234"/>
                        <a:pt x="1304" y="311"/>
                      </a:cubicBezTo>
                      <a:cubicBezTo>
                        <a:pt x="1362" y="389"/>
                        <a:pt x="1440" y="467"/>
                        <a:pt x="1440" y="506"/>
                      </a:cubicBezTo>
                      <a:cubicBezTo>
                        <a:pt x="1440" y="584"/>
                        <a:pt x="1401" y="623"/>
                        <a:pt x="1304" y="700"/>
                      </a:cubicBezTo>
                      <a:cubicBezTo>
                        <a:pt x="1177" y="769"/>
                        <a:pt x="1012" y="803"/>
                        <a:pt x="851" y="803"/>
                      </a:cubicBezTo>
                      <a:cubicBezTo>
                        <a:pt x="691" y="803"/>
                        <a:pt x="535" y="769"/>
                        <a:pt x="428" y="700"/>
                      </a:cubicBezTo>
                      <a:cubicBezTo>
                        <a:pt x="331" y="642"/>
                        <a:pt x="273" y="584"/>
                        <a:pt x="273" y="506"/>
                      </a:cubicBezTo>
                      <a:cubicBezTo>
                        <a:pt x="273" y="428"/>
                        <a:pt x="331" y="389"/>
                        <a:pt x="428" y="311"/>
                      </a:cubicBezTo>
                      <a:cubicBezTo>
                        <a:pt x="545" y="234"/>
                        <a:pt x="720" y="214"/>
                        <a:pt x="856" y="214"/>
                      </a:cubicBezTo>
                      <a:close/>
                      <a:moveTo>
                        <a:pt x="720" y="0"/>
                      </a:moveTo>
                      <a:cubicBezTo>
                        <a:pt x="545" y="19"/>
                        <a:pt x="389" y="39"/>
                        <a:pt x="273" y="117"/>
                      </a:cubicBezTo>
                      <a:cubicBezTo>
                        <a:pt x="98" y="214"/>
                        <a:pt x="0" y="370"/>
                        <a:pt x="0" y="506"/>
                      </a:cubicBezTo>
                      <a:cubicBezTo>
                        <a:pt x="0" y="642"/>
                        <a:pt x="98" y="798"/>
                        <a:pt x="273" y="895"/>
                      </a:cubicBezTo>
                      <a:cubicBezTo>
                        <a:pt x="448" y="992"/>
                        <a:pt x="642" y="1031"/>
                        <a:pt x="837" y="1031"/>
                      </a:cubicBezTo>
                      <a:cubicBezTo>
                        <a:pt x="1031" y="1031"/>
                        <a:pt x="1245" y="992"/>
                        <a:pt x="1401" y="895"/>
                      </a:cubicBezTo>
                      <a:cubicBezTo>
                        <a:pt x="1557" y="798"/>
                        <a:pt x="1654" y="642"/>
                        <a:pt x="1654" y="506"/>
                      </a:cubicBezTo>
                      <a:cubicBezTo>
                        <a:pt x="1654" y="370"/>
                        <a:pt x="1557" y="214"/>
                        <a:pt x="1401" y="117"/>
                      </a:cubicBezTo>
                      <a:cubicBezTo>
                        <a:pt x="1265" y="39"/>
                        <a:pt x="1109" y="0"/>
                        <a:pt x="954" y="0"/>
                      </a:cubicBezTo>
                      <a:lnTo>
                        <a:pt x="954" y="39"/>
                      </a:lnTo>
                      <a:cubicBezTo>
                        <a:pt x="954" y="117"/>
                        <a:pt x="915" y="175"/>
                        <a:pt x="837" y="175"/>
                      </a:cubicBezTo>
                      <a:cubicBezTo>
                        <a:pt x="759" y="175"/>
                        <a:pt x="720" y="117"/>
                        <a:pt x="720" y="39"/>
                      </a:cubicBezTo>
                      <a:lnTo>
                        <a:pt x="7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1417025" y="672500"/>
                  <a:ext cx="41350" cy="26225"/>
                </a:xfrm>
                <a:custGeom>
                  <a:avLst/>
                  <a:gdLst/>
                  <a:ahLst/>
                  <a:cxnLst/>
                  <a:rect l="l" t="t" r="r" b="b"/>
                  <a:pathLst>
                    <a:path w="1654" h="1049" extrusionOk="0">
                      <a:moveTo>
                        <a:pt x="837" y="232"/>
                      </a:moveTo>
                      <a:cubicBezTo>
                        <a:pt x="992" y="232"/>
                        <a:pt x="1148" y="251"/>
                        <a:pt x="1265" y="329"/>
                      </a:cubicBezTo>
                      <a:cubicBezTo>
                        <a:pt x="1362" y="387"/>
                        <a:pt x="1420" y="446"/>
                        <a:pt x="1420" y="524"/>
                      </a:cubicBezTo>
                      <a:cubicBezTo>
                        <a:pt x="1401" y="601"/>
                        <a:pt x="1362" y="679"/>
                        <a:pt x="1265" y="718"/>
                      </a:cubicBezTo>
                      <a:cubicBezTo>
                        <a:pt x="1148" y="796"/>
                        <a:pt x="983" y="835"/>
                        <a:pt x="820" y="835"/>
                      </a:cubicBezTo>
                      <a:cubicBezTo>
                        <a:pt x="657" y="835"/>
                        <a:pt x="496" y="796"/>
                        <a:pt x="389" y="718"/>
                      </a:cubicBezTo>
                      <a:cubicBezTo>
                        <a:pt x="292" y="679"/>
                        <a:pt x="253" y="601"/>
                        <a:pt x="253" y="524"/>
                      </a:cubicBezTo>
                      <a:cubicBezTo>
                        <a:pt x="253" y="446"/>
                        <a:pt x="292" y="407"/>
                        <a:pt x="389" y="329"/>
                      </a:cubicBezTo>
                      <a:cubicBezTo>
                        <a:pt x="506" y="251"/>
                        <a:pt x="681" y="232"/>
                        <a:pt x="837" y="232"/>
                      </a:cubicBezTo>
                      <a:close/>
                      <a:moveTo>
                        <a:pt x="817" y="1"/>
                      </a:moveTo>
                      <a:cubicBezTo>
                        <a:pt x="624" y="1"/>
                        <a:pt x="433" y="44"/>
                        <a:pt x="272" y="135"/>
                      </a:cubicBezTo>
                      <a:cubicBezTo>
                        <a:pt x="97" y="232"/>
                        <a:pt x="0" y="387"/>
                        <a:pt x="0" y="524"/>
                      </a:cubicBezTo>
                      <a:cubicBezTo>
                        <a:pt x="0" y="660"/>
                        <a:pt x="97" y="815"/>
                        <a:pt x="272" y="913"/>
                      </a:cubicBezTo>
                      <a:cubicBezTo>
                        <a:pt x="428" y="1010"/>
                        <a:pt x="623" y="1049"/>
                        <a:pt x="817" y="1049"/>
                      </a:cubicBezTo>
                      <a:cubicBezTo>
                        <a:pt x="1031" y="1049"/>
                        <a:pt x="1245" y="1010"/>
                        <a:pt x="1381" y="913"/>
                      </a:cubicBezTo>
                      <a:cubicBezTo>
                        <a:pt x="1556" y="815"/>
                        <a:pt x="1654" y="660"/>
                        <a:pt x="1654" y="524"/>
                      </a:cubicBezTo>
                      <a:cubicBezTo>
                        <a:pt x="1654" y="426"/>
                        <a:pt x="1615" y="329"/>
                        <a:pt x="1537" y="251"/>
                      </a:cubicBezTo>
                      <a:lnTo>
                        <a:pt x="1401" y="329"/>
                      </a:lnTo>
                      <a:cubicBezTo>
                        <a:pt x="1381" y="329"/>
                        <a:pt x="1362" y="349"/>
                        <a:pt x="1362" y="349"/>
                      </a:cubicBezTo>
                      <a:cubicBezTo>
                        <a:pt x="1323" y="349"/>
                        <a:pt x="1284" y="329"/>
                        <a:pt x="1265" y="310"/>
                      </a:cubicBezTo>
                      <a:cubicBezTo>
                        <a:pt x="1245" y="251"/>
                        <a:pt x="1245" y="193"/>
                        <a:pt x="1304" y="135"/>
                      </a:cubicBezTo>
                      <a:lnTo>
                        <a:pt x="1342" y="115"/>
                      </a:lnTo>
                      <a:cubicBezTo>
                        <a:pt x="1182" y="40"/>
                        <a:pt x="999"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1193775" y="497825"/>
                  <a:ext cx="75400" cy="144500"/>
                </a:xfrm>
                <a:custGeom>
                  <a:avLst/>
                  <a:gdLst/>
                  <a:ahLst/>
                  <a:cxnLst/>
                  <a:rect l="l" t="t" r="r" b="b"/>
                  <a:pathLst>
                    <a:path w="3016" h="5780" extrusionOk="0">
                      <a:moveTo>
                        <a:pt x="2899" y="1"/>
                      </a:moveTo>
                      <a:cubicBezTo>
                        <a:pt x="2821" y="1"/>
                        <a:pt x="2782" y="40"/>
                        <a:pt x="2782" y="118"/>
                      </a:cubicBezTo>
                      <a:lnTo>
                        <a:pt x="2782" y="4009"/>
                      </a:lnTo>
                      <a:lnTo>
                        <a:pt x="234" y="5487"/>
                      </a:lnTo>
                      <a:lnTo>
                        <a:pt x="39" y="5585"/>
                      </a:lnTo>
                      <a:cubicBezTo>
                        <a:pt x="39" y="5623"/>
                        <a:pt x="0" y="5682"/>
                        <a:pt x="39" y="5740"/>
                      </a:cubicBezTo>
                      <a:cubicBezTo>
                        <a:pt x="59" y="5779"/>
                        <a:pt x="98" y="5779"/>
                        <a:pt x="136" y="5779"/>
                      </a:cubicBezTo>
                      <a:cubicBezTo>
                        <a:pt x="156" y="5779"/>
                        <a:pt x="175" y="5779"/>
                        <a:pt x="175" y="5760"/>
                      </a:cubicBezTo>
                      <a:lnTo>
                        <a:pt x="487" y="5585"/>
                      </a:lnTo>
                      <a:lnTo>
                        <a:pt x="2977" y="4164"/>
                      </a:lnTo>
                      <a:cubicBezTo>
                        <a:pt x="3016" y="4125"/>
                        <a:pt x="3016" y="4087"/>
                        <a:pt x="3016" y="4067"/>
                      </a:cubicBezTo>
                      <a:lnTo>
                        <a:pt x="3016" y="118"/>
                      </a:lnTo>
                      <a:cubicBezTo>
                        <a:pt x="3016" y="40"/>
                        <a:pt x="2977" y="1"/>
                        <a:pt x="28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1307575" y="545325"/>
                  <a:ext cx="294275" cy="172875"/>
                </a:xfrm>
                <a:custGeom>
                  <a:avLst/>
                  <a:gdLst/>
                  <a:ahLst/>
                  <a:cxnLst/>
                  <a:rect l="l" t="t" r="r" b="b"/>
                  <a:pathLst>
                    <a:path w="11771" h="6915" extrusionOk="0">
                      <a:moveTo>
                        <a:pt x="11634" y="0"/>
                      </a:moveTo>
                      <a:cubicBezTo>
                        <a:pt x="11615" y="0"/>
                        <a:pt x="11596" y="3"/>
                        <a:pt x="11576" y="8"/>
                      </a:cubicBezTo>
                      <a:lnTo>
                        <a:pt x="11479" y="66"/>
                      </a:lnTo>
                      <a:lnTo>
                        <a:pt x="10215" y="805"/>
                      </a:lnTo>
                      <a:cubicBezTo>
                        <a:pt x="10273" y="805"/>
                        <a:pt x="10312" y="844"/>
                        <a:pt x="10312" y="922"/>
                      </a:cubicBezTo>
                      <a:cubicBezTo>
                        <a:pt x="10312" y="980"/>
                        <a:pt x="10273" y="1039"/>
                        <a:pt x="10195" y="1039"/>
                      </a:cubicBezTo>
                      <a:lnTo>
                        <a:pt x="9806" y="1039"/>
                      </a:lnTo>
                      <a:lnTo>
                        <a:pt x="7569" y="2323"/>
                      </a:lnTo>
                      <a:cubicBezTo>
                        <a:pt x="7608" y="2323"/>
                        <a:pt x="7666" y="2381"/>
                        <a:pt x="7666" y="2439"/>
                      </a:cubicBezTo>
                      <a:cubicBezTo>
                        <a:pt x="7666" y="2517"/>
                        <a:pt x="7608" y="2576"/>
                        <a:pt x="7549" y="2576"/>
                      </a:cubicBezTo>
                      <a:lnTo>
                        <a:pt x="7160" y="2576"/>
                      </a:lnTo>
                      <a:lnTo>
                        <a:pt x="156" y="6642"/>
                      </a:lnTo>
                      <a:lnTo>
                        <a:pt x="79" y="6681"/>
                      </a:lnTo>
                      <a:cubicBezTo>
                        <a:pt x="20" y="6700"/>
                        <a:pt x="1" y="6778"/>
                        <a:pt x="20" y="6856"/>
                      </a:cubicBezTo>
                      <a:cubicBezTo>
                        <a:pt x="20" y="6875"/>
                        <a:pt x="59" y="6875"/>
                        <a:pt x="59" y="6875"/>
                      </a:cubicBezTo>
                      <a:cubicBezTo>
                        <a:pt x="59" y="6875"/>
                        <a:pt x="79" y="6875"/>
                        <a:pt x="79" y="6895"/>
                      </a:cubicBezTo>
                      <a:cubicBezTo>
                        <a:pt x="98" y="6895"/>
                        <a:pt x="98" y="6914"/>
                        <a:pt x="117" y="6914"/>
                      </a:cubicBezTo>
                      <a:cubicBezTo>
                        <a:pt x="156" y="6914"/>
                        <a:pt x="176" y="6914"/>
                        <a:pt x="176" y="6895"/>
                      </a:cubicBezTo>
                      <a:lnTo>
                        <a:pt x="312" y="6817"/>
                      </a:lnTo>
                      <a:lnTo>
                        <a:pt x="4670" y="4327"/>
                      </a:lnTo>
                      <a:cubicBezTo>
                        <a:pt x="4650" y="4249"/>
                        <a:pt x="4631" y="4229"/>
                        <a:pt x="4631" y="4171"/>
                      </a:cubicBezTo>
                      <a:cubicBezTo>
                        <a:pt x="4631" y="4113"/>
                        <a:pt x="4670" y="4054"/>
                        <a:pt x="4748" y="4054"/>
                      </a:cubicBezTo>
                      <a:lnTo>
                        <a:pt x="5078" y="4054"/>
                      </a:lnTo>
                      <a:lnTo>
                        <a:pt x="11693" y="241"/>
                      </a:lnTo>
                      <a:cubicBezTo>
                        <a:pt x="11752" y="222"/>
                        <a:pt x="11771" y="144"/>
                        <a:pt x="11752" y="66"/>
                      </a:cubicBezTo>
                      <a:cubicBezTo>
                        <a:pt x="11737" y="22"/>
                        <a:pt x="11689" y="0"/>
                        <a:pt x="11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1499700" y="588600"/>
                  <a:ext cx="104100" cy="58100"/>
                </a:xfrm>
                <a:custGeom>
                  <a:avLst/>
                  <a:gdLst/>
                  <a:ahLst/>
                  <a:cxnLst/>
                  <a:rect l="l" t="t" r="r" b="b"/>
                  <a:pathLst>
                    <a:path w="4164" h="2324" extrusionOk="0">
                      <a:moveTo>
                        <a:pt x="4015" y="1"/>
                      </a:moveTo>
                      <a:cubicBezTo>
                        <a:pt x="4000" y="1"/>
                        <a:pt x="3984" y="3"/>
                        <a:pt x="3969" y="8"/>
                      </a:cubicBezTo>
                      <a:lnTo>
                        <a:pt x="3853" y="86"/>
                      </a:lnTo>
                      <a:lnTo>
                        <a:pt x="0" y="2323"/>
                      </a:lnTo>
                      <a:lnTo>
                        <a:pt x="487" y="2323"/>
                      </a:lnTo>
                      <a:lnTo>
                        <a:pt x="4067" y="261"/>
                      </a:lnTo>
                      <a:lnTo>
                        <a:pt x="4086" y="242"/>
                      </a:lnTo>
                      <a:cubicBezTo>
                        <a:pt x="4125" y="203"/>
                        <a:pt x="4164" y="144"/>
                        <a:pt x="4125" y="66"/>
                      </a:cubicBezTo>
                      <a:cubicBezTo>
                        <a:pt x="4110" y="23"/>
                        <a:pt x="4063" y="1"/>
                        <a:pt x="40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1447650" y="653000"/>
                  <a:ext cx="52550" cy="28225"/>
                </a:xfrm>
                <a:custGeom>
                  <a:avLst/>
                  <a:gdLst/>
                  <a:ahLst/>
                  <a:cxnLst/>
                  <a:rect l="l" t="t" r="r" b="b"/>
                  <a:pathLst>
                    <a:path w="2102" h="1129" extrusionOk="0">
                      <a:moveTo>
                        <a:pt x="1616" y="0"/>
                      </a:moveTo>
                      <a:lnTo>
                        <a:pt x="98" y="895"/>
                      </a:lnTo>
                      <a:lnTo>
                        <a:pt x="59" y="915"/>
                      </a:lnTo>
                      <a:cubicBezTo>
                        <a:pt x="20" y="934"/>
                        <a:pt x="1" y="1012"/>
                        <a:pt x="20" y="1090"/>
                      </a:cubicBezTo>
                      <a:cubicBezTo>
                        <a:pt x="40" y="1129"/>
                        <a:pt x="98" y="1129"/>
                        <a:pt x="117" y="1129"/>
                      </a:cubicBezTo>
                      <a:cubicBezTo>
                        <a:pt x="137" y="1129"/>
                        <a:pt x="156" y="1129"/>
                        <a:pt x="156" y="1109"/>
                      </a:cubicBezTo>
                      <a:lnTo>
                        <a:pt x="293" y="1031"/>
                      </a:lnTo>
                      <a:lnTo>
                        <a:pt x="2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1352825" y="603375"/>
                  <a:ext cx="146400" cy="6350"/>
                </a:xfrm>
                <a:custGeom>
                  <a:avLst/>
                  <a:gdLst/>
                  <a:ahLst/>
                  <a:cxnLst/>
                  <a:rect l="l" t="t" r="r" b="b"/>
                  <a:pathLst>
                    <a:path w="5856" h="254" extrusionOk="0">
                      <a:moveTo>
                        <a:pt x="117" y="1"/>
                      </a:moveTo>
                      <a:cubicBezTo>
                        <a:pt x="39" y="1"/>
                        <a:pt x="0" y="59"/>
                        <a:pt x="0" y="137"/>
                      </a:cubicBezTo>
                      <a:cubicBezTo>
                        <a:pt x="0" y="195"/>
                        <a:pt x="39" y="254"/>
                        <a:pt x="97" y="254"/>
                      </a:cubicBezTo>
                      <a:lnTo>
                        <a:pt x="5700" y="254"/>
                      </a:lnTo>
                      <a:cubicBezTo>
                        <a:pt x="5778" y="254"/>
                        <a:pt x="5856" y="195"/>
                        <a:pt x="5856" y="137"/>
                      </a:cubicBezTo>
                      <a:cubicBezTo>
                        <a:pt x="5856" y="59"/>
                        <a:pt x="5798" y="40"/>
                        <a:pt x="5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1418475" y="565450"/>
                  <a:ext cx="146425" cy="5850"/>
                </a:xfrm>
                <a:custGeom>
                  <a:avLst/>
                  <a:gdLst/>
                  <a:ahLst/>
                  <a:cxnLst/>
                  <a:rect l="l" t="t" r="r" b="b"/>
                  <a:pathLst>
                    <a:path w="5857" h="234" extrusionOk="0">
                      <a:moveTo>
                        <a:pt x="117" y="0"/>
                      </a:moveTo>
                      <a:cubicBezTo>
                        <a:pt x="39" y="0"/>
                        <a:pt x="0" y="39"/>
                        <a:pt x="0" y="117"/>
                      </a:cubicBezTo>
                      <a:cubicBezTo>
                        <a:pt x="0" y="175"/>
                        <a:pt x="39" y="234"/>
                        <a:pt x="98" y="234"/>
                      </a:cubicBezTo>
                      <a:lnTo>
                        <a:pt x="5740" y="234"/>
                      </a:lnTo>
                      <a:cubicBezTo>
                        <a:pt x="5798" y="234"/>
                        <a:pt x="5856" y="175"/>
                        <a:pt x="5856" y="117"/>
                      </a:cubicBezTo>
                      <a:cubicBezTo>
                        <a:pt x="5856" y="39"/>
                        <a:pt x="5798" y="20"/>
                        <a:pt x="5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1423325" y="462325"/>
                  <a:ext cx="537475" cy="190700"/>
                </a:xfrm>
                <a:custGeom>
                  <a:avLst/>
                  <a:gdLst/>
                  <a:ahLst/>
                  <a:cxnLst/>
                  <a:rect l="l" t="t" r="r" b="b"/>
                  <a:pathLst>
                    <a:path w="21499" h="7628" extrusionOk="0">
                      <a:moveTo>
                        <a:pt x="13756" y="4184"/>
                      </a:moveTo>
                      <a:cubicBezTo>
                        <a:pt x="13706" y="4184"/>
                        <a:pt x="13672" y="4208"/>
                        <a:pt x="13654" y="4246"/>
                      </a:cubicBezTo>
                      <a:lnTo>
                        <a:pt x="13654" y="4246"/>
                      </a:lnTo>
                      <a:lnTo>
                        <a:pt x="13761" y="4184"/>
                      </a:lnTo>
                      <a:lnTo>
                        <a:pt x="13761" y="4184"/>
                      </a:lnTo>
                      <a:cubicBezTo>
                        <a:pt x="13759" y="4184"/>
                        <a:pt x="13758" y="4184"/>
                        <a:pt x="13756" y="4184"/>
                      </a:cubicBezTo>
                      <a:close/>
                      <a:moveTo>
                        <a:pt x="21012" y="1"/>
                      </a:moveTo>
                      <a:lnTo>
                        <a:pt x="13761" y="4184"/>
                      </a:lnTo>
                      <a:lnTo>
                        <a:pt x="13761" y="4184"/>
                      </a:lnTo>
                      <a:cubicBezTo>
                        <a:pt x="13835" y="4186"/>
                        <a:pt x="13872" y="4244"/>
                        <a:pt x="13872" y="4320"/>
                      </a:cubicBezTo>
                      <a:lnTo>
                        <a:pt x="13872" y="4378"/>
                      </a:lnTo>
                      <a:lnTo>
                        <a:pt x="21499" y="1"/>
                      </a:lnTo>
                      <a:close/>
                      <a:moveTo>
                        <a:pt x="11899" y="5258"/>
                      </a:moveTo>
                      <a:cubicBezTo>
                        <a:pt x="11884" y="5263"/>
                        <a:pt x="11870" y="5271"/>
                        <a:pt x="11857" y="5282"/>
                      </a:cubicBezTo>
                      <a:lnTo>
                        <a:pt x="11857" y="5282"/>
                      </a:lnTo>
                      <a:lnTo>
                        <a:pt x="11899" y="5258"/>
                      </a:lnTo>
                      <a:close/>
                      <a:moveTo>
                        <a:pt x="13654" y="4246"/>
                      </a:moveTo>
                      <a:lnTo>
                        <a:pt x="11899" y="5258"/>
                      </a:lnTo>
                      <a:lnTo>
                        <a:pt x="11899" y="5258"/>
                      </a:lnTo>
                      <a:cubicBezTo>
                        <a:pt x="11908" y="5255"/>
                        <a:pt x="11917" y="5254"/>
                        <a:pt x="11927" y="5254"/>
                      </a:cubicBezTo>
                      <a:cubicBezTo>
                        <a:pt x="12005" y="5254"/>
                        <a:pt x="12063" y="5312"/>
                        <a:pt x="12063" y="5390"/>
                      </a:cubicBezTo>
                      <a:lnTo>
                        <a:pt x="12063" y="5448"/>
                      </a:lnTo>
                      <a:lnTo>
                        <a:pt x="13639" y="4534"/>
                      </a:lnTo>
                      <a:lnTo>
                        <a:pt x="13639" y="4320"/>
                      </a:lnTo>
                      <a:cubicBezTo>
                        <a:pt x="13639" y="4292"/>
                        <a:pt x="13644" y="4267"/>
                        <a:pt x="13654" y="4246"/>
                      </a:cubicBezTo>
                      <a:close/>
                      <a:moveTo>
                        <a:pt x="10075" y="6310"/>
                      </a:moveTo>
                      <a:cubicBezTo>
                        <a:pt x="10052" y="6317"/>
                        <a:pt x="10033" y="6329"/>
                        <a:pt x="10017" y="6343"/>
                      </a:cubicBezTo>
                      <a:lnTo>
                        <a:pt x="10017" y="6343"/>
                      </a:lnTo>
                      <a:lnTo>
                        <a:pt x="10075" y="6310"/>
                      </a:lnTo>
                      <a:close/>
                      <a:moveTo>
                        <a:pt x="11857" y="5282"/>
                      </a:moveTo>
                      <a:lnTo>
                        <a:pt x="10075" y="6310"/>
                      </a:lnTo>
                      <a:lnTo>
                        <a:pt x="10075" y="6310"/>
                      </a:lnTo>
                      <a:cubicBezTo>
                        <a:pt x="10088" y="6306"/>
                        <a:pt x="10102" y="6304"/>
                        <a:pt x="10118" y="6304"/>
                      </a:cubicBezTo>
                      <a:cubicBezTo>
                        <a:pt x="10176" y="6304"/>
                        <a:pt x="10234" y="6363"/>
                        <a:pt x="10234" y="6421"/>
                      </a:cubicBezTo>
                      <a:lnTo>
                        <a:pt x="10234" y="6499"/>
                      </a:lnTo>
                      <a:lnTo>
                        <a:pt x="11810" y="5584"/>
                      </a:lnTo>
                      <a:lnTo>
                        <a:pt x="11810" y="5390"/>
                      </a:lnTo>
                      <a:cubicBezTo>
                        <a:pt x="11810" y="5345"/>
                        <a:pt x="11830" y="5307"/>
                        <a:pt x="11857" y="5282"/>
                      </a:cubicBezTo>
                      <a:close/>
                      <a:moveTo>
                        <a:pt x="10017" y="6343"/>
                      </a:moveTo>
                      <a:lnTo>
                        <a:pt x="8230" y="7374"/>
                      </a:lnTo>
                      <a:lnTo>
                        <a:pt x="118" y="7374"/>
                      </a:lnTo>
                      <a:cubicBezTo>
                        <a:pt x="40" y="7374"/>
                        <a:pt x="1" y="7433"/>
                        <a:pt x="1" y="7491"/>
                      </a:cubicBezTo>
                      <a:cubicBezTo>
                        <a:pt x="1" y="7549"/>
                        <a:pt x="20" y="7569"/>
                        <a:pt x="59" y="7588"/>
                      </a:cubicBezTo>
                      <a:cubicBezTo>
                        <a:pt x="98" y="7588"/>
                        <a:pt x="118" y="7627"/>
                        <a:pt x="118" y="7627"/>
                      </a:cubicBezTo>
                      <a:lnTo>
                        <a:pt x="8172" y="7627"/>
                      </a:lnTo>
                      <a:lnTo>
                        <a:pt x="8172" y="7491"/>
                      </a:lnTo>
                      <a:cubicBezTo>
                        <a:pt x="8172" y="7433"/>
                        <a:pt x="8211" y="7374"/>
                        <a:pt x="8289" y="7374"/>
                      </a:cubicBezTo>
                      <a:cubicBezTo>
                        <a:pt x="8367" y="7374"/>
                        <a:pt x="8406" y="7433"/>
                        <a:pt x="8406" y="7491"/>
                      </a:cubicBezTo>
                      <a:lnTo>
                        <a:pt x="8406" y="7569"/>
                      </a:lnTo>
                      <a:lnTo>
                        <a:pt x="9981" y="6654"/>
                      </a:lnTo>
                      <a:lnTo>
                        <a:pt x="9981" y="6421"/>
                      </a:lnTo>
                      <a:cubicBezTo>
                        <a:pt x="9981" y="6393"/>
                        <a:pt x="9995" y="6365"/>
                        <a:pt x="10017" y="6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809525" y="914650"/>
                  <a:ext cx="41375" cy="25825"/>
                </a:xfrm>
                <a:custGeom>
                  <a:avLst/>
                  <a:gdLst/>
                  <a:ahLst/>
                  <a:cxnLst/>
                  <a:rect l="l" t="t" r="r" b="b"/>
                  <a:pathLst>
                    <a:path w="1655" h="1033" extrusionOk="0">
                      <a:moveTo>
                        <a:pt x="1294" y="681"/>
                      </a:moveTo>
                      <a:cubicBezTo>
                        <a:pt x="1266" y="690"/>
                        <a:pt x="1244" y="705"/>
                        <a:pt x="1232" y="728"/>
                      </a:cubicBezTo>
                      <a:lnTo>
                        <a:pt x="1232" y="728"/>
                      </a:lnTo>
                      <a:cubicBezTo>
                        <a:pt x="1236" y="726"/>
                        <a:pt x="1241" y="723"/>
                        <a:pt x="1246" y="721"/>
                      </a:cubicBezTo>
                      <a:cubicBezTo>
                        <a:pt x="1263" y="707"/>
                        <a:pt x="1279" y="694"/>
                        <a:pt x="1294" y="681"/>
                      </a:cubicBezTo>
                      <a:close/>
                      <a:moveTo>
                        <a:pt x="831" y="0"/>
                      </a:moveTo>
                      <a:cubicBezTo>
                        <a:pt x="653" y="0"/>
                        <a:pt x="477" y="34"/>
                        <a:pt x="332" y="98"/>
                      </a:cubicBezTo>
                      <a:cubicBezTo>
                        <a:pt x="370" y="137"/>
                        <a:pt x="370" y="195"/>
                        <a:pt x="351" y="254"/>
                      </a:cubicBezTo>
                      <a:cubicBezTo>
                        <a:pt x="332" y="293"/>
                        <a:pt x="273" y="293"/>
                        <a:pt x="254" y="293"/>
                      </a:cubicBezTo>
                      <a:cubicBezTo>
                        <a:pt x="234" y="293"/>
                        <a:pt x="195" y="293"/>
                        <a:pt x="195" y="273"/>
                      </a:cubicBezTo>
                      <a:lnTo>
                        <a:pt x="137" y="234"/>
                      </a:lnTo>
                      <a:cubicBezTo>
                        <a:pt x="59" y="293"/>
                        <a:pt x="1" y="390"/>
                        <a:pt x="1" y="487"/>
                      </a:cubicBezTo>
                      <a:cubicBezTo>
                        <a:pt x="1" y="643"/>
                        <a:pt x="98" y="779"/>
                        <a:pt x="273" y="876"/>
                      </a:cubicBezTo>
                      <a:cubicBezTo>
                        <a:pt x="448" y="974"/>
                        <a:pt x="643" y="1032"/>
                        <a:pt x="837" y="1032"/>
                      </a:cubicBezTo>
                      <a:cubicBezTo>
                        <a:pt x="1012" y="1032"/>
                        <a:pt x="1168" y="974"/>
                        <a:pt x="1324" y="935"/>
                      </a:cubicBezTo>
                      <a:lnTo>
                        <a:pt x="1265" y="896"/>
                      </a:lnTo>
                      <a:cubicBezTo>
                        <a:pt x="1226" y="876"/>
                        <a:pt x="1207" y="799"/>
                        <a:pt x="1226" y="740"/>
                      </a:cubicBezTo>
                      <a:cubicBezTo>
                        <a:pt x="1228" y="736"/>
                        <a:pt x="1230" y="732"/>
                        <a:pt x="1232" y="728"/>
                      </a:cubicBezTo>
                      <a:lnTo>
                        <a:pt x="1232" y="728"/>
                      </a:lnTo>
                      <a:cubicBezTo>
                        <a:pt x="1107" y="791"/>
                        <a:pt x="948" y="823"/>
                        <a:pt x="794" y="823"/>
                      </a:cubicBezTo>
                      <a:cubicBezTo>
                        <a:pt x="633" y="823"/>
                        <a:pt x="477" y="789"/>
                        <a:pt x="370" y="721"/>
                      </a:cubicBezTo>
                      <a:cubicBezTo>
                        <a:pt x="273" y="662"/>
                        <a:pt x="215" y="585"/>
                        <a:pt x="215" y="526"/>
                      </a:cubicBezTo>
                      <a:cubicBezTo>
                        <a:pt x="215" y="448"/>
                        <a:pt x="273" y="390"/>
                        <a:pt x="370" y="332"/>
                      </a:cubicBezTo>
                      <a:cubicBezTo>
                        <a:pt x="487" y="254"/>
                        <a:pt x="662" y="234"/>
                        <a:pt x="818" y="234"/>
                      </a:cubicBezTo>
                      <a:cubicBezTo>
                        <a:pt x="974" y="234"/>
                        <a:pt x="1129" y="254"/>
                        <a:pt x="1246" y="332"/>
                      </a:cubicBezTo>
                      <a:cubicBezTo>
                        <a:pt x="1343" y="371"/>
                        <a:pt x="1402" y="448"/>
                        <a:pt x="1402" y="526"/>
                      </a:cubicBezTo>
                      <a:cubicBezTo>
                        <a:pt x="1402" y="574"/>
                        <a:pt x="1362" y="622"/>
                        <a:pt x="1294" y="681"/>
                      </a:cubicBezTo>
                      <a:lnTo>
                        <a:pt x="1294" y="681"/>
                      </a:lnTo>
                      <a:cubicBezTo>
                        <a:pt x="1309" y="677"/>
                        <a:pt x="1326" y="675"/>
                        <a:pt x="1344" y="675"/>
                      </a:cubicBezTo>
                      <a:cubicBezTo>
                        <a:pt x="1363" y="675"/>
                        <a:pt x="1382" y="677"/>
                        <a:pt x="1402" y="682"/>
                      </a:cubicBezTo>
                      <a:lnTo>
                        <a:pt x="1538" y="779"/>
                      </a:lnTo>
                      <a:cubicBezTo>
                        <a:pt x="1616" y="701"/>
                        <a:pt x="1655" y="604"/>
                        <a:pt x="1655" y="526"/>
                      </a:cubicBezTo>
                      <a:cubicBezTo>
                        <a:pt x="1655" y="371"/>
                        <a:pt x="1557" y="215"/>
                        <a:pt x="1402" y="137"/>
                      </a:cubicBezTo>
                      <a:cubicBezTo>
                        <a:pt x="1236" y="44"/>
                        <a:pt x="1032" y="0"/>
                        <a:pt x="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839700" y="931675"/>
                  <a:ext cx="66650" cy="41375"/>
                </a:xfrm>
                <a:custGeom>
                  <a:avLst/>
                  <a:gdLst/>
                  <a:ahLst/>
                  <a:cxnLst/>
                  <a:rect l="l" t="t" r="r" b="b"/>
                  <a:pathLst>
                    <a:path w="2666" h="1655" extrusionOk="0">
                      <a:moveTo>
                        <a:pt x="104" y="0"/>
                      </a:moveTo>
                      <a:cubicBezTo>
                        <a:pt x="69" y="0"/>
                        <a:pt x="32" y="22"/>
                        <a:pt x="19" y="59"/>
                      </a:cubicBezTo>
                      <a:cubicBezTo>
                        <a:pt x="0" y="98"/>
                        <a:pt x="0" y="176"/>
                        <a:pt x="58" y="234"/>
                      </a:cubicBezTo>
                      <a:lnTo>
                        <a:pt x="117" y="254"/>
                      </a:lnTo>
                      <a:lnTo>
                        <a:pt x="2082" y="1402"/>
                      </a:lnTo>
                      <a:lnTo>
                        <a:pt x="2490" y="1635"/>
                      </a:lnTo>
                      <a:cubicBezTo>
                        <a:pt x="2529" y="1635"/>
                        <a:pt x="2549" y="1655"/>
                        <a:pt x="2549" y="1655"/>
                      </a:cubicBezTo>
                      <a:cubicBezTo>
                        <a:pt x="2588" y="1655"/>
                        <a:pt x="2626" y="1635"/>
                        <a:pt x="2646" y="1616"/>
                      </a:cubicBezTo>
                      <a:cubicBezTo>
                        <a:pt x="2665" y="1557"/>
                        <a:pt x="2665" y="1479"/>
                        <a:pt x="2588" y="1441"/>
                      </a:cubicBezTo>
                      <a:lnTo>
                        <a:pt x="311" y="118"/>
                      </a:lnTo>
                      <a:lnTo>
                        <a:pt x="156" y="20"/>
                      </a:lnTo>
                      <a:cubicBezTo>
                        <a:pt x="142" y="7"/>
                        <a:pt x="123" y="0"/>
                        <a:pt x="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39500" y="877200"/>
                  <a:ext cx="78825" cy="45750"/>
                </a:xfrm>
                <a:custGeom>
                  <a:avLst/>
                  <a:gdLst/>
                  <a:ahLst/>
                  <a:cxnLst/>
                  <a:rect l="l" t="t" r="r" b="b"/>
                  <a:pathLst>
                    <a:path w="3153" h="1830" extrusionOk="0">
                      <a:moveTo>
                        <a:pt x="253" y="1"/>
                      </a:moveTo>
                      <a:lnTo>
                        <a:pt x="0" y="137"/>
                      </a:lnTo>
                      <a:lnTo>
                        <a:pt x="2899" y="1752"/>
                      </a:lnTo>
                      <a:lnTo>
                        <a:pt x="2977" y="1791"/>
                      </a:lnTo>
                      <a:cubicBezTo>
                        <a:pt x="2996" y="1791"/>
                        <a:pt x="3035" y="1830"/>
                        <a:pt x="3035" y="1830"/>
                      </a:cubicBezTo>
                      <a:cubicBezTo>
                        <a:pt x="3074" y="1830"/>
                        <a:pt x="3094" y="1791"/>
                        <a:pt x="3133" y="1771"/>
                      </a:cubicBezTo>
                      <a:cubicBezTo>
                        <a:pt x="3152" y="1713"/>
                        <a:pt x="3152" y="1655"/>
                        <a:pt x="3094" y="1635"/>
                      </a:cubicBezTo>
                      <a:lnTo>
                        <a:pt x="3074" y="1635"/>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01550" y="853375"/>
                  <a:ext cx="38950" cy="22400"/>
                </a:xfrm>
                <a:custGeom>
                  <a:avLst/>
                  <a:gdLst/>
                  <a:ahLst/>
                  <a:cxnLst/>
                  <a:rect l="l" t="t" r="r" b="b"/>
                  <a:pathLst>
                    <a:path w="1558" h="896" extrusionOk="0">
                      <a:moveTo>
                        <a:pt x="234" y="1"/>
                      </a:moveTo>
                      <a:lnTo>
                        <a:pt x="1" y="117"/>
                      </a:lnTo>
                      <a:lnTo>
                        <a:pt x="1304" y="896"/>
                      </a:lnTo>
                      <a:lnTo>
                        <a:pt x="1557" y="759"/>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697675" y="771175"/>
                  <a:ext cx="187275" cy="132800"/>
                </a:xfrm>
                <a:custGeom>
                  <a:avLst/>
                  <a:gdLst/>
                  <a:ahLst/>
                  <a:cxnLst/>
                  <a:rect l="l" t="t" r="r" b="b"/>
                  <a:pathLst>
                    <a:path w="7491" h="5312" extrusionOk="0">
                      <a:moveTo>
                        <a:pt x="6070" y="1"/>
                      </a:moveTo>
                      <a:lnTo>
                        <a:pt x="5817" y="156"/>
                      </a:lnTo>
                      <a:lnTo>
                        <a:pt x="7140" y="915"/>
                      </a:lnTo>
                      <a:lnTo>
                        <a:pt x="4475" y="2433"/>
                      </a:lnTo>
                      <a:lnTo>
                        <a:pt x="4533" y="2452"/>
                      </a:lnTo>
                      <a:cubicBezTo>
                        <a:pt x="4572" y="2491"/>
                        <a:pt x="4611" y="2549"/>
                        <a:pt x="4572" y="2627"/>
                      </a:cubicBezTo>
                      <a:cubicBezTo>
                        <a:pt x="4553" y="2685"/>
                        <a:pt x="4514" y="2685"/>
                        <a:pt x="4475" y="2685"/>
                      </a:cubicBezTo>
                      <a:cubicBezTo>
                        <a:pt x="4455" y="2685"/>
                        <a:pt x="4436" y="2685"/>
                        <a:pt x="4436" y="2666"/>
                      </a:cubicBezTo>
                      <a:lnTo>
                        <a:pt x="4261" y="2549"/>
                      </a:lnTo>
                      <a:lnTo>
                        <a:pt x="1732" y="4008"/>
                      </a:lnTo>
                      <a:lnTo>
                        <a:pt x="1498" y="4164"/>
                      </a:lnTo>
                      <a:lnTo>
                        <a:pt x="0" y="5020"/>
                      </a:lnTo>
                      <a:lnTo>
                        <a:pt x="0" y="5312"/>
                      </a:lnTo>
                      <a:lnTo>
                        <a:pt x="1732" y="4320"/>
                      </a:lnTo>
                      <a:lnTo>
                        <a:pt x="1946" y="4184"/>
                      </a:lnTo>
                      <a:lnTo>
                        <a:pt x="7451" y="1012"/>
                      </a:lnTo>
                      <a:cubicBezTo>
                        <a:pt x="7490" y="973"/>
                        <a:pt x="7490" y="935"/>
                        <a:pt x="7490" y="915"/>
                      </a:cubicBezTo>
                      <a:cubicBezTo>
                        <a:pt x="7490" y="876"/>
                        <a:pt x="7471" y="837"/>
                        <a:pt x="7451" y="818"/>
                      </a:cubicBezTo>
                      <a:lnTo>
                        <a:pt x="6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70625" y="813975"/>
                  <a:ext cx="42350" cy="24825"/>
                </a:xfrm>
                <a:custGeom>
                  <a:avLst/>
                  <a:gdLst/>
                  <a:ahLst/>
                  <a:cxnLst/>
                  <a:rect l="l" t="t" r="r" b="b"/>
                  <a:pathLst>
                    <a:path w="1694" h="993" extrusionOk="0">
                      <a:moveTo>
                        <a:pt x="253" y="1"/>
                      </a:moveTo>
                      <a:lnTo>
                        <a:pt x="0" y="137"/>
                      </a:lnTo>
                      <a:lnTo>
                        <a:pt x="1343" y="876"/>
                      </a:lnTo>
                      <a:lnTo>
                        <a:pt x="1518" y="973"/>
                      </a:lnTo>
                      <a:cubicBezTo>
                        <a:pt x="1537" y="973"/>
                        <a:pt x="1557" y="993"/>
                        <a:pt x="1557" y="993"/>
                      </a:cubicBezTo>
                      <a:cubicBezTo>
                        <a:pt x="1615" y="993"/>
                        <a:pt x="1635" y="973"/>
                        <a:pt x="1654" y="954"/>
                      </a:cubicBezTo>
                      <a:cubicBezTo>
                        <a:pt x="1693" y="896"/>
                        <a:pt x="1693" y="818"/>
                        <a:pt x="1615" y="779"/>
                      </a:cubicBezTo>
                      <a:lnTo>
                        <a:pt x="1557" y="759"/>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48725" y="716700"/>
                  <a:ext cx="114325" cy="65700"/>
                </a:xfrm>
                <a:custGeom>
                  <a:avLst/>
                  <a:gdLst/>
                  <a:ahLst/>
                  <a:cxnLst/>
                  <a:rect l="l" t="t" r="r" b="b"/>
                  <a:pathLst>
                    <a:path w="4573" h="2628" extrusionOk="0">
                      <a:moveTo>
                        <a:pt x="1324" y="1"/>
                      </a:moveTo>
                      <a:lnTo>
                        <a:pt x="1" y="759"/>
                      </a:lnTo>
                      <a:lnTo>
                        <a:pt x="3269" y="2627"/>
                      </a:lnTo>
                      <a:lnTo>
                        <a:pt x="3775" y="2335"/>
                      </a:lnTo>
                      <a:lnTo>
                        <a:pt x="4028" y="2180"/>
                      </a:lnTo>
                      <a:lnTo>
                        <a:pt x="4573" y="1868"/>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697175" y="758050"/>
                  <a:ext cx="93900" cy="66175"/>
                </a:xfrm>
                <a:custGeom>
                  <a:avLst/>
                  <a:gdLst/>
                  <a:ahLst/>
                  <a:cxnLst/>
                  <a:rect l="l" t="t" r="r" b="b"/>
                  <a:pathLst>
                    <a:path w="3756" h="2647" extrusionOk="0">
                      <a:moveTo>
                        <a:pt x="487" y="0"/>
                      </a:moveTo>
                      <a:lnTo>
                        <a:pt x="1" y="292"/>
                      </a:lnTo>
                      <a:lnTo>
                        <a:pt x="1" y="1246"/>
                      </a:lnTo>
                      <a:lnTo>
                        <a:pt x="2433" y="2646"/>
                      </a:lnTo>
                      <a:lnTo>
                        <a:pt x="2938" y="2335"/>
                      </a:lnTo>
                      <a:lnTo>
                        <a:pt x="3191" y="2218"/>
                      </a:lnTo>
                      <a:lnTo>
                        <a:pt x="3756" y="1888"/>
                      </a:lnTo>
                      <a:lnTo>
                        <a:pt x="4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697175" y="831500"/>
                  <a:ext cx="24350" cy="27250"/>
                </a:xfrm>
                <a:custGeom>
                  <a:avLst/>
                  <a:gdLst/>
                  <a:ahLst/>
                  <a:cxnLst/>
                  <a:rect l="l" t="t" r="r" b="b"/>
                  <a:pathLst>
                    <a:path w="974" h="1090" extrusionOk="0">
                      <a:moveTo>
                        <a:pt x="1" y="0"/>
                      </a:moveTo>
                      <a:lnTo>
                        <a:pt x="1" y="1090"/>
                      </a:lnTo>
                      <a:lnTo>
                        <a:pt x="176" y="992"/>
                      </a:lnTo>
                      <a:lnTo>
                        <a:pt x="409" y="876"/>
                      </a:lnTo>
                      <a:lnTo>
                        <a:pt x="973" y="56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2270125" y="2491500"/>
                  <a:ext cx="99225" cy="68600"/>
                </a:xfrm>
                <a:custGeom>
                  <a:avLst/>
                  <a:gdLst/>
                  <a:ahLst/>
                  <a:cxnLst/>
                  <a:rect l="l" t="t" r="r" b="b"/>
                  <a:pathLst>
                    <a:path w="3969" h="2744" extrusionOk="0">
                      <a:moveTo>
                        <a:pt x="3191" y="0"/>
                      </a:moveTo>
                      <a:lnTo>
                        <a:pt x="0" y="1848"/>
                      </a:lnTo>
                      <a:lnTo>
                        <a:pt x="1556" y="2743"/>
                      </a:lnTo>
                      <a:lnTo>
                        <a:pt x="3969" y="2743"/>
                      </a:lnTo>
                      <a:lnTo>
                        <a:pt x="3969" y="486"/>
                      </a:lnTo>
                      <a:lnTo>
                        <a:pt x="3677" y="642"/>
                      </a:lnTo>
                      <a:lnTo>
                        <a:pt x="3619" y="642"/>
                      </a:lnTo>
                      <a:cubicBezTo>
                        <a:pt x="3580" y="642"/>
                        <a:pt x="3541" y="623"/>
                        <a:pt x="3521" y="603"/>
                      </a:cubicBezTo>
                      <a:cubicBezTo>
                        <a:pt x="3502" y="545"/>
                        <a:pt x="3502" y="486"/>
                        <a:pt x="3580" y="428"/>
                      </a:cubicBezTo>
                      <a:lnTo>
                        <a:pt x="3774" y="331"/>
                      </a:lnTo>
                      <a:lnTo>
                        <a:pt x="3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2357175" y="2494900"/>
                  <a:ext cx="11200" cy="12175"/>
                </a:xfrm>
                <a:custGeom>
                  <a:avLst/>
                  <a:gdLst/>
                  <a:ahLst/>
                  <a:cxnLst/>
                  <a:rect l="l" t="t" r="r" b="b"/>
                  <a:pathLst>
                    <a:path w="448" h="487" extrusionOk="0">
                      <a:moveTo>
                        <a:pt x="448" y="0"/>
                      </a:moveTo>
                      <a:lnTo>
                        <a:pt x="215" y="156"/>
                      </a:lnTo>
                      <a:lnTo>
                        <a:pt x="59" y="273"/>
                      </a:lnTo>
                      <a:cubicBezTo>
                        <a:pt x="20" y="292"/>
                        <a:pt x="1" y="370"/>
                        <a:pt x="20" y="448"/>
                      </a:cubicBezTo>
                      <a:cubicBezTo>
                        <a:pt x="39" y="487"/>
                        <a:pt x="98" y="487"/>
                        <a:pt x="117" y="487"/>
                      </a:cubicBezTo>
                      <a:cubicBezTo>
                        <a:pt x="137" y="487"/>
                        <a:pt x="156" y="487"/>
                        <a:pt x="156" y="467"/>
                      </a:cubicBezTo>
                      <a:lnTo>
                        <a:pt x="448" y="292"/>
                      </a:lnTo>
                      <a:lnTo>
                        <a:pt x="4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1777425" y="1980800"/>
                  <a:ext cx="104600" cy="60825"/>
                </a:xfrm>
                <a:custGeom>
                  <a:avLst/>
                  <a:gdLst/>
                  <a:ahLst/>
                  <a:cxnLst/>
                  <a:rect l="l" t="t" r="r" b="b"/>
                  <a:pathLst>
                    <a:path w="4184" h="2433" extrusionOk="0">
                      <a:moveTo>
                        <a:pt x="3969" y="0"/>
                      </a:moveTo>
                      <a:lnTo>
                        <a:pt x="0" y="2277"/>
                      </a:lnTo>
                      <a:cubicBezTo>
                        <a:pt x="39" y="2277"/>
                        <a:pt x="59" y="2296"/>
                        <a:pt x="59" y="2296"/>
                      </a:cubicBezTo>
                      <a:cubicBezTo>
                        <a:pt x="136" y="2335"/>
                        <a:pt x="175" y="2374"/>
                        <a:pt x="234" y="2432"/>
                      </a:cubicBezTo>
                      <a:lnTo>
                        <a:pt x="4183" y="137"/>
                      </a:lnTo>
                      <a:cubicBezTo>
                        <a:pt x="4164" y="137"/>
                        <a:pt x="4144" y="117"/>
                        <a:pt x="4125" y="117"/>
                      </a:cubicBezTo>
                      <a:cubicBezTo>
                        <a:pt x="4066" y="98"/>
                        <a:pt x="4027" y="39"/>
                        <a:pt x="39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1873725" y="1959150"/>
                  <a:ext cx="41350" cy="27025"/>
                </a:xfrm>
                <a:custGeom>
                  <a:avLst/>
                  <a:gdLst/>
                  <a:ahLst/>
                  <a:cxnLst/>
                  <a:rect l="l" t="t" r="r" b="b"/>
                  <a:pathLst>
                    <a:path w="1654" h="1081" extrusionOk="0">
                      <a:moveTo>
                        <a:pt x="817" y="283"/>
                      </a:moveTo>
                      <a:cubicBezTo>
                        <a:pt x="992" y="283"/>
                        <a:pt x="1148" y="302"/>
                        <a:pt x="1265" y="380"/>
                      </a:cubicBezTo>
                      <a:cubicBezTo>
                        <a:pt x="1362" y="419"/>
                        <a:pt x="1401" y="497"/>
                        <a:pt x="1401" y="575"/>
                      </a:cubicBezTo>
                      <a:cubicBezTo>
                        <a:pt x="1401" y="633"/>
                        <a:pt x="1362" y="691"/>
                        <a:pt x="1265" y="769"/>
                      </a:cubicBezTo>
                      <a:cubicBezTo>
                        <a:pt x="1138" y="837"/>
                        <a:pt x="973" y="871"/>
                        <a:pt x="813" y="871"/>
                      </a:cubicBezTo>
                      <a:cubicBezTo>
                        <a:pt x="652" y="871"/>
                        <a:pt x="496" y="837"/>
                        <a:pt x="389" y="769"/>
                      </a:cubicBezTo>
                      <a:cubicBezTo>
                        <a:pt x="292" y="711"/>
                        <a:pt x="234" y="633"/>
                        <a:pt x="234" y="575"/>
                      </a:cubicBezTo>
                      <a:cubicBezTo>
                        <a:pt x="234" y="497"/>
                        <a:pt x="312" y="419"/>
                        <a:pt x="389" y="380"/>
                      </a:cubicBezTo>
                      <a:cubicBezTo>
                        <a:pt x="506" y="302"/>
                        <a:pt x="681" y="283"/>
                        <a:pt x="817" y="283"/>
                      </a:cubicBezTo>
                      <a:close/>
                      <a:moveTo>
                        <a:pt x="827" y="1"/>
                      </a:moveTo>
                      <a:cubicBezTo>
                        <a:pt x="628" y="1"/>
                        <a:pt x="428" y="49"/>
                        <a:pt x="273" y="146"/>
                      </a:cubicBezTo>
                      <a:cubicBezTo>
                        <a:pt x="98" y="244"/>
                        <a:pt x="0" y="399"/>
                        <a:pt x="0" y="536"/>
                      </a:cubicBezTo>
                      <a:cubicBezTo>
                        <a:pt x="0" y="633"/>
                        <a:pt x="39" y="730"/>
                        <a:pt x="117" y="808"/>
                      </a:cubicBezTo>
                      <a:cubicBezTo>
                        <a:pt x="175" y="886"/>
                        <a:pt x="214" y="925"/>
                        <a:pt x="273" y="964"/>
                      </a:cubicBezTo>
                      <a:cubicBezTo>
                        <a:pt x="292" y="983"/>
                        <a:pt x="312" y="983"/>
                        <a:pt x="331" y="983"/>
                      </a:cubicBezTo>
                      <a:cubicBezTo>
                        <a:pt x="487" y="1061"/>
                        <a:pt x="662" y="1080"/>
                        <a:pt x="817" y="1080"/>
                      </a:cubicBezTo>
                      <a:cubicBezTo>
                        <a:pt x="1012" y="1080"/>
                        <a:pt x="1245" y="1022"/>
                        <a:pt x="1382" y="925"/>
                      </a:cubicBezTo>
                      <a:cubicBezTo>
                        <a:pt x="1557" y="827"/>
                        <a:pt x="1654" y="691"/>
                        <a:pt x="1654" y="536"/>
                      </a:cubicBezTo>
                      <a:cubicBezTo>
                        <a:pt x="1654" y="399"/>
                        <a:pt x="1557" y="244"/>
                        <a:pt x="1382" y="146"/>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1745325" y="2034775"/>
                  <a:ext cx="40875" cy="26300"/>
                </a:xfrm>
                <a:custGeom>
                  <a:avLst/>
                  <a:gdLst/>
                  <a:ahLst/>
                  <a:cxnLst/>
                  <a:rect l="l" t="t" r="r" b="b"/>
                  <a:pathLst>
                    <a:path w="1635" h="1052" extrusionOk="0">
                      <a:moveTo>
                        <a:pt x="1252" y="704"/>
                      </a:moveTo>
                      <a:lnTo>
                        <a:pt x="1252" y="704"/>
                      </a:lnTo>
                      <a:cubicBezTo>
                        <a:pt x="1239" y="710"/>
                        <a:pt x="1227" y="717"/>
                        <a:pt x="1216" y="726"/>
                      </a:cubicBezTo>
                      <a:lnTo>
                        <a:pt x="1216" y="726"/>
                      </a:lnTo>
                      <a:cubicBezTo>
                        <a:pt x="1219" y="725"/>
                        <a:pt x="1223" y="723"/>
                        <a:pt x="1226" y="721"/>
                      </a:cubicBezTo>
                      <a:cubicBezTo>
                        <a:pt x="1235" y="715"/>
                        <a:pt x="1244" y="710"/>
                        <a:pt x="1252" y="704"/>
                      </a:cubicBezTo>
                      <a:close/>
                      <a:moveTo>
                        <a:pt x="817" y="1"/>
                      </a:moveTo>
                      <a:cubicBezTo>
                        <a:pt x="637" y="1"/>
                        <a:pt x="457" y="40"/>
                        <a:pt x="311" y="118"/>
                      </a:cubicBezTo>
                      <a:cubicBezTo>
                        <a:pt x="370" y="156"/>
                        <a:pt x="389" y="215"/>
                        <a:pt x="350" y="254"/>
                      </a:cubicBezTo>
                      <a:cubicBezTo>
                        <a:pt x="311" y="312"/>
                        <a:pt x="273" y="312"/>
                        <a:pt x="253" y="312"/>
                      </a:cubicBezTo>
                      <a:cubicBezTo>
                        <a:pt x="214" y="312"/>
                        <a:pt x="195" y="312"/>
                        <a:pt x="195" y="293"/>
                      </a:cubicBezTo>
                      <a:lnTo>
                        <a:pt x="117" y="234"/>
                      </a:lnTo>
                      <a:cubicBezTo>
                        <a:pt x="59" y="312"/>
                        <a:pt x="0" y="409"/>
                        <a:pt x="0" y="507"/>
                      </a:cubicBezTo>
                      <a:cubicBezTo>
                        <a:pt x="0" y="662"/>
                        <a:pt x="97" y="798"/>
                        <a:pt x="273" y="896"/>
                      </a:cubicBezTo>
                      <a:cubicBezTo>
                        <a:pt x="448" y="993"/>
                        <a:pt x="642" y="1051"/>
                        <a:pt x="837" y="1051"/>
                      </a:cubicBezTo>
                      <a:cubicBezTo>
                        <a:pt x="992" y="1051"/>
                        <a:pt x="1167" y="993"/>
                        <a:pt x="1323" y="954"/>
                      </a:cubicBezTo>
                      <a:lnTo>
                        <a:pt x="1265" y="915"/>
                      </a:lnTo>
                      <a:cubicBezTo>
                        <a:pt x="1167" y="896"/>
                        <a:pt x="1148" y="818"/>
                        <a:pt x="1187" y="760"/>
                      </a:cubicBezTo>
                      <a:cubicBezTo>
                        <a:pt x="1196" y="747"/>
                        <a:pt x="1205" y="736"/>
                        <a:pt x="1216" y="726"/>
                      </a:cubicBezTo>
                      <a:lnTo>
                        <a:pt x="1216" y="726"/>
                      </a:lnTo>
                      <a:cubicBezTo>
                        <a:pt x="1100" y="791"/>
                        <a:pt x="944" y="823"/>
                        <a:pt x="788" y="823"/>
                      </a:cubicBezTo>
                      <a:cubicBezTo>
                        <a:pt x="628" y="823"/>
                        <a:pt x="467" y="789"/>
                        <a:pt x="350" y="721"/>
                      </a:cubicBezTo>
                      <a:cubicBezTo>
                        <a:pt x="253" y="682"/>
                        <a:pt x="195" y="604"/>
                        <a:pt x="195" y="526"/>
                      </a:cubicBezTo>
                      <a:cubicBezTo>
                        <a:pt x="195" y="448"/>
                        <a:pt x="253" y="409"/>
                        <a:pt x="350" y="332"/>
                      </a:cubicBezTo>
                      <a:cubicBezTo>
                        <a:pt x="467" y="254"/>
                        <a:pt x="642" y="234"/>
                        <a:pt x="778" y="234"/>
                      </a:cubicBezTo>
                      <a:cubicBezTo>
                        <a:pt x="953" y="234"/>
                        <a:pt x="1090" y="273"/>
                        <a:pt x="1226" y="332"/>
                      </a:cubicBezTo>
                      <a:cubicBezTo>
                        <a:pt x="1323" y="390"/>
                        <a:pt x="1362" y="448"/>
                        <a:pt x="1362" y="526"/>
                      </a:cubicBezTo>
                      <a:cubicBezTo>
                        <a:pt x="1362" y="597"/>
                        <a:pt x="1330" y="651"/>
                        <a:pt x="1252" y="704"/>
                      </a:cubicBezTo>
                      <a:lnTo>
                        <a:pt x="1252" y="704"/>
                      </a:lnTo>
                      <a:cubicBezTo>
                        <a:pt x="1268" y="697"/>
                        <a:pt x="1287" y="694"/>
                        <a:pt x="1307" y="694"/>
                      </a:cubicBezTo>
                      <a:cubicBezTo>
                        <a:pt x="1324" y="694"/>
                        <a:pt x="1343" y="696"/>
                        <a:pt x="1362" y="701"/>
                      </a:cubicBezTo>
                      <a:lnTo>
                        <a:pt x="1518" y="798"/>
                      </a:lnTo>
                      <a:cubicBezTo>
                        <a:pt x="1576" y="721"/>
                        <a:pt x="1634" y="623"/>
                        <a:pt x="1634" y="526"/>
                      </a:cubicBezTo>
                      <a:cubicBezTo>
                        <a:pt x="1634" y="429"/>
                        <a:pt x="1576" y="332"/>
                        <a:pt x="1518" y="254"/>
                      </a:cubicBezTo>
                      <a:cubicBezTo>
                        <a:pt x="1459" y="215"/>
                        <a:pt x="1420" y="176"/>
                        <a:pt x="1362" y="137"/>
                      </a:cubicBezTo>
                      <a:cubicBezTo>
                        <a:pt x="1343" y="137"/>
                        <a:pt x="1323" y="118"/>
                        <a:pt x="1323" y="118"/>
                      </a:cubicBezTo>
                      <a:cubicBezTo>
                        <a:pt x="1177" y="40"/>
                        <a:pt x="997" y="1"/>
                        <a:pt x="8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1774500" y="2052500"/>
                  <a:ext cx="594850" cy="348075"/>
                </a:xfrm>
                <a:custGeom>
                  <a:avLst/>
                  <a:gdLst/>
                  <a:ahLst/>
                  <a:cxnLst/>
                  <a:rect l="l" t="t" r="r" b="b"/>
                  <a:pathLst>
                    <a:path w="23794" h="13923" extrusionOk="0">
                      <a:moveTo>
                        <a:pt x="145" y="1"/>
                      </a:moveTo>
                      <a:cubicBezTo>
                        <a:pt x="106" y="1"/>
                        <a:pt x="59" y="18"/>
                        <a:pt x="20" y="70"/>
                      </a:cubicBezTo>
                      <a:cubicBezTo>
                        <a:pt x="0" y="109"/>
                        <a:pt x="0" y="187"/>
                        <a:pt x="78" y="226"/>
                      </a:cubicBezTo>
                      <a:lnTo>
                        <a:pt x="117" y="265"/>
                      </a:lnTo>
                      <a:lnTo>
                        <a:pt x="23794" y="13922"/>
                      </a:lnTo>
                      <a:lnTo>
                        <a:pt x="23794" y="13630"/>
                      </a:lnTo>
                      <a:lnTo>
                        <a:pt x="351" y="89"/>
                      </a:lnTo>
                      <a:lnTo>
                        <a:pt x="195" y="12"/>
                      </a:lnTo>
                      <a:cubicBezTo>
                        <a:pt x="182" y="5"/>
                        <a:pt x="165" y="1"/>
                        <a:pt x="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1650475" y="1981775"/>
                  <a:ext cx="38925" cy="22400"/>
                </a:xfrm>
                <a:custGeom>
                  <a:avLst/>
                  <a:gdLst/>
                  <a:ahLst/>
                  <a:cxnLst/>
                  <a:rect l="l" t="t" r="r" b="b"/>
                  <a:pathLst>
                    <a:path w="1557" h="896" extrusionOk="0">
                      <a:moveTo>
                        <a:pt x="253" y="0"/>
                      </a:moveTo>
                      <a:lnTo>
                        <a:pt x="0" y="136"/>
                      </a:lnTo>
                      <a:lnTo>
                        <a:pt x="1323" y="895"/>
                      </a:lnTo>
                      <a:lnTo>
                        <a:pt x="1557" y="75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1689375" y="2005125"/>
                  <a:ext cx="64725" cy="37950"/>
                </a:xfrm>
                <a:custGeom>
                  <a:avLst/>
                  <a:gdLst/>
                  <a:ahLst/>
                  <a:cxnLst/>
                  <a:rect l="l" t="t" r="r" b="b"/>
                  <a:pathLst>
                    <a:path w="2589" h="1518" extrusionOk="0">
                      <a:moveTo>
                        <a:pt x="254" y="0"/>
                      </a:moveTo>
                      <a:lnTo>
                        <a:pt x="1" y="136"/>
                      </a:lnTo>
                      <a:lnTo>
                        <a:pt x="2316" y="1479"/>
                      </a:lnTo>
                      <a:lnTo>
                        <a:pt x="2394" y="1518"/>
                      </a:lnTo>
                      <a:cubicBezTo>
                        <a:pt x="2413" y="1498"/>
                        <a:pt x="2433" y="1498"/>
                        <a:pt x="2452" y="1498"/>
                      </a:cubicBezTo>
                      <a:cubicBezTo>
                        <a:pt x="2511" y="1498"/>
                        <a:pt x="2530" y="1479"/>
                        <a:pt x="2549" y="1459"/>
                      </a:cubicBezTo>
                      <a:cubicBezTo>
                        <a:pt x="2588" y="1401"/>
                        <a:pt x="2588" y="1323"/>
                        <a:pt x="2530" y="1304"/>
                      </a:cubicBezTo>
                      <a:lnTo>
                        <a:pt x="2511" y="1304"/>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1510875" y="1900550"/>
                  <a:ext cx="323475" cy="188250"/>
                </a:xfrm>
                <a:custGeom>
                  <a:avLst/>
                  <a:gdLst/>
                  <a:ahLst/>
                  <a:cxnLst/>
                  <a:rect l="l" t="t" r="r" b="b"/>
                  <a:pathLst>
                    <a:path w="12939" h="7530" extrusionOk="0">
                      <a:moveTo>
                        <a:pt x="11499" y="0"/>
                      </a:moveTo>
                      <a:lnTo>
                        <a:pt x="11246" y="136"/>
                      </a:lnTo>
                      <a:lnTo>
                        <a:pt x="12569" y="895"/>
                      </a:lnTo>
                      <a:lnTo>
                        <a:pt x="9923" y="2432"/>
                      </a:lnTo>
                      <a:cubicBezTo>
                        <a:pt x="9962" y="2452"/>
                        <a:pt x="9981" y="2529"/>
                        <a:pt x="9962" y="2588"/>
                      </a:cubicBezTo>
                      <a:cubicBezTo>
                        <a:pt x="9942" y="2646"/>
                        <a:pt x="9884" y="2646"/>
                        <a:pt x="9865" y="2646"/>
                      </a:cubicBezTo>
                      <a:cubicBezTo>
                        <a:pt x="9845" y="2646"/>
                        <a:pt x="9826" y="2646"/>
                        <a:pt x="9826" y="2627"/>
                      </a:cubicBezTo>
                      <a:lnTo>
                        <a:pt x="9689" y="2549"/>
                      </a:lnTo>
                      <a:lnTo>
                        <a:pt x="7160" y="4008"/>
                      </a:lnTo>
                      <a:lnTo>
                        <a:pt x="6927" y="4144"/>
                      </a:lnTo>
                      <a:lnTo>
                        <a:pt x="4339" y="5642"/>
                      </a:lnTo>
                      <a:cubicBezTo>
                        <a:pt x="4398" y="5662"/>
                        <a:pt x="4417" y="5739"/>
                        <a:pt x="4398" y="5798"/>
                      </a:cubicBezTo>
                      <a:cubicBezTo>
                        <a:pt x="4378" y="5856"/>
                        <a:pt x="4320" y="5856"/>
                        <a:pt x="4300" y="5856"/>
                      </a:cubicBezTo>
                      <a:cubicBezTo>
                        <a:pt x="4281" y="5856"/>
                        <a:pt x="4242" y="5856"/>
                        <a:pt x="4242" y="5837"/>
                      </a:cubicBezTo>
                      <a:lnTo>
                        <a:pt x="4125" y="5759"/>
                      </a:lnTo>
                      <a:lnTo>
                        <a:pt x="1557" y="7238"/>
                      </a:lnTo>
                      <a:lnTo>
                        <a:pt x="234" y="6479"/>
                      </a:lnTo>
                      <a:lnTo>
                        <a:pt x="1" y="6634"/>
                      </a:lnTo>
                      <a:lnTo>
                        <a:pt x="1499" y="7510"/>
                      </a:lnTo>
                      <a:cubicBezTo>
                        <a:pt x="1518" y="7510"/>
                        <a:pt x="1557" y="7529"/>
                        <a:pt x="1557" y="7529"/>
                      </a:cubicBezTo>
                      <a:cubicBezTo>
                        <a:pt x="1577" y="7529"/>
                        <a:pt x="1596" y="7529"/>
                        <a:pt x="1596" y="7510"/>
                      </a:cubicBezTo>
                      <a:lnTo>
                        <a:pt x="7160" y="4300"/>
                      </a:lnTo>
                      <a:lnTo>
                        <a:pt x="7413" y="4144"/>
                      </a:lnTo>
                      <a:lnTo>
                        <a:pt x="12880" y="992"/>
                      </a:lnTo>
                      <a:cubicBezTo>
                        <a:pt x="12938" y="954"/>
                        <a:pt x="12938" y="915"/>
                        <a:pt x="12938" y="895"/>
                      </a:cubicBezTo>
                      <a:cubicBezTo>
                        <a:pt x="12938" y="876"/>
                        <a:pt x="12900" y="817"/>
                        <a:pt x="12880" y="798"/>
                      </a:cubicBezTo>
                      <a:lnTo>
                        <a:pt x="114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1720025" y="1941875"/>
                  <a:ext cx="40400" cy="24350"/>
                </a:xfrm>
                <a:custGeom>
                  <a:avLst/>
                  <a:gdLst/>
                  <a:ahLst/>
                  <a:cxnLst/>
                  <a:rect l="l" t="t" r="r" b="b"/>
                  <a:pathLst>
                    <a:path w="1616" h="974" extrusionOk="0">
                      <a:moveTo>
                        <a:pt x="234" y="1"/>
                      </a:moveTo>
                      <a:lnTo>
                        <a:pt x="1" y="137"/>
                      </a:lnTo>
                      <a:lnTo>
                        <a:pt x="1304" y="896"/>
                      </a:lnTo>
                      <a:lnTo>
                        <a:pt x="1421" y="974"/>
                      </a:lnTo>
                      <a:lnTo>
                        <a:pt x="1499" y="974"/>
                      </a:lnTo>
                      <a:cubicBezTo>
                        <a:pt x="1557" y="974"/>
                        <a:pt x="1576" y="935"/>
                        <a:pt x="1596" y="915"/>
                      </a:cubicBezTo>
                      <a:cubicBezTo>
                        <a:pt x="1615" y="876"/>
                        <a:pt x="1615" y="799"/>
                        <a:pt x="1557" y="740"/>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1579950" y="2022625"/>
                  <a:ext cx="40875" cy="24350"/>
                </a:xfrm>
                <a:custGeom>
                  <a:avLst/>
                  <a:gdLst/>
                  <a:ahLst/>
                  <a:cxnLst/>
                  <a:rect l="l" t="t" r="r" b="b"/>
                  <a:pathLst>
                    <a:path w="1635" h="974" extrusionOk="0">
                      <a:moveTo>
                        <a:pt x="253" y="0"/>
                      </a:moveTo>
                      <a:lnTo>
                        <a:pt x="0" y="137"/>
                      </a:lnTo>
                      <a:lnTo>
                        <a:pt x="1323" y="895"/>
                      </a:lnTo>
                      <a:lnTo>
                        <a:pt x="1440" y="973"/>
                      </a:lnTo>
                      <a:lnTo>
                        <a:pt x="1518" y="973"/>
                      </a:lnTo>
                      <a:cubicBezTo>
                        <a:pt x="1557" y="973"/>
                        <a:pt x="1576" y="934"/>
                        <a:pt x="1615" y="915"/>
                      </a:cubicBezTo>
                      <a:cubicBezTo>
                        <a:pt x="1635" y="876"/>
                        <a:pt x="1635" y="798"/>
                        <a:pt x="1557" y="759"/>
                      </a:cubicBez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1620325" y="1799875"/>
                  <a:ext cx="191175" cy="110900"/>
                </a:xfrm>
                <a:custGeom>
                  <a:avLst/>
                  <a:gdLst/>
                  <a:ahLst/>
                  <a:cxnLst/>
                  <a:rect l="l" t="t" r="r" b="b"/>
                  <a:pathLst>
                    <a:path w="7647" h="4436" extrusionOk="0">
                      <a:moveTo>
                        <a:pt x="1304" y="0"/>
                      </a:moveTo>
                      <a:lnTo>
                        <a:pt x="0" y="759"/>
                      </a:lnTo>
                      <a:lnTo>
                        <a:pt x="6362" y="4436"/>
                      </a:lnTo>
                      <a:lnTo>
                        <a:pt x="6868" y="4144"/>
                      </a:lnTo>
                      <a:lnTo>
                        <a:pt x="7121" y="3988"/>
                      </a:lnTo>
                      <a:lnTo>
                        <a:pt x="7646"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1547850" y="1842175"/>
                  <a:ext cx="192150" cy="110425"/>
                </a:xfrm>
                <a:custGeom>
                  <a:avLst/>
                  <a:gdLst/>
                  <a:ahLst/>
                  <a:cxnLst/>
                  <a:rect l="l" t="t" r="r" b="b"/>
                  <a:pathLst>
                    <a:path w="7686" h="4417" extrusionOk="0">
                      <a:moveTo>
                        <a:pt x="1304" y="1"/>
                      </a:moveTo>
                      <a:lnTo>
                        <a:pt x="0" y="740"/>
                      </a:lnTo>
                      <a:lnTo>
                        <a:pt x="6362" y="4417"/>
                      </a:lnTo>
                      <a:lnTo>
                        <a:pt x="6888" y="4125"/>
                      </a:lnTo>
                      <a:lnTo>
                        <a:pt x="7121" y="3989"/>
                      </a:lnTo>
                      <a:lnTo>
                        <a:pt x="7685"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1408750" y="1922425"/>
                  <a:ext cx="191175" cy="110450"/>
                </a:xfrm>
                <a:custGeom>
                  <a:avLst/>
                  <a:gdLst/>
                  <a:ahLst/>
                  <a:cxnLst/>
                  <a:rect l="l" t="t" r="r" b="b"/>
                  <a:pathLst>
                    <a:path w="7647" h="4418" extrusionOk="0">
                      <a:moveTo>
                        <a:pt x="1304" y="1"/>
                      </a:moveTo>
                      <a:lnTo>
                        <a:pt x="0" y="740"/>
                      </a:lnTo>
                      <a:lnTo>
                        <a:pt x="6362" y="4417"/>
                      </a:lnTo>
                      <a:lnTo>
                        <a:pt x="6848" y="4125"/>
                      </a:lnTo>
                      <a:lnTo>
                        <a:pt x="7101" y="4008"/>
                      </a:lnTo>
                      <a:lnTo>
                        <a:pt x="7646" y="365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1336275" y="1963775"/>
                  <a:ext cx="192150" cy="110925"/>
                </a:xfrm>
                <a:custGeom>
                  <a:avLst/>
                  <a:gdLst/>
                  <a:ahLst/>
                  <a:cxnLst/>
                  <a:rect l="l" t="t" r="r" b="b"/>
                  <a:pathLst>
                    <a:path w="7686" h="4437" extrusionOk="0">
                      <a:moveTo>
                        <a:pt x="1304" y="0"/>
                      </a:moveTo>
                      <a:lnTo>
                        <a:pt x="1" y="740"/>
                      </a:lnTo>
                      <a:lnTo>
                        <a:pt x="6362" y="4436"/>
                      </a:lnTo>
                      <a:lnTo>
                        <a:pt x="6927" y="4125"/>
                      </a:lnTo>
                      <a:lnTo>
                        <a:pt x="7179" y="3989"/>
                      </a:lnTo>
                      <a:lnTo>
                        <a:pt x="7685" y="369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1478300" y="1882050"/>
                  <a:ext cx="191650" cy="110925"/>
                </a:xfrm>
                <a:custGeom>
                  <a:avLst/>
                  <a:gdLst/>
                  <a:ahLst/>
                  <a:cxnLst/>
                  <a:rect l="l" t="t" r="r" b="b"/>
                  <a:pathLst>
                    <a:path w="7666" h="4437" extrusionOk="0">
                      <a:moveTo>
                        <a:pt x="1323" y="1"/>
                      </a:moveTo>
                      <a:lnTo>
                        <a:pt x="0" y="760"/>
                      </a:lnTo>
                      <a:lnTo>
                        <a:pt x="6382" y="4437"/>
                      </a:lnTo>
                      <a:lnTo>
                        <a:pt x="6887" y="4125"/>
                      </a:lnTo>
                      <a:lnTo>
                        <a:pt x="7140" y="3989"/>
                      </a:lnTo>
                      <a:lnTo>
                        <a:pt x="7666"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2162625" y="2011175"/>
                  <a:ext cx="37975" cy="20600"/>
                </a:xfrm>
                <a:custGeom>
                  <a:avLst/>
                  <a:gdLst/>
                  <a:ahLst/>
                  <a:cxnLst/>
                  <a:rect l="l" t="t" r="r" b="b"/>
                  <a:pathLst>
                    <a:path w="1519" h="824" extrusionOk="0">
                      <a:moveTo>
                        <a:pt x="785" y="1"/>
                      </a:moveTo>
                      <a:cubicBezTo>
                        <a:pt x="640" y="1"/>
                        <a:pt x="495" y="25"/>
                        <a:pt x="370" y="69"/>
                      </a:cubicBezTo>
                      <a:cubicBezTo>
                        <a:pt x="331" y="89"/>
                        <a:pt x="292" y="89"/>
                        <a:pt x="234" y="108"/>
                      </a:cubicBezTo>
                      <a:cubicBezTo>
                        <a:pt x="234" y="147"/>
                        <a:pt x="215" y="167"/>
                        <a:pt x="156" y="186"/>
                      </a:cubicBezTo>
                      <a:cubicBezTo>
                        <a:pt x="1" y="361"/>
                        <a:pt x="39" y="556"/>
                        <a:pt x="253" y="692"/>
                      </a:cubicBezTo>
                      <a:cubicBezTo>
                        <a:pt x="390" y="779"/>
                        <a:pt x="574" y="823"/>
                        <a:pt x="759" y="823"/>
                      </a:cubicBezTo>
                      <a:cubicBezTo>
                        <a:pt x="944" y="823"/>
                        <a:pt x="1129" y="779"/>
                        <a:pt x="1265" y="692"/>
                      </a:cubicBezTo>
                      <a:cubicBezTo>
                        <a:pt x="1518" y="536"/>
                        <a:pt x="1518" y="283"/>
                        <a:pt x="1265" y="108"/>
                      </a:cubicBezTo>
                      <a:cubicBezTo>
                        <a:pt x="1128" y="34"/>
                        <a:pt x="957" y="1"/>
                        <a:pt x="7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2191800" y="1994150"/>
                  <a:ext cx="38950" cy="20600"/>
                </a:xfrm>
                <a:custGeom>
                  <a:avLst/>
                  <a:gdLst/>
                  <a:ahLst/>
                  <a:cxnLst/>
                  <a:rect l="l" t="t" r="r" b="b"/>
                  <a:pathLst>
                    <a:path w="1558" h="824" extrusionOk="0">
                      <a:moveTo>
                        <a:pt x="816" y="1"/>
                      </a:moveTo>
                      <a:cubicBezTo>
                        <a:pt x="675" y="1"/>
                        <a:pt x="534" y="25"/>
                        <a:pt x="409" y="69"/>
                      </a:cubicBezTo>
                      <a:cubicBezTo>
                        <a:pt x="351" y="89"/>
                        <a:pt x="312" y="89"/>
                        <a:pt x="254" y="108"/>
                      </a:cubicBezTo>
                      <a:cubicBezTo>
                        <a:pt x="215" y="147"/>
                        <a:pt x="176" y="167"/>
                        <a:pt x="156" y="186"/>
                      </a:cubicBezTo>
                      <a:cubicBezTo>
                        <a:pt x="1" y="361"/>
                        <a:pt x="40" y="556"/>
                        <a:pt x="254" y="692"/>
                      </a:cubicBezTo>
                      <a:cubicBezTo>
                        <a:pt x="390" y="780"/>
                        <a:pt x="575" y="823"/>
                        <a:pt x="760" y="823"/>
                      </a:cubicBezTo>
                      <a:cubicBezTo>
                        <a:pt x="944" y="823"/>
                        <a:pt x="1129" y="780"/>
                        <a:pt x="1265" y="692"/>
                      </a:cubicBezTo>
                      <a:cubicBezTo>
                        <a:pt x="1557" y="556"/>
                        <a:pt x="1557" y="283"/>
                        <a:pt x="1285" y="108"/>
                      </a:cubicBezTo>
                      <a:cubicBezTo>
                        <a:pt x="1148" y="35"/>
                        <a:pt x="982" y="1"/>
                        <a:pt x="8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2220025" y="1977675"/>
                  <a:ext cx="38925" cy="20650"/>
                </a:xfrm>
                <a:custGeom>
                  <a:avLst/>
                  <a:gdLst/>
                  <a:ahLst/>
                  <a:cxnLst/>
                  <a:rect l="l" t="t" r="r" b="b"/>
                  <a:pathLst>
                    <a:path w="1557" h="826" extrusionOk="0">
                      <a:moveTo>
                        <a:pt x="811" y="0"/>
                      </a:moveTo>
                      <a:cubicBezTo>
                        <a:pt x="674" y="0"/>
                        <a:pt x="540" y="24"/>
                        <a:pt x="428" y="67"/>
                      </a:cubicBezTo>
                      <a:cubicBezTo>
                        <a:pt x="370" y="86"/>
                        <a:pt x="331" y="86"/>
                        <a:pt x="273" y="125"/>
                      </a:cubicBezTo>
                      <a:cubicBezTo>
                        <a:pt x="214" y="145"/>
                        <a:pt x="195" y="164"/>
                        <a:pt x="175" y="184"/>
                      </a:cubicBezTo>
                      <a:cubicBezTo>
                        <a:pt x="0" y="359"/>
                        <a:pt x="59" y="553"/>
                        <a:pt x="273" y="709"/>
                      </a:cubicBezTo>
                      <a:cubicBezTo>
                        <a:pt x="409" y="787"/>
                        <a:pt x="589" y="826"/>
                        <a:pt x="769" y="826"/>
                      </a:cubicBezTo>
                      <a:cubicBezTo>
                        <a:pt x="949" y="826"/>
                        <a:pt x="1129" y="787"/>
                        <a:pt x="1265" y="709"/>
                      </a:cubicBezTo>
                      <a:cubicBezTo>
                        <a:pt x="1557" y="534"/>
                        <a:pt x="1557" y="262"/>
                        <a:pt x="1304" y="125"/>
                      </a:cubicBezTo>
                      <a:cubicBezTo>
                        <a:pt x="1162" y="38"/>
                        <a:pt x="985" y="0"/>
                        <a:pt x="8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2248725" y="1961125"/>
                  <a:ext cx="39400" cy="21025"/>
                </a:xfrm>
                <a:custGeom>
                  <a:avLst/>
                  <a:gdLst/>
                  <a:ahLst/>
                  <a:cxnLst/>
                  <a:rect l="l" t="t" r="r" b="b"/>
                  <a:pathLst>
                    <a:path w="1576" h="841" extrusionOk="0">
                      <a:moveTo>
                        <a:pt x="806" y="1"/>
                      </a:moveTo>
                      <a:cubicBezTo>
                        <a:pt x="668" y="1"/>
                        <a:pt x="529" y="25"/>
                        <a:pt x="409" y="67"/>
                      </a:cubicBezTo>
                      <a:cubicBezTo>
                        <a:pt x="370" y="106"/>
                        <a:pt x="311" y="106"/>
                        <a:pt x="272" y="126"/>
                      </a:cubicBezTo>
                      <a:cubicBezTo>
                        <a:pt x="214" y="145"/>
                        <a:pt x="195" y="165"/>
                        <a:pt x="175" y="204"/>
                      </a:cubicBezTo>
                      <a:cubicBezTo>
                        <a:pt x="0" y="359"/>
                        <a:pt x="39" y="554"/>
                        <a:pt x="272" y="710"/>
                      </a:cubicBezTo>
                      <a:cubicBezTo>
                        <a:pt x="399" y="797"/>
                        <a:pt x="579" y="841"/>
                        <a:pt x="761" y="841"/>
                      </a:cubicBezTo>
                      <a:cubicBezTo>
                        <a:pt x="944" y="841"/>
                        <a:pt x="1128" y="797"/>
                        <a:pt x="1265" y="710"/>
                      </a:cubicBezTo>
                      <a:cubicBezTo>
                        <a:pt x="1537" y="534"/>
                        <a:pt x="1576" y="262"/>
                        <a:pt x="1284" y="126"/>
                      </a:cubicBezTo>
                      <a:cubicBezTo>
                        <a:pt x="1154" y="39"/>
                        <a:pt x="981"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2277900" y="1944100"/>
                  <a:ext cx="38450" cy="21025"/>
                </a:xfrm>
                <a:custGeom>
                  <a:avLst/>
                  <a:gdLst/>
                  <a:ahLst/>
                  <a:cxnLst/>
                  <a:rect l="l" t="t" r="r" b="b"/>
                  <a:pathLst>
                    <a:path w="1538" h="841" extrusionOk="0">
                      <a:moveTo>
                        <a:pt x="787" y="1"/>
                      </a:moveTo>
                      <a:cubicBezTo>
                        <a:pt x="649" y="1"/>
                        <a:pt x="510" y="25"/>
                        <a:pt x="389" y="68"/>
                      </a:cubicBezTo>
                      <a:cubicBezTo>
                        <a:pt x="331" y="106"/>
                        <a:pt x="292" y="106"/>
                        <a:pt x="234" y="126"/>
                      </a:cubicBezTo>
                      <a:lnTo>
                        <a:pt x="175" y="184"/>
                      </a:lnTo>
                      <a:cubicBezTo>
                        <a:pt x="0" y="359"/>
                        <a:pt x="59" y="554"/>
                        <a:pt x="273" y="710"/>
                      </a:cubicBezTo>
                      <a:cubicBezTo>
                        <a:pt x="409" y="797"/>
                        <a:pt x="589" y="841"/>
                        <a:pt x="769" y="841"/>
                      </a:cubicBezTo>
                      <a:cubicBezTo>
                        <a:pt x="949" y="841"/>
                        <a:pt x="1129" y="797"/>
                        <a:pt x="1265" y="710"/>
                      </a:cubicBezTo>
                      <a:cubicBezTo>
                        <a:pt x="1537" y="534"/>
                        <a:pt x="1537" y="301"/>
                        <a:pt x="1265" y="126"/>
                      </a:cubicBezTo>
                      <a:cubicBezTo>
                        <a:pt x="1135" y="39"/>
                        <a:pt x="962" y="1"/>
                        <a:pt x="7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2173825" y="1848975"/>
                  <a:ext cx="41350" cy="26300"/>
                </a:xfrm>
                <a:custGeom>
                  <a:avLst/>
                  <a:gdLst/>
                  <a:ahLst/>
                  <a:cxnLst/>
                  <a:rect l="l" t="t" r="r" b="b"/>
                  <a:pathLst>
                    <a:path w="1654" h="1052" extrusionOk="0">
                      <a:moveTo>
                        <a:pt x="856" y="254"/>
                      </a:moveTo>
                      <a:cubicBezTo>
                        <a:pt x="1012" y="254"/>
                        <a:pt x="1167" y="273"/>
                        <a:pt x="1303" y="351"/>
                      </a:cubicBezTo>
                      <a:cubicBezTo>
                        <a:pt x="1381" y="390"/>
                        <a:pt x="1440" y="468"/>
                        <a:pt x="1440" y="546"/>
                      </a:cubicBezTo>
                      <a:cubicBezTo>
                        <a:pt x="1440" y="624"/>
                        <a:pt x="1401" y="662"/>
                        <a:pt x="1303" y="740"/>
                      </a:cubicBezTo>
                      <a:cubicBezTo>
                        <a:pt x="1177" y="818"/>
                        <a:pt x="1012" y="857"/>
                        <a:pt x="849" y="857"/>
                      </a:cubicBezTo>
                      <a:cubicBezTo>
                        <a:pt x="686" y="857"/>
                        <a:pt x="525" y="818"/>
                        <a:pt x="409" y="740"/>
                      </a:cubicBezTo>
                      <a:cubicBezTo>
                        <a:pt x="331" y="701"/>
                        <a:pt x="272" y="624"/>
                        <a:pt x="272" y="546"/>
                      </a:cubicBezTo>
                      <a:cubicBezTo>
                        <a:pt x="272" y="468"/>
                        <a:pt x="311" y="429"/>
                        <a:pt x="409" y="351"/>
                      </a:cubicBezTo>
                      <a:cubicBezTo>
                        <a:pt x="545" y="273"/>
                        <a:pt x="700" y="254"/>
                        <a:pt x="856" y="254"/>
                      </a:cubicBezTo>
                      <a:close/>
                      <a:moveTo>
                        <a:pt x="837" y="1"/>
                      </a:moveTo>
                      <a:cubicBezTo>
                        <a:pt x="657" y="1"/>
                        <a:pt x="477" y="34"/>
                        <a:pt x="331" y="98"/>
                      </a:cubicBezTo>
                      <a:cubicBezTo>
                        <a:pt x="292" y="98"/>
                        <a:pt x="272" y="137"/>
                        <a:pt x="253" y="137"/>
                      </a:cubicBezTo>
                      <a:cubicBezTo>
                        <a:pt x="233" y="176"/>
                        <a:pt x="175" y="234"/>
                        <a:pt x="117" y="254"/>
                      </a:cubicBezTo>
                      <a:cubicBezTo>
                        <a:pt x="58" y="332"/>
                        <a:pt x="0" y="429"/>
                        <a:pt x="0" y="526"/>
                      </a:cubicBezTo>
                      <a:cubicBezTo>
                        <a:pt x="0" y="662"/>
                        <a:pt x="97" y="818"/>
                        <a:pt x="272" y="915"/>
                      </a:cubicBezTo>
                      <a:cubicBezTo>
                        <a:pt x="447" y="1013"/>
                        <a:pt x="642" y="1052"/>
                        <a:pt x="837" y="1052"/>
                      </a:cubicBezTo>
                      <a:cubicBezTo>
                        <a:pt x="1031" y="1052"/>
                        <a:pt x="1245" y="1013"/>
                        <a:pt x="1401" y="915"/>
                      </a:cubicBezTo>
                      <a:cubicBezTo>
                        <a:pt x="1556" y="818"/>
                        <a:pt x="1654" y="662"/>
                        <a:pt x="1654" y="526"/>
                      </a:cubicBezTo>
                      <a:cubicBezTo>
                        <a:pt x="1654" y="371"/>
                        <a:pt x="1556" y="234"/>
                        <a:pt x="1401" y="137"/>
                      </a:cubicBezTo>
                      <a:cubicBezTo>
                        <a:pt x="1246" y="44"/>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2345500" y="1914150"/>
                  <a:ext cx="23850" cy="26800"/>
                </a:xfrm>
                <a:custGeom>
                  <a:avLst/>
                  <a:gdLst/>
                  <a:ahLst/>
                  <a:cxnLst/>
                  <a:rect l="l" t="t" r="r" b="b"/>
                  <a:pathLst>
                    <a:path w="954" h="1072" extrusionOk="0">
                      <a:moveTo>
                        <a:pt x="954" y="1"/>
                      </a:moveTo>
                      <a:cubicBezTo>
                        <a:pt x="720" y="1"/>
                        <a:pt x="506" y="40"/>
                        <a:pt x="331" y="137"/>
                      </a:cubicBezTo>
                      <a:cubicBezTo>
                        <a:pt x="312" y="137"/>
                        <a:pt x="292" y="157"/>
                        <a:pt x="273" y="157"/>
                      </a:cubicBezTo>
                      <a:cubicBezTo>
                        <a:pt x="195" y="176"/>
                        <a:pt x="137" y="234"/>
                        <a:pt x="117" y="273"/>
                      </a:cubicBezTo>
                      <a:cubicBezTo>
                        <a:pt x="40" y="351"/>
                        <a:pt x="1" y="448"/>
                        <a:pt x="1" y="546"/>
                      </a:cubicBezTo>
                      <a:cubicBezTo>
                        <a:pt x="1" y="682"/>
                        <a:pt x="98" y="838"/>
                        <a:pt x="273" y="935"/>
                      </a:cubicBezTo>
                      <a:cubicBezTo>
                        <a:pt x="429" y="1032"/>
                        <a:pt x="623" y="1071"/>
                        <a:pt x="818" y="1071"/>
                      </a:cubicBezTo>
                      <a:lnTo>
                        <a:pt x="954" y="1071"/>
                      </a:lnTo>
                      <a:lnTo>
                        <a:pt x="954" y="838"/>
                      </a:lnTo>
                      <a:cubicBezTo>
                        <a:pt x="910" y="842"/>
                        <a:pt x="864" y="844"/>
                        <a:pt x="818" y="844"/>
                      </a:cubicBezTo>
                      <a:cubicBezTo>
                        <a:pt x="659" y="844"/>
                        <a:pt x="495" y="816"/>
                        <a:pt x="390" y="740"/>
                      </a:cubicBezTo>
                      <a:cubicBezTo>
                        <a:pt x="292" y="682"/>
                        <a:pt x="234" y="624"/>
                        <a:pt x="234" y="546"/>
                      </a:cubicBezTo>
                      <a:cubicBezTo>
                        <a:pt x="234" y="468"/>
                        <a:pt x="292" y="429"/>
                        <a:pt x="390" y="351"/>
                      </a:cubicBezTo>
                      <a:cubicBezTo>
                        <a:pt x="506" y="273"/>
                        <a:pt x="682" y="254"/>
                        <a:pt x="818" y="254"/>
                      </a:cubicBezTo>
                      <a:lnTo>
                        <a:pt x="954" y="254"/>
                      </a:lnTo>
                      <a:lnTo>
                        <a:pt x="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97175" y="1784300"/>
                  <a:ext cx="16575" cy="26775"/>
                </a:xfrm>
                <a:custGeom>
                  <a:avLst/>
                  <a:gdLst/>
                  <a:ahLst/>
                  <a:cxnLst/>
                  <a:rect l="l" t="t" r="r" b="b"/>
                  <a:pathLst>
                    <a:path w="663" h="1071" extrusionOk="0">
                      <a:moveTo>
                        <a:pt x="1" y="1"/>
                      </a:moveTo>
                      <a:lnTo>
                        <a:pt x="1" y="234"/>
                      </a:lnTo>
                      <a:cubicBezTo>
                        <a:pt x="98" y="273"/>
                        <a:pt x="195" y="292"/>
                        <a:pt x="273" y="331"/>
                      </a:cubicBezTo>
                      <a:cubicBezTo>
                        <a:pt x="370" y="390"/>
                        <a:pt x="409" y="467"/>
                        <a:pt x="409" y="526"/>
                      </a:cubicBezTo>
                      <a:cubicBezTo>
                        <a:pt x="409" y="604"/>
                        <a:pt x="370" y="662"/>
                        <a:pt x="273" y="720"/>
                      </a:cubicBezTo>
                      <a:cubicBezTo>
                        <a:pt x="195" y="779"/>
                        <a:pt x="98" y="798"/>
                        <a:pt x="1" y="818"/>
                      </a:cubicBezTo>
                      <a:lnTo>
                        <a:pt x="1" y="1071"/>
                      </a:lnTo>
                      <a:cubicBezTo>
                        <a:pt x="156" y="1032"/>
                        <a:pt x="273" y="1012"/>
                        <a:pt x="390" y="954"/>
                      </a:cubicBezTo>
                      <a:cubicBezTo>
                        <a:pt x="565" y="818"/>
                        <a:pt x="662" y="681"/>
                        <a:pt x="662" y="526"/>
                      </a:cubicBezTo>
                      <a:cubicBezTo>
                        <a:pt x="662" y="429"/>
                        <a:pt x="604" y="331"/>
                        <a:pt x="545" y="234"/>
                      </a:cubicBezTo>
                      <a:cubicBezTo>
                        <a:pt x="487" y="195"/>
                        <a:pt x="448" y="176"/>
                        <a:pt x="390" y="117"/>
                      </a:cubicBezTo>
                      <a:cubicBezTo>
                        <a:pt x="370" y="98"/>
                        <a:pt x="351" y="98"/>
                        <a:pt x="312" y="98"/>
                      </a:cubicBezTo>
                      <a:cubicBezTo>
                        <a:pt x="215" y="39"/>
                        <a:pt x="117" y="2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894150" y="1688775"/>
                  <a:ext cx="41375" cy="27450"/>
                </a:xfrm>
                <a:custGeom>
                  <a:avLst/>
                  <a:gdLst/>
                  <a:ahLst/>
                  <a:cxnLst/>
                  <a:rect l="l" t="t" r="r" b="b"/>
                  <a:pathLst>
                    <a:path w="1655" h="1098" extrusionOk="0">
                      <a:moveTo>
                        <a:pt x="838" y="261"/>
                      </a:moveTo>
                      <a:cubicBezTo>
                        <a:pt x="993" y="261"/>
                        <a:pt x="1149" y="300"/>
                        <a:pt x="1266" y="359"/>
                      </a:cubicBezTo>
                      <a:cubicBezTo>
                        <a:pt x="1363" y="417"/>
                        <a:pt x="1402" y="495"/>
                        <a:pt x="1402" y="553"/>
                      </a:cubicBezTo>
                      <a:cubicBezTo>
                        <a:pt x="1402" y="631"/>
                        <a:pt x="1363" y="689"/>
                        <a:pt x="1266" y="748"/>
                      </a:cubicBezTo>
                      <a:cubicBezTo>
                        <a:pt x="1139" y="825"/>
                        <a:pt x="974" y="864"/>
                        <a:pt x="813" y="864"/>
                      </a:cubicBezTo>
                      <a:cubicBezTo>
                        <a:pt x="653" y="864"/>
                        <a:pt x="497" y="825"/>
                        <a:pt x="390" y="748"/>
                      </a:cubicBezTo>
                      <a:cubicBezTo>
                        <a:pt x="293" y="709"/>
                        <a:pt x="254" y="631"/>
                        <a:pt x="254" y="553"/>
                      </a:cubicBezTo>
                      <a:cubicBezTo>
                        <a:pt x="254" y="495"/>
                        <a:pt x="293" y="417"/>
                        <a:pt x="390" y="359"/>
                      </a:cubicBezTo>
                      <a:cubicBezTo>
                        <a:pt x="507" y="300"/>
                        <a:pt x="682" y="261"/>
                        <a:pt x="838" y="261"/>
                      </a:cubicBezTo>
                      <a:close/>
                      <a:moveTo>
                        <a:pt x="833" y="0"/>
                      </a:moveTo>
                      <a:cubicBezTo>
                        <a:pt x="631" y="0"/>
                        <a:pt x="432" y="49"/>
                        <a:pt x="273" y="145"/>
                      </a:cubicBezTo>
                      <a:cubicBezTo>
                        <a:pt x="98" y="242"/>
                        <a:pt x="1" y="397"/>
                        <a:pt x="1" y="534"/>
                      </a:cubicBezTo>
                      <a:cubicBezTo>
                        <a:pt x="1" y="709"/>
                        <a:pt x="98" y="825"/>
                        <a:pt x="273" y="942"/>
                      </a:cubicBezTo>
                      <a:cubicBezTo>
                        <a:pt x="448" y="1039"/>
                        <a:pt x="643" y="1098"/>
                        <a:pt x="838" y="1098"/>
                      </a:cubicBezTo>
                      <a:cubicBezTo>
                        <a:pt x="1013" y="1098"/>
                        <a:pt x="1246" y="1039"/>
                        <a:pt x="1382" y="942"/>
                      </a:cubicBezTo>
                      <a:cubicBezTo>
                        <a:pt x="1557" y="845"/>
                        <a:pt x="1655" y="709"/>
                        <a:pt x="1655" y="553"/>
                      </a:cubicBezTo>
                      <a:cubicBezTo>
                        <a:pt x="1655" y="456"/>
                        <a:pt x="1596" y="359"/>
                        <a:pt x="1538" y="261"/>
                      </a:cubicBezTo>
                      <a:cubicBezTo>
                        <a:pt x="1480" y="222"/>
                        <a:pt x="1441" y="203"/>
                        <a:pt x="1382" y="145"/>
                      </a:cubicBezTo>
                      <a:cubicBezTo>
                        <a:pt x="1363" y="125"/>
                        <a:pt x="1343" y="125"/>
                        <a:pt x="1324" y="106"/>
                      </a:cubicBezTo>
                      <a:cubicBezTo>
                        <a:pt x="1173" y="35"/>
                        <a:pt x="1002" y="0"/>
                        <a:pt x="8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849425" y="1582025"/>
                  <a:ext cx="41350" cy="26225"/>
                </a:xfrm>
                <a:custGeom>
                  <a:avLst/>
                  <a:gdLst/>
                  <a:ahLst/>
                  <a:cxnLst/>
                  <a:rect l="l" t="t" r="r" b="b"/>
                  <a:pathLst>
                    <a:path w="1654" h="1049" extrusionOk="0">
                      <a:moveTo>
                        <a:pt x="837" y="232"/>
                      </a:moveTo>
                      <a:cubicBezTo>
                        <a:pt x="1012" y="232"/>
                        <a:pt x="1167" y="251"/>
                        <a:pt x="1284" y="329"/>
                      </a:cubicBezTo>
                      <a:cubicBezTo>
                        <a:pt x="1381" y="368"/>
                        <a:pt x="1420" y="446"/>
                        <a:pt x="1420" y="524"/>
                      </a:cubicBezTo>
                      <a:cubicBezTo>
                        <a:pt x="1420" y="601"/>
                        <a:pt x="1381" y="640"/>
                        <a:pt x="1284" y="718"/>
                      </a:cubicBezTo>
                      <a:cubicBezTo>
                        <a:pt x="1158" y="796"/>
                        <a:pt x="992" y="835"/>
                        <a:pt x="832" y="835"/>
                      </a:cubicBezTo>
                      <a:cubicBezTo>
                        <a:pt x="671" y="835"/>
                        <a:pt x="516" y="796"/>
                        <a:pt x="409" y="718"/>
                      </a:cubicBezTo>
                      <a:cubicBezTo>
                        <a:pt x="311" y="679"/>
                        <a:pt x="253" y="601"/>
                        <a:pt x="253" y="524"/>
                      </a:cubicBezTo>
                      <a:cubicBezTo>
                        <a:pt x="253" y="446"/>
                        <a:pt x="311" y="407"/>
                        <a:pt x="409" y="329"/>
                      </a:cubicBezTo>
                      <a:cubicBezTo>
                        <a:pt x="525" y="251"/>
                        <a:pt x="701" y="232"/>
                        <a:pt x="837" y="232"/>
                      </a:cubicBezTo>
                      <a:close/>
                      <a:moveTo>
                        <a:pt x="812" y="1"/>
                      </a:moveTo>
                      <a:cubicBezTo>
                        <a:pt x="619" y="1"/>
                        <a:pt x="423" y="44"/>
                        <a:pt x="253" y="134"/>
                      </a:cubicBezTo>
                      <a:cubicBezTo>
                        <a:pt x="97" y="232"/>
                        <a:pt x="0" y="387"/>
                        <a:pt x="0" y="524"/>
                      </a:cubicBezTo>
                      <a:cubicBezTo>
                        <a:pt x="0" y="679"/>
                        <a:pt x="97" y="815"/>
                        <a:pt x="253" y="913"/>
                      </a:cubicBezTo>
                      <a:cubicBezTo>
                        <a:pt x="428" y="1010"/>
                        <a:pt x="623" y="1049"/>
                        <a:pt x="817" y="1049"/>
                      </a:cubicBezTo>
                      <a:cubicBezTo>
                        <a:pt x="1012" y="1049"/>
                        <a:pt x="1226" y="1010"/>
                        <a:pt x="1381" y="913"/>
                      </a:cubicBezTo>
                      <a:cubicBezTo>
                        <a:pt x="1557" y="815"/>
                        <a:pt x="1654" y="679"/>
                        <a:pt x="1654" y="524"/>
                      </a:cubicBezTo>
                      <a:cubicBezTo>
                        <a:pt x="1654" y="426"/>
                        <a:pt x="1595" y="329"/>
                        <a:pt x="1518" y="251"/>
                      </a:cubicBezTo>
                      <a:cubicBezTo>
                        <a:pt x="1498" y="212"/>
                        <a:pt x="1459" y="154"/>
                        <a:pt x="1401" y="134"/>
                      </a:cubicBezTo>
                      <a:cubicBezTo>
                        <a:pt x="1381" y="115"/>
                        <a:pt x="1343" y="115"/>
                        <a:pt x="1323" y="115"/>
                      </a:cubicBezTo>
                      <a:cubicBezTo>
                        <a:pt x="1172" y="39"/>
                        <a:pt x="99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854775" y="1512350"/>
                  <a:ext cx="41350" cy="26350"/>
                </a:xfrm>
                <a:custGeom>
                  <a:avLst/>
                  <a:gdLst/>
                  <a:ahLst/>
                  <a:cxnLst/>
                  <a:rect l="l" t="t" r="r" b="b"/>
                  <a:pathLst>
                    <a:path w="1654" h="1054" extrusionOk="0">
                      <a:moveTo>
                        <a:pt x="817" y="217"/>
                      </a:moveTo>
                      <a:cubicBezTo>
                        <a:pt x="992" y="217"/>
                        <a:pt x="1129" y="237"/>
                        <a:pt x="1265" y="314"/>
                      </a:cubicBezTo>
                      <a:cubicBezTo>
                        <a:pt x="1362" y="373"/>
                        <a:pt x="1401" y="431"/>
                        <a:pt x="1401" y="509"/>
                      </a:cubicBezTo>
                      <a:cubicBezTo>
                        <a:pt x="1401" y="587"/>
                        <a:pt x="1362" y="665"/>
                        <a:pt x="1265" y="704"/>
                      </a:cubicBezTo>
                      <a:cubicBezTo>
                        <a:pt x="1138" y="781"/>
                        <a:pt x="973" y="820"/>
                        <a:pt x="812" y="820"/>
                      </a:cubicBezTo>
                      <a:cubicBezTo>
                        <a:pt x="652" y="820"/>
                        <a:pt x="496" y="781"/>
                        <a:pt x="389" y="704"/>
                      </a:cubicBezTo>
                      <a:cubicBezTo>
                        <a:pt x="292" y="665"/>
                        <a:pt x="234" y="587"/>
                        <a:pt x="234" y="509"/>
                      </a:cubicBezTo>
                      <a:cubicBezTo>
                        <a:pt x="234" y="431"/>
                        <a:pt x="292" y="392"/>
                        <a:pt x="389" y="314"/>
                      </a:cubicBezTo>
                      <a:cubicBezTo>
                        <a:pt x="506" y="237"/>
                        <a:pt x="681" y="217"/>
                        <a:pt x="817" y="217"/>
                      </a:cubicBezTo>
                      <a:close/>
                      <a:moveTo>
                        <a:pt x="800" y="1"/>
                      </a:moveTo>
                      <a:cubicBezTo>
                        <a:pt x="601" y="1"/>
                        <a:pt x="404" y="39"/>
                        <a:pt x="253" y="120"/>
                      </a:cubicBezTo>
                      <a:cubicBezTo>
                        <a:pt x="97" y="217"/>
                        <a:pt x="0" y="373"/>
                        <a:pt x="0" y="509"/>
                      </a:cubicBezTo>
                      <a:cubicBezTo>
                        <a:pt x="0" y="665"/>
                        <a:pt x="97" y="801"/>
                        <a:pt x="253" y="898"/>
                      </a:cubicBezTo>
                      <a:cubicBezTo>
                        <a:pt x="428" y="995"/>
                        <a:pt x="623" y="1054"/>
                        <a:pt x="817" y="1054"/>
                      </a:cubicBezTo>
                      <a:cubicBezTo>
                        <a:pt x="1012" y="1054"/>
                        <a:pt x="1245" y="995"/>
                        <a:pt x="1381" y="898"/>
                      </a:cubicBezTo>
                      <a:cubicBezTo>
                        <a:pt x="1557" y="801"/>
                        <a:pt x="1654" y="665"/>
                        <a:pt x="1654" y="509"/>
                      </a:cubicBezTo>
                      <a:cubicBezTo>
                        <a:pt x="1654" y="412"/>
                        <a:pt x="1595" y="314"/>
                        <a:pt x="1518" y="256"/>
                      </a:cubicBezTo>
                      <a:cubicBezTo>
                        <a:pt x="1498" y="198"/>
                        <a:pt x="1459" y="159"/>
                        <a:pt x="1381" y="120"/>
                      </a:cubicBezTo>
                      <a:cubicBezTo>
                        <a:pt x="1362" y="120"/>
                        <a:pt x="1362" y="100"/>
                        <a:pt x="1323" y="100"/>
                      </a:cubicBezTo>
                      <a:cubicBezTo>
                        <a:pt x="1173" y="35"/>
                        <a:pt x="986" y="1"/>
                        <a:pt x="8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97175" y="1574425"/>
                  <a:ext cx="34575" cy="26150"/>
                </a:xfrm>
                <a:custGeom>
                  <a:avLst/>
                  <a:gdLst/>
                  <a:ahLst/>
                  <a:cxnLst/>
                  <a:rect l="l" t="t" r="r" b="b"/>
                  <a:pathLst>
                    <a:path w="1383" h="1046" extrusionOk="0">
                      <a:moveTo>
                        <a:pt x="535" y="0"/>
                      </a:moveTo>
                      <a:cubicBezTo>
                        <a:pt x="344" y="0"/>
                        <a:pt x="156" y="44"/>
                        <a:pt x="1" y="127"/>
                      </a:cubicBezTo>
                      <a:lnTo>
                        <a:pt x="1" y="419"/>
                      </a:lnTo>
                      <a:lnTo>
                        <a:pt x="98" y="322"/>
                      </a:lnTo>
                      <a:cubicBezTo>
                        <a:pt x="215" y="244"/>
                        <a:pt x="390" y="224"/>
                        <a:pt x="526" y="224"/>
                      </a:cubicBezTo>
                      <a:cubicBezTo>
                        <a:pt x="701" y="224"/>
                        <a:pt x="857" y="244"/>
                        <a:pt x="973" y="322"/>
                      </a:cubicBezTo>
                      <a:cubicBezTo>
                        <a:pt x="1071" y="361"/>
                        <a:pt x="1110" y="438"/>
                        <a:pt x="1110" y="516"/>
                      </a:cubicBezTo>
                      <a:cubicBezTo>
                        <a:pt x="1110" y="594"/>
                        <a:pt x="1071" y="633"/>
                        <a:pt x="973" y="711"/>
                      </a:cubicBezTo>
                      <a:cubicBezTo>
                        <a:pt x="847" y="779"/>
                        <a:pt x="682" y="813"/>
                        <a:pt x="521" y="813"/>
                      </a:cubicBezTo>
                      <a:cubicBezTo>
                        <a:pt x="361" y="813"/>
                        <a:pt x="205" y="779"/>
                        <a:pt x="98" y="711"/>
                      </a:cubicBezTo>
                      <a:cubicBezTo>
                        <a:pt x="40" y="691"/>
                        <a:pt x="20" y="652"/>
                        <a:pt x="1" y="613"/>
                      </a:cubicBezTo>
                      <a:lnTo>
                        <a:pt x="1" y="905"/>
                      </a:lnTo>
                      <a:cubicBezTo>
                        <a:pt x="137" y="1003"/>
                        <a:pt x="331" y="1022"/>
                        <a:pt x="565" y="1022"/>
                      </a:cubicBezTo>
                      <a:cubicBezTo>
                        <a:pt x="618" y="1038"/>
                        <a:pt x="672" y="1045"/>
                        <a:pt x="725" y="1045"/>
                      </a:cubicBezTo>
                      <a:cubicBezTo>
                        <a:pt x="865" y="1045"/>
                        <a:pt x="1002" y="995"/>
                        <a:pt x="1129" y="925"/>
                      </a:cubicBezTo>
                      <a:cubicBezTo>
                        <a:pt x="1285" y="828"/>
                        <a:pt x="1382" y="691"/>
                        <a:pt x="1382" y="536"/>
                      </a:cubicBezTo>
                      <a:cubicBezTo>
                        <a:pt x="1382" y="438"/>
                        <a:pt x="1343" y="341"/>
                        <a:pt x="1265" y="244"/>
                      </a:cubicBezTo>
                      <a:cubicBezTo>
                        <a:pt x="1226" y="205"/>
                        <a:pt x="1187" y="166"/>
                        <a:pt x="1129" y="147"/>
                      </a:cubicBezTo>
                      <a:cubicBezTo>
                        <a:pt x="1090" y="127"/>
                        <a:pt x="1071" y="127"/>
                        <a:pt x="1032" y="108"/>
                      </a:cubicBezTo>
                      <a:cubicBezTo>
                        <a:pt x="877" y="35"/>
                        <a:pt x="705" y="0"/>
                        <a:pt x="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697175" y="1662225"/>
                  <a:ext cx="4900" cy="17050"/>
                </a:xfrm>
                <a:custGeom>
                  <a:avLst/>
                  <a:gdLst/>
                  <a:ahLst/>
                  <a:cxnLst/>
                  <a:rect l="l" t="t" r="r" b="b"/>
                  <a:pathLst>
                    <a:path w="196" h="682" extrusionOk="0">
                      <a:moveTo>
                        <a:pt x="1" y="0"/>
                      </a:moveTo>
                      <a:lnTo>
                        <a:pt x="1" y="681"/>
                      </a:lnTo>
                      <a:cubicBezTo>
                        <a:pt x="117" y="584"/>
                        <a:pt x="195" y="487"/>
                        <a:pt x="195" y="331"/>
                      </a:cubicBezTo>
                      <a:cubicBezTo>
                        <a:pt x="195" y="234"/>
                        <a:pt x="137" y="136"/>
                        <a:pt x="79" y="59"/>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972475" y="1709875"/>
                  <a:ext cx="41350" cy="26300"/>
                </a:xfrm>
                <a:custGeom>
                  <a:avLst/>
                  <a:gdLst/>
                  <a:ahLst/>
                  <a:cxnLst/>
                  <a:rect l="l" t="t" r="r" b="b"/>
                  <a:pathLst>
                    <a:path w="1654" h="1052" extrusionOk="0">
                      <a:moveTo>
                        <a:pt x="837" y="215"/>
                      </a:moveTo>
                      <a:cubicBezTo>
                        <a:pt x="1012" y="215"/>
                        <a:pt x="1148" y="254"/>
                        <a:pt x="1265" y="312"/>
                      </a:cubicBezTo>
                      <a:cubicBezTo>
                        <a:pt x="1362" y="371"/>
                        <a:pt x="1420" y="448"/>
                        <a:pt x="1420" y="526"/>
                      </a:cubicBezTo>
                      <a:cubicBezTo>
                        <a:pt x="1420" y="585"/>
                        <a:pt x="1362" y="662"/>
                        <a:pt x="1265" y="721"/>
                      </a:cubicBezTo>
                      <a:cubicBezTo>
                        <a:pt x="1148" y="789"/>
                        <a:pt x="988" y="823"/>
                        <a:pt x="827" y="823"/>
                      </a:cubicBezTo>
                      <a:cubicBezTo>
                        <a:pt x="667" y="823"/>
                        <a:pt x="506" y="789"/>
                        <a:pt x="389" y="721"/>
                      </a:cubicBezTo>
                      <a:cubicBezTo>
                        <a:pt x="292" y="662"/>
                        <a:pt x="253" y="585"/>
                        <a:pt x="253" y="526"/>
                      </a:cubicBezTo>
                      <a:cubicBezTo>
                        <a:pt x="253" y="448"/>
                        <a:pt x="292" y="390"/>
                        <a:pt x="389" y="312"/>
                      </a:cubicBezTo>
                      <a:cubicBezTo>
                        <a:pt x="526" y="254"/>
                        <a:pt x="681" y="215"/>
                        <a:pt x="837" y="215"/>
                      </a:cubicBezTo>
                      <a:close/>
                      <a:moveTo>
                        <a:pt x="837" y="0"/>
                      </a:moveTo>
                      <a:cubicBezTo>
                        <a:pt x="632" y="0"/>
                        <a:pt x="428" y="44"/>
                        <a:pt x="273" y="137"/>
                      </a:cubicBezTo>
                      <a:cubicBezTo>
                        <a:pt x="98" y="234"/>
                        <a:pt x="0" y="371"/>
                        <a:pt x="0" y="526"/>
                      </a:cubicBezTo>
                      <a:cubicBezTo>
                        <a:pt x="0" y="662"/>
                        <a:pt x="98" y="799"/>
                        <a:pt x="273" y="915"/>
                      </a:cubicBezTo>
                      <a:cubicBezTo>
                        <a:pt x="448" y="1013"/>
                        <a:pt x="642" y="1051"/>
                        <a:pt x="837" y="1051"/>
                      </a:cubicBezTo>
                      <a:cubicBezTo>
                        <a:pt x="1031" y="1051"/>
                        <a:pt x="1245" y="1013"/>
                        <a:pt x="1382" y="915"/>
                      </a:cubicBezTo>
                      <a:cubicBezTo>
                        <a:pt x="1557" y="799"/>
                        <a:pt x="1654" y="662"/>
                        <a:pt x="1654" y="526"/>
                      </a:cubicBezTo>
                      <a:cubicBezTo>
                        <a:pt x="1654" y="429"/>
                        <a:pt x="1615" y="312"/>
                        <a:pt x="1537" y="254"/>
                      </a:cubicBezTo>
                      <a:cubicBezTo>
                        <a:pt x="1518" y="234"/>
                        <a:pt x="1459" y="176"/>
                        <a:pt x="1401" y="137"/>
                      </a:cubicBezTo>
                      <a:cubicBezTo>
                        <a:pt x="1362" y="137"/>
                        <a:pt x="1343" y="98"/>
                        <a:pt x="1343" y="98"/>
                      </a:cubicBezTo>
                      <a:cubicBezTo>
                        <a:pt x="1197" y="34"/>
                        <a:pt x="1017"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838225" y="1887400"/>
                  <a:ext cx="41375" cy="26300"/>
                </a:xfrm>
                <a:custGeom>
                  <a:avLst/>
                  <a:gdLst/>
                  <a:ahLst/>
                  <a:cxnLst/>
                  <a:rect l="l" t="t" r="r" b="b"/>
                  <a:pathLst>
                    <a:path w="1655" h="1052" extrusionOk="0">
                      <a:moveTo>
                        <a:pt x="837" y="234"/>
                      </a:moveTo>
                      <a:cubicBezTo>
                        <a:pt x="993" y="234"/>
                        <a:pt x="1149" y="254"/>
                        <a:pt x="1265" y="312"/>
                      </a:cubicBezTo>
                      <a:cubicBezTo>
                        <a:pt x="1363" y="371"/>
                        <a:pt x="1421" y="448"/>
                        <a:pt x="1421" y="507"/>
                      </a:cubicBezTo>
                      <a:cubicBezTo>
                        <a:pt x="1421" y="585"/>
                        <a:pt x="1363" y="662"/>
                        <a:pt x="1265" y="721"/>
                      </a:cubicBezTo>
                      <a:cubicBezTo>
                        <a:pt x="1149" y="789"/>
                        <a:pt x="983" y="823"/>
                        <a:pt x="820" y="823"/>
                      </a:cubicBezTo>
                      <a:cubicBezTo>
                        <a:pt x="657" y="823"/>
                        <a:pt x="497" y="789"/>
                        <a:pt x="390" y="721"/>
                      </a:cubicBezTo>
                      <a:cubicBezTo>
                        <a:pt x="292" y="662"/>
                        <a:pt x="254" y="585"/>
                        <a:pt x="254" y="507"/>
                      </a:cubicBezTo>
                      <a:cubicBezTo>
                        <a:pt x="254" y="448"/>
                        <a:pt x="292" y="390"/>
                        <a:pt x="390" y="312"/>
                      </a:cubicBezTo>
                      <a:cubicBezTo>
                        <a:pt x="507" y="254"/>
                        <a:pt x="682" y="234"/>
                        <a:pt x="837" y="234"/>
                      </a:cubicBezTo>
                      <a:close/>
                      <a:moveTo>
                        <a:pt x="837" y="1"/>
                      </a:moveTo>
                      <a:cubicBezTo>
                        <a:pt x="633" y="1"/>
                        <a:pt x="428" y="44"/>
                        <a:pt x="273" y="137"/>
                      </a:cubicBezTo>
                      <a:cubicBezTo>
                        <a:pt x="98" y="234"/>
                        <a:pt x="1" y="371"/>
                        <a:pt x="1" y="526"/>
                      </a:cubicBezTo>
                      <a:cubicBezTo>
                        <a:pt x="1" y="662"/>
                        <a:pt x="98" y="818"/>
                        <a:pt x="273" y="915"/>
                      </a:cubicBezTo>
                      <a:cubicBezTo>
                        <a:pt x="448" y="1013"/>
                        <a:pt x="643" y="1052"/>
                        <a:pt x="837" y="1052"/>
                      </a:cubicBezTo>
                      <a:cubicBezTo>
                        <a:pt x="1032" y="1052"/>
                        <a:pt x="1246" y="1013"/>
                        <a:pt x="1382" y="915"/>
                      </a:cubicBezTo>
                      <a:cubicBezTo>
                        <a:pt x="1557" y="818"/>
                        <a:pt x="1654" y="662"/>
                        <a:pt x="1654" y="526"/>
                      </a:cubicBezTo>
                      <a:cubicBezTo>
                        <a:pt x="1654" y="429"/>
                        <a:pt x="1615" y="332"/>
                        <a:pt x="1538" y="254"/>
                      </a:cubicBezTo>
                      <a:cubicBezTo>
                        <a:pt x="1479" y="196"/>
                        <a:pt x="1440" y="176"/>
                        <a:pt x="1382" y="137"/>
                      </a:cubicBezTo>
                      <a:cubicBezTo>
                        <a:pt x="1363" y="137"/>
                        <a:pt x="1343" y="98"/>
                        <a:pt x="1343" y="98"/>
                      </a:cubicBezTo>
                      <a:cubicBezTo>
                        <a:pt x="1197" y="34"/>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1004075" y="1825225"/>
                  <a:ext cx="41375" cy="26700"/>
                </a:xfrm>
                <a:custGeom>
                  <a:avLst/>
                  <a:gdLst/>
                  <a:ahLst/>
                  <a:cxnLst/>
                  <a:rect l="l" t="t" r="r" b="b"/>
                  <a:pathLst>
                    <a:path w="1655" h="1068" extrusionOk="0">
                      <a:moveTo>
                        <a:pt x="837" y="231"/>
                      </a:moveTo>
                      <a:cubicBezTo>
                        <a:pt x="1012" y="231"/>
                        <a:pt x="1149" y="251"/>
                        <a:pt x="1265" y="328"/>
                      </a:cubicBezTo>
                      <a:cubicBezTo>
                        <a:pt x="1363" y="367"/>
                        <a:pt x="1421" y="445"/>
                        <a:pt x="1421" y="523"/>
                      </a:cubicBezTo>
                      <a:cubicBezTo>
                        <a:pt x="1421" y="562"/>
                        <a:pt x="1363" y="640"/>
                        <a:pt x="1265" y="718"/>
                      </a:cubicBezTo>
                      <a:cubicBezTo>
                        <a:pt x="1149" y="795"/>
                        <a:pt x="988" y="834"/>
                        <a:pt x="828" y="834"/>
                      </a:cubicBezTo>
                      <a:cubicBezTo>
                        <a:pt x="667" y="834"/>
                        <a:pt x="507" y="795"/>
                        <a:pt x="390" y="718"/>
                      </a:cubicBezTo>
                      <a:cubicBezTo>
                        <a:pt x="293" y="679"/>
                        <a:pt x="254" y="601"/>
                        <a:pt x="254" y="523"/>
                      </a:cubicBezTo>
                      <a:cubicBezTo>
                        <a:pt x="254" y="445"/>
                        <a:pt x="293" y="406"/>
                        <a:pt x="390" y="328"/>
                      </a:cubicBezTo>
                      <a:cubicBezTo>
                        <a:pt x="526" y="251"/>
                        <a:pt x="682" y="231"/>
                        <a:pt x="837" y="231"/>
                      </a:cubicBezTo>
                      <a:close/>
                      <a:moveTo>
                        <a:pt x="808" y="0"/>
                      </a:moveTo>
                      <a:cubicBezTo>
                        <a:pt x="615" y="0"/>
                        <a:pt x="423" y="44"/>
                        <a:pt x="273" y="134"/>
                      </a:cubicBezTo>
                      <a:cubicBezTo>
                        <a:pt x="98" y="231"/>
                        <a:pt x="1" y="387"/>
                        <a:pt x="1" y="523"/>
                      </a:cubicBezTo>
                      <a:cubicBezTo>
                        <a:pt x="1" y="679"/>
                        <a:pt x="98" y="815"/>
                        <a:pt x="273" y="912"/>
                      </a:cubicBezTo>
                      <a:cubicBezTo>
                        <a:pt x="448" y="1009"/>
                        <a:pt x="643" y="1068"/>
                        <a:pt x="837" y="1068"/>
                      </a:cubicBezTo>
                      <a:cubicBezTo>
                        <a:pt x="1032" y="1068"/>
                        <a:pt x="1246" y="1009"/>
                        <a:pt x="1402" y="912"/>
                      </a:cubicBezTo>
                      <a:cubicBezTo>
                        <a:pt x="1557" y="815"/>
                        <a:pt x="1654" y="679"/>
                        <a:pt x="1654" y="523"/>
                      </a:cubicBezTo>
                      <a:cubicBezTo>
                        <a:pt x="1654" y="426"/>
                        <a:pt x="1616" y="328"/>
                        <a:pt x="1538" y="251"/>
                      </a:cubicBezTo>
                      <a:cubicBezTo>
                        <a:pt x="1499" y="212"/>
                        <a:pt x="1460" y="153"/>
                        <a:pt x="1402" y="134"/>
                      </a:cubicBezTo>
                      <a:cubicBezTo>
                        <a:pt x="1363" y="114"/>
                        <a:pt x="1343" y="114"/>
                        <a:pt x="1324" y="114"/>
                      </a:cubicBezTo>
                      <a:cubicBezTo>
                        <a:pt x="1173" y="39"/>
                        <a:pt x="990" y="0"/>
                        <a:pt x="8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1129575" y="1785825"/>
                  <a:ext cx="41350" cy="26225"/>
                </a:xfrm>
                <a:custGeom>
                  <a:avLst/>
                  <a:gdLst/>
                  <a:ahLst/>
                  <a:cxnLst/>
                  <a:rect l="l" t="t" r="r" b="b"/>
                  <a:pathLst>
                    <a:path w="1654" h="1049" extrusionOk="0">
                      <a:moveTo>
                        <a:pt x="856" y="231"/>
                      </a:moveTo>
                      <a:cubicBezTo>
                        <a:pt x="1012" y="231"/>
                        <a:pt x="1167" y="251"/>
                        <a:pt x="1284" y="329"/>
                      </a:cubicBezTo>
                      <a:cubicBezTo>
                        <a:pt x="1382" y="368"/>
                        <a:pt x="1440" y="445"/>
                        <a:pt x="1440" y="523"/>
                      </a:cubicBezTo>
                      <a:cubicBezTo>
                        <a:pt x="1440" y="601"/>
                        <a:pt x="1382" y="659"/>
                        <a:pt x="1284" y="718"/>
                      </a:cubicBezTo>
                      <a:cubicBezTo>
                        <a:pt x="1167" y="786"/>
                        <a:pt x="1002" y="820"/>
                        <a:pt x="839" y="820"/>
                      </a:cubicBezTo>
                      <a:cubicBezTo>
                        <a:pt x="676" y="820"/>
                        <a:pt x="516" y="786"/>
                        <a:pt x="409" y="718"/>
                      </a:cubicBezTo>
                      <a:cubicBezTo>
                        <a:pt x="311" y="659"/>
                        <a:pt x="273" y="601"/>
                        <a:pt x="273" y="523"/>
                      </a:cubicBezTo>
                      <a:cubicBezTo>
                        <a:pt x="273" y="445"/>
                        <a:pt x="311" y="406"/>
                        <a:pt x="409" y="329"/>
                      </a:cubicBezTo>
                      <a:cubicBezTo>
                        <a:pt x="525" y="251"/>
                        <a:pt x="701" y="231"/>
                        <a:pt x="856" y="231"/>
                      </a:cubicBezTo>
                      <a:close/>
                      <a:moveTo>
                        <a:pt x="817" y="0"/>
                      </a:moveTo>
                      <a:cubicBezTo>
                        <a:pt x="624" y="0"/>
                        <a:pt x="433" y="44"/>
                        <a:pt x="273" y="134"/>
                      </a:cubicBezTo>
                      <a:cubicBezTo>
                        <a:pt x="97" y="231"/>
                        <a:pt x="0" y="368"/>
                        <a:pt x="0" y="523"/>
                      </a:cubicBezTo>
                      <a:cubicBezTo>
                        <a:pt x="0" y="659"/>
                        <a:pt x="97" y="815"/>
                        <a:pt x="273" y="912"/>
                      </a:cubicBezTo>
                      <a:cubicBezTo>
                        <a:pt x="428" y="1010"/>
                        <a:pt x="623" y="1048"/>
                        <a:pt x="817" y="1048"/>
                      </a:cubicBezTo>
                      <a:cubicBezTo>
                        <a:pt x="1012" y="1048"/>
                        <a:pt x="1245" y="1010"/>
                        <a:pt x="1382" y="912"/>
                      </a:cubicBezTo>
                      <a:cubicBezTo>
                        <a:pt x="1557" y="815"/>
                        <a:pt x="1654" y="659"/>
                        <a:pt x="1654" y="523"/>
                      </a:cubicBezTo>
                      <a:cubicBezTo>
                        <a:pt x="1654" y="426"/>
                        <a:pt x="1596" y="329"/>
                        <a:pt x="1537" y="251"/>
                      </a:cubicBezTo>
                      <a:cubicBezTo>
                        <a:pt x="1498" y="212"/>
                        <a:pt x="1459" y="154"/>
                        <a:pt x="1401" y="134"/>
                      </a:cubicBezTo>
                      <a:cubicBezTo>
                        <a:pt x="1382" y="115"/>
                        <a:pt x="1362" y="115"/>
                        <a:pt x="1343" y="115"/>
                      </a:cubicBezTo>
                      <a:cubicBezTo>
                        <a:pt x="1182" y="39"/>
                        <a:pt x="999" y="0"/>
                        <a:pt x="8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1223925" y="1796325"/>
                  <a:ext cx="41850" cy="26900"/>
                </a:xfrm>
                <a:custGeom>
                  <a:avLst/>
                  <a:gdLst/>
                  <a:ahLst/>
                  <a:cxnLst/>
                  <a:rect l="l" t="t" r="r" b="b"/>
                  <a:pathLst>
                    <a:path w="1674" h="1076" extrusionOk="0">
                      <a:moveTo>
                        <a:pt x="837" y="239"/>
                      </a:moveTo>
                      <a:cubicBezTo>
                        <a:pt x="1012" y="239"/>
                        <a:pt x="1168" y="278"/>
                        <a:pt x="1284" y="337"/>
                      </a:cubicBezTo>
                      <a:cubicBezTo>
                        <a:pt x="1284" y="337"/>
                        <a:pt x="1304" y="337"/>
                        <a:pt x="1304" y="376"/>
                      </a:cubicBezTo>
                      <a:cubicBezTo>
                        <a:pt x="1382" y="414"/>
                        <a:pt x="1421" y="492"/>
                        <a:pt x="1421" y="531"/>
                      </a:cubicBezTo>
                      <a:cubicBezTo>
                        <a:pt x="1421" y="609"/>
                        <a:pt x="1382" y="667"/>
                        <a:pt x="1284" y="726"/>
                      </a:cubicBezTo>
                      <a:cubicBezTo>
                        <a:pt x="1158" y="804"/>
                        <a:pt x="993" y="842"/>
                        <a:pt x="832" y="842"/>
                      </a:cubicBezTo>
                      <a:cubicBezTo>
                        <a:pt x="672" y="842"/>
                        <a:pt x="516" y="804"/>
                        <a:pt x="409" y="726"/>
                      </a:cubicBezTo>
                      <a:cubicBezTo>
                        <a:pt x="312" y="687"/>
                        <a:pt x="253" y="609"/>
                        <a:pt x="253" y="531"/>
                      </a:cubicBezTo>
                      <a:cubicBezTo>
                        <a:pt x="253" y="473"/>
                        <a:pt x="312" y="414"/>
                        <a:pt x="409" y="337"/>
                      </a:cubicBezTo>
                      <a:cubicBezTo>
                        <a:pt x="526" y="259"/>
                        <a:pt x="701" y="239"/>
                        <a:pt x="837" y="239"/>
                      </a:cubicBezTo>
                      <a:close/>
                      <a:moveTo>
                        <a:pt x="840" y="1"/>
                      </a:moveTo>
                      <a:cubicBezTo>
                        <a:pt x="635" y="1"/>
                        <a:pt x="428" y="50"/>
                        <a:pt x="253" y="142"/>
                      </a:cubicBezTo>
                      <a:cubicBezTo>
                        <a:pt x="98" y="239"/>
                        <a:pt x="0" y="395"/>
                        <a:pt x="0" y="531"/>
                      </a:cubicBezTo>
                      <a:cubicBezTo>
                        <a:pt x="20" y="687"/>
                        <a:pt x="117" y="823"/>
                        <a:pt x="292" y="920"/>
                      </a:cubicBezTo>
                      <a:cubicBezTo>
                        <a:pt x="448" y="1018"/>
                        <a:pt x="642" y="1076"/>
                        <a:pt x="837" y="1076"/>
                      </a:cubicBezTo>
                      <a:cubicBezTo>
                        <a:pt x="1032" y="1076"/>
                        <a:pt x="1265" y="1018"/>
                        <a:pt x="1401" y="920"/>
                      </a:cubicBezTo>
                      <a:cubicBezTo>
                        <a:pt x="1576" y="823"/>
                        <a:pt x="1674" y="687"/>
                        <a:pt x="1674" y="531"/>
                      </a:cubicBezTo>
                      <a:cubicBezTo>
                        <a:pt x="1674" y="434"/>
                        <a:pt x="1615" y="376"/>
                        <a:pt x="1576" y="298"/>
                      </a:cubicBezTo>
                      <a:cubicBezTo>
                        <a:pt x="1518" y="239"/>
                        <a:pt x="1479" y="200"/>
                        <a:pt x="1401" y="142"/>
                      </a:cubicBezTo>
                      <a:cubicBezTo>
                        <a:pt x="1401" y="142"/>
                        <a:pt x="1382" y="142"/>
                        <a:pt x="1362" y="123"/>
                      </a:cubicBezTo>
                      <a:cubicBezTo>
                        <a:pt x="1206" y="40"/>
                        <a:pt x="1024"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1308075" y="1782300"/>
                  <a:ext cx="41350" cy="26350"/>
                </a:xfrm>
                <a:custGeom>
                  <a:avLst/>
                  <a:gdLst/>
                  <a:ahLst/>
                  <a:cxnLst/>
                  <a:rect l="l" t="t" r="r" b="b"/>
                  <a:pathLst>
                    <a:path w="1654" h="1054" extrusionOk="0">
                      <a:moveTo>
                        <a:pt x="837" y="217"/>
                      </a:moveTo>
                      <a:cubicBezTo>
                        <a:pt x="1012" y="217"/>
                        <a:pt x="1148" y="236"/>
                        <a:pt x="1265" y="314"/>
                      </a:cubicBezTo>
                      <a:cubicBezTo>
                        <a:pt x="1362" y="372"/>
                        <a:pt x="1420" y="431"/>
                        <a:pt x="1420" y="509"/>
                      </a:cubicBezTo>
                      <a:cubicBezTo>
                        <a:pt x="1420" y="586"/>
                        <a:pt x="1362" y="664"/>
                        <a:pt x="1265" y="703"/>
                      </a:cubicBezTo>
                      <a:cubicBezTo>
                        <a:pt x="1148" y="781"/>
                        <a:pt x="988" y="820"/>
                        <a:pt x="827" y="820"/>
                      </a:cubicBezTo>
                      <a:cubicBezTo>
                        <a:pt x="667" y="820"/>
                        <a:pt x="506" y="781"/>
                        <a:pt x="389" y="703"/>
                      </a:cubicBezTo>
                      <a:cubicBezTo>
                        <a:pt x="292" y="664"/>
                        <a:pt x="253" y="586"/>
                        <a:pt x="253" y="509"/>
                      </a:cubicBezTo>
                      <a:cubicBezTo>
                        <a:pt x="253" y="431"/>
                        <a:pt x="292" y="392"/>
                        <a:pt x="389" y="314"/>
                      </a:cubicBezTo>
                      <a:cubicBezTo>
                        <a:pt x="525" y="236"/>
                        <a:pt x="681" y="217"/>
                        <a:pt x="837" y="217"/>
                      </a:cubicBezTo>
                      <a:close/>
                      <a:moveTo>
                        <a:pt x="819" y="0"/>
                      </a:moveTo>
                      <a:cubicBezTo>
                        <a:pt x="621" y="0"/>
                        <a:pt x="423" y="39"/>
                        <a:pt x="273" y="119"/>
                      </a:cubicBezTo>
                      <a:cubicBezTo>
                        <a:pt x="97" y="217"/>
                        <a:pt x="0" y="372"/>
                        <a:pt x="0" y="509"/>
                      </a:cubicBezTo>
                      <a:cubicBezTo>
                        <a:pt x="0" y="664"/>
                        <a:pt x="97" y="800"/>
                        <a:pt x="273" y="898"/>
                      </a:cubicBezTo>
                      <a:cubicBezTo>
                        <a:pt x="448" y="995"/>
                        <a:pt x="642" y="1053"/>
                        <a:pt x="837" y="1053"/>
                      </a:cubicBezTo>
                      <a:cubicBezTo>
                        <a:pt x="1031" y="1053"/>
                        <a:pt x="1245" y="995"/>
                        <a:pt x="1401" y="898"/>
                      </a:cubicBezTo>
                      <a:cubicBezTo>
                        <a:pt x="1557" y="800"/>
                        <a:pt x="1654" y="664"/>
                        <a:pt x="1654" y="509"/>
                      </a:cubicBezTo>
                      <a:cubicBezTo>
                        <a:pt x="1654" y="411"/>
                        <a:pt x="1615" y="314"/>
                        <a:pt x="1537" y="256"/>
                      </a:cubicBezTo>
                      <a:cubicBezTo>
                        <a:pt x="1518" y="197"/>
                        <a:pt x="1459" y="178"/>
                        <a:pt x="1381" y="119"/>
                      </a:cubicBezTo>
                      <a:cubicBezTo>
                        <a:pt x="1362" y="119"/>
                        <a:pt x="1343" y="100"/>
                        <a:pt x="1343" y="100"/>
                      </a:cubicBezTo>
                      <a:cubicBezTo>
                        <a:pt x="1192" y="34"/>
                        <a:pt x="1005" y="0"/>
                        <a:pt x="8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1058550" y="1692650"/>
                  <a:ext cx="40875" cy="26500"/>
                </a:xfrm>
                <a:custGeom>
                  <a:avLst/>
                  <a:gdLst/>
                  <a:ahLst/>
                  <a:cxnLst/>
                  <a:rect l="l" t="t" r="r" b="b"/>
                  <a:pathLst>
                    <a:path w="1635" h="1060" extrusionOk="0">
                      <a:moveTo>
                        <a:pt x="837" y="223"/>
                      </a:moveTo>
                      <a:cubicBezTo>
                        <a:pt x="1012" y="223"/>
                        <a:pt x="1168" y="262"/>
                        <a:pt x="1285" y="320"/>
                      </a:cubicBezTo>
                      <a:cubicBezTo>
                        <a:pt x="1382" y="379"/>
                        <a:pt x="1421" y="456"/>
                        <a:pt x="1421" y="515"/>
                      </a:cubicBezTo>
                      <a:cubicBezTo>
                        <a:pt x="1421" y="593"/>
                        <a:pt x="1382" y="670"/>
                        <a:pt x="1285" y="729"/>
                      </a:cubicBezTo>
                      <a:cubicBezTo>
                        <a:pt x="1158" y="797"/>
                        <a:pt x="993" y="831"/>
                        <a:pt x="832" y="831"/>
                      </a:cubicBezTo>
                      <a:cubicBezTo>
                        <a:pt x="672" y="831"/>
                        <a:pt x="516" y="797"/>
                        <a:pt x="409" y="729"/>
                      </a:cubicBezTo>
                      <a:cubicBezTo>
                        <a:pt x="312" y="670"/>
                        <a:pt x="254" y="593"/>
                        <a:pt x="254" y="515"/>
                      </a:cubicBezTo>
                      <a:cubicBezTo>
                        <a:pt x="254" y="456"/>
                        <a:pt x="312" y="398"/>
                        <a:pt x="409" y="320"/>
                      </a:cubicBezTo>
                      <a:cubicBezTo>
                        <a:pt x="526" y="262"/>
                        <a:pt x="701" y="223"/>
                        <a:pt x="837" y="223"/>
                      </a:cubicBezTo>
                      <a:close/>
                      <a:moveTo>
                        <a:pt x="859" y="1"/>
                      </a:moveTo>
                      <a:cubicBezTo>
                        <a:pt x="648" y="1"/>
                        <a:pt x="434" y="50"/>
                        <a:pt x="254" y="145"/>
                      </a:cubicBezTo>
                      <a:cubicBezTo>
                        <a:pt x="98" y="242"/>
                        <a:pt x="1" y="379"/>
                        <a:pt x="1" y="534"/>
                      </a:cubicBezTo>
                      <a:cubicBezTo>
                        <a:pt x="1" y="670"/>
                        <a:pt x="98" y="826"/>
                        <a:pt x="254" y="923"/>
                      </a:cubicBezTo>
                      <a:cubicBezTo>
                        <a:pt x="429" y="1021"/>
                        <a:pt x="623" y="1060"/>
                        <a:pt x="818" y="1060"/>
                      </a:cubicBezTo>
                      <a:cubicBezTo>
                        <a:pt x="1012" y="1060"/>
                        <a:pt x="1226" y="1021"/>
                        <a:pt x="1382" y="923"/>
                      </a:cubicBezTo>
                      <a:cubicBezTo>
                        <a:pt x="1557" y="826"/>
                        <a:pt x="1635" y="670"/>
                        <a:pt x="1635" y="534"/>
                      </a:cubicBezTo>
                      <a:cubicBezTo>
                        <a:pt x="1635" y="437"/>
                        <a:pt x="1596" y="359"/>
                        <a:pt x="1538" y="262"/>
                      </a:cubicBezTo>
                      <a:cubicBezTo>
                        <a:pt x="1518" y="242"/>
                        <a:pt x="1479" y="184"/>
                        <a:pt x="1402" y="145"/>
                      </a:cubicBezTo>
                      <a:cubicBezTo>
                        <a:pt x="1382" y="145"/>
                        <a:pt x="1382" y="106"/>
                        <a:pt x="1363" y="106"/>
                      </a:cubicBezTo>
                      <a:cubicBezTo>
                        <a:pt x="1212" y="35"/>
                        <a:pt x="1037" y="1"/>
                        <a:pt x="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795925" y="1779000"/>
                  <a:ext cx="41850" cy="26725"/>
                </a:xfrm>
                <a:custGeom>
                  <a:avLst/>
                  <a:gdLst/>
                  <a:ahLst/>
                  <a:cxnLst/>
                  <a:rect l="l" t="t" r="r" b="b"/>
                  <a:pathLst>
                    <a:path w="1674" h="1069" extrusionOk="0">
                      <a:moveTo>
                        <a:pt x="837" y="232"/>
                      </a:moveTo>
                      <a:cubicBezTo>
                        <a:pt x="1012" y="232"/>
                        <a:pt x="1148" y="251"/>
                        <a:pt x="1284" y="329"/>
                      </a:cubicBezTo>
                      <a:cubicBezTo>
                        <a:pt x="1381" y="388"/>
                        <a:pt x="1420" y="446"/>
                        <a:pt x="1420" y="524"/>
                      </a:cubicBezTo>
                      <a:cubicBezTo>
                        <a:pt x="1420" y="602"/>
                        <a:pt x="1381" y="641"/>
                        <a:pt x="1284" y="718"/>
                      </a:cubicBezTo>
                      <a:cubicBezTo>
                        <a:pt x="1158" y="796"/>
                        <a:pt x="992" y="835"/>
                        <a:pt x="832" y="835"/>
                      </a:cubicBezTo>
                      <a:cubicBezTo>
                        <a:pt x="671" y="835"/>
                        <a:pt x="516" y="796"/>
                        <a:pt x="409" y="718"/>
                      </a:cubicBezTo>
                      <a:cubicBezTo>
                        <a:pt x="311" y="679"/>
                        <a:pt x="253" y="602"/>
                        <a:pt x="253" y="524"/>
                      </a:cubicBezTo>
                      <a:cubicBezTo>
                        <a:pt x="253" y="446"/>
                        <a:pt x="311" y="407"/>
                        <a:pt x="409" y="329"/>
                      </a:cubicBezTo>
                      <a:cubicBezTo>
                        <a:pt x="525" y="251"/>
                        <a:pt x="700" y="232"/>
                        <a:pt x="837" y="232"/>
                      </a:cubicBezTo>
                      <a:close/>
                      <a:moveTo>
                        <a:pt x="809" y="1"/>
                      </a:moveTo>
                      <a:cubicBezTo>
                        <a:pt x="619" y="1"/>
                        <a:pt x="432" y="45"/>
                        <a:pt x="292" y="135"/>
                      </a:cubicBezTo>
                      <a:cubicBezTo>
                        <a:pt x="117" y="232"/>
                        <a:pt x="20" y="388"/>
                        <a:pt x="20" y="524"/>
                      </a:cubicBezTo>
                      <a:cubicBezTo>
                        <a:pt x="0" y="679"/>
                        <a:pt x="97" y="816"/>
                        <a:pt x="292" y="913"/>
                      </a:cubicBezTo>
                      <a:cubicBezTo>
                        <a:pt x="448" y="1010"/>
                        <a:pt x="642" y="1069"/>
                        <a:pt x="837" y="1069"/>
                      </a:cubicBezTo>
                      <a:cubicBezTo>
                        <a:pt x="1031" y="1069"/>
                        <a:pt x="1265" y="1010"/>
                        <a:pt x="1401" y="913"/>
                      </a:cubicBezTo>
                      <a:cubicBezTo>
                        <a:pt x="1576" y="816"/>
                        <a:pt x="1673" y="679"/>
                        <a:pt x="1673" y="524"/>
                      </a:cubicBezTo>
                      <a:cubicBezTo>
                        <a:pt x="1673" y="427"/>
                        <a:pt x="1615" y="329"/>
                        <a:pt x="1537" y="251"/>
                      </a:cubicBezTo>
                      <a:cubicBezTo>
                        <a:pt x="1498" y="213"/>
                        <a:pt x="1459" y="193"/>
                        <a:pt x="1401" y="135"/>
                      </a:cubicBezTo>
                      <a:cubicBezTo>
                        <a:pt x="1381" y="115"/>
                        <a:pt x="1342" y="115"/>
                        <a:pt x="1323" y="115"/>
                      </a:cubicBezTo>
                      <a:cubicBezTo>
                        <a:pt x="1172" y="40"/>
                        <a:pt x="989" y="1"/>
                        <a:pt x="8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707875" y="1929225"/>
                  <a:ext cx="41375" cy="26300"/>
                </a:xfrm>
                <a:custGeom>
                  <a:avLst/>
                  <a:gdLst/>
                  <a:ahLst/>
                  <a:cxnLst/>
                  <a:rect l="l" t="t" r="r" b="b"/>
                  <a:pathLst>
                    <a:path w="1655" h="1052" extrusionOk="0">
                      <a:moveTo>
                        <a:pt x="837" y="235"/>
                      </a:moveTo>
                      <a:cubicBezTo>
                        <a:pt x="1012" y="235"/>
                        <a:pt x="1149" y="254"/>
                        <a:pt x="1265" y="332"/>
                      </a:cubicBezTo>
                      <a:cubicBezTo>
                        <a:pt x="1363" y="371"/>
                        <a:pt x="1421" y="449"/>
                        <a:pt x="1421" y="526"/>
                      </a:cubicBezTo>
                      <a:cubicBezTo>
                        <a:pt x="1421" y="604"/>
                        <a:pt x="1382" y="643"/>
                        <a:pt x="1285" y="721"/>
                      </a:cubicBezTo>
                      <a:cubicBezTo>
                        <a:pt x="1158" y="789"/>
                        <a:pt x="993" y="823"/>
                        <a:pt x="832" y="823"/>
                      </a:cubicBezTo>
                      <a:cubicBezTo>
                        <a:pt x="672" y="823"/>
                        <a:pt x="516" y="789"/>
                        <a:pt x="409" y="721"/>
                      </a:cubicBezTo>
                      <a:cubicBezTo>
                        <a:pt x="312" y="663"/>
                        <a:pt x="254" y="604"/>
                        <a:pt x="254" y="526"/>
                      </a:cubicBezTo>
                      <a:cubicBezTo>
                        <a:pt x="254" y="449"/>
                        <a:pt x="312" y="410"/>
                        <a:pt x="409" y="332"/>
                      </a:cubicBezTo>
                      <a:cubicBezTo>
                        <a:pt x="526" y="254"/>
                        <a:pt x="701" y="235"/>
                        <a:pt x="837" y="235"/>
                      </a:cubicBezTo>
                      <a:close/>
                      <a:moveTo>
                        <a:pt x="837" y="1"/>
                      </a:moveTo>
                      <a:cubicBezTo>
                        <a:pt x="633" y="1"/>
                        <a:pt x="428" y="44"/>
                        <a:pt x="273" y="137"/>
                      </a:cubicBezTo>
                      <a:cubicBezTo>
                        <a:pt x="98" y="235"/>
                        <a:pt x="1" y="371"/>
                        <a:pt x="1" y="526"/>
                      </a:cubicBezTo>
                      <a:cubicBezTo>
                        <a:pt x="1" y="663"/>
                        <a:pt x="98" y="818"/>
                        <a:pt x="273" y="915"/>
                      </a:cubicBezTo>
                      <a:cubicBezTo>
                        <a:pt x="448" y="1013"/>
                        <a:pt x="643" y="1052"/>
                        <a:pt x="837" y="1052"/>
                      </a:cubicBezTo>
                      <a:cubicBezTo>
                        <a:pt x="1032" y="1052"/>
                        <a:pt x="1246" y="1013"/>
                        <a:pt x="1402" y="915"/>
                      </a:cubicBezTo>
                      <a:cubicBezTo>
                        <a:pt x="1577" y="818"/>
                        <a:pt x="1654" y="663"/>
                        <a:pt x="1654" y="526"/>
                      </a:cubicBezTo>
                      <a:cubicBezTo>
                        <a:pt x="1654" y="429"/>
                        <a:pt x="1616" y="332"/>
                        <a:pt x="1538" y="254"/>
                      </a:cubicBezTo>
                      <a:cubicBezTo>
                        <a:pt x="1518" y="215"/>
                        <a:pt x="1479" y="157"/>
                        <a:pt x="1402" y="137"/>
                      </a:cubicBezTo>
                      <a:cubicBezTo>
                        <a:pt x="1382" y="137"/>
                        <a:pt x="1343" y="98"/>
                        <a:pt x="1343" y="98"/>
                      </a:cubicBezTo>
                      <a:cubicBezTo>
                        <a:pt x="1197" y="35"/>
                        <a:pt x="1017"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2094525" y="1736625"/>
                  <a:ext cx="41375" cy="26300"/>
                </a:xfrm>
                <a:custGeom>
                  <a:avLst/>
                  <a:gdLst/>
                  <a:ahLst/>
                  <a:cxnLst/>
                  <a:rect l="l" t="t" r="r" b="b"/>
                  <a:pathLst>
                    <a:path w="1655" h="1052" extrusionOk="0">
                      <a:moveTo>
                        <a:pt x="837" y="254"/>
                      </a:moveTo>
                      <a:cubicBezTo>
                        <a:pt x="1013" y="254"/>
                        <a:pt x="1168" y="273"/>
                        <a:pt x="1285" y="351"/>
                      </a:cubicBezTo>
                      <a:cubicBezTo>
                        <a:pt x="1382" y="390"/>
                        <a:pt x="1421" y="468"/>
                        <a:pt x="1421" y="546"/>
                      </a:cubicBezTo>
                      <a:cubicBezTo>
                        <a:pt x="1421" y="623"/>
                        <a:pt x="1382" y="662"/>
                        <a:pt x="1285" y="740"/>
                      </a:cubicBezTo>
                      <a:cubicBezTo>
                        <a:pt x="1158" y="808"/>
                        <a:pt x="993" y="842"/>
                        <a:pt x="833" y="842"/>
                      </a:cubicBezTo>
                      <a:cubicBezTo>
                        <a:pt x="672" y="842"/>
                        <a:pt x="516" y="808"/>
                        <a:pt x="409" y="740"/>
                      </a:cubicBezTo>
                      <a:cubicBezTo>
                        <a:pt x="312" y="682"/>
                        <a:pt x="254" y="623"/>
                        <a:pt x="254" y="546"/>
                      </a:cubicBezTo>
                      <a:cubicBezTo>
                        <a:pt x="254" y="468"/>
                        <a:pt x="312" y="429"/>
                        <a:pt x="409" y="351"/>
                      </a:cubicBezTo>
                      <a:cubicBezTo>
                        <a:pt x="526" y="273"/>
                        <a:pt x="701" y="254"/>
                        <a:pt x="837" y="254"/>
                      </a:cubicBezTo>
                      <a:close/>
                      <a:moveTo>
                        <a:pt x="818" y="0"/>
                      </a:moveTo>
                      <a:cubicBezTo>
                        <a:pt x="638" y="0"/>
                        <a:pt x="458" y="34"/>
                        <a:pt x="312" y="98"/>
                      </a:cubicBezTo>
                      <a:cubicBezTo>
                        <a:pt x="293" y="98"/>
                        <a:pt x="254" y="137"/>
                        <a:pt x="234" y="137"/>
                      </a:cubicBezTo>
                      <a:cubicBezTo>
                        <a:pt x="215" y="176"/>
                        <a:pt x="156" y="234"/>
                        <a:pt x="118" y="254"/>
                      </a:cubicBezTo>
                      <a:cubicBezTo>
                        <a:pt x="40" y="332"/>
                        <a:pt x="1" y="429"/>
                        <a:pt x="1" y="526"/>
                      </a:cubicBezTo>
                      <a:cubicBezTo>
                        <a:pt x="1" y="662"/>
                        <a:pt x="98" y="818"/>
                        <a:pt x="254" y="915"/>
                      </a:cubicBezTo>
                      <a:cubicBezTo>
                        <a:pt x="429" y="1013"/>
                        <a:pt x="623" y="1051"/>
                        <a:pt x="818" y="1051"/>
                      </a:cubicBezTo>
                      <a:cubicBezTo>
                        <a:pt x="1013" y="1051"/>
                        <a:pt x="1227" y="1013"/>
                        <a:pt x="1382" y="915"/>
                      </a:cubicBezTo>
                      <a:cubicBezTo>
                        <a:pt x="1557" y="818"/>
                        <a:pt x="1655" y="662"/>
                        <a:pt x="1655" y="526"/>
                      </a:cubicBezTo>
                      <a:cubicBezTo>
                        <a:pt x="1655" y="371"/>
                        <a:pt x="1557" y="234"/>
                        <a:pt x="1382" y="137"/>
                      </a:cubicBezTo>
                      <a:cubicBezTo>
                        <a:pt x="1227" y="44"/>
                        <a:pt x="1023" y="0"/>
                        <a:pt x="8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829475" y="1143025"/>
                  <a:ext cx="41375" cy="26525"/>
                </a:xfrm>
                <a:custGeom>
                  <a:avLst/>
                  <a:gdLst/>
                  <a:ahLst/>
                  <a:cxnLst/>
                  <a:rect l="l" t="t" r="r" b="b"/>
                  <a:pathLst>
                    <a:path w="1655" h="1061" extrusionOk="0">
                      <a:moveTo>
                        <a:pt x="837" y="204"/>
                      </a:moveTo>
                      <a:cubicBezTo>
                        <a:pt x="1012" y="204"/>
                        <a:pt x="1148" y="224"/>
                        <a:pt x="1265" y="302"/>
                      </a:cubicBezTo>
                      <a:cubicBezTo>
                        <a:pt x="1362" y="360"/>
                        <a:pt x="1421" y="418"/>
                        <a:pt x="1421" y="496"/>
                      </a:cubicBezTo>
                      <a:cubicBezTo>
                        <a:pt x="1421" y="574"/>
                        <a:pt x="1362" y="613"/>
                        <a:pt x="1265" y="691"/>
                      </a:cubicBezTo>
                      <a:cubicBezTo>
                        <a:pt x="1148" y="769"/>
                        <a:pt x="993" y="807"/>
                        <a:pt x="837" y="807"/>
                      </a:cubicBezTo>
                      <a:cubicBezTo>
                        <a:pt x="681" y="807"/>
                        <a:pt x="526" y="769"/>
                        <a:pt x="409" y="691"/>
                      </a:cubicBezTo>
                      <a:cubicBezTo>
                        <a:pt x="312" y="652"/>
                        <a:pt x="253" y="574"/>
                        <a:pt x="253" y="496"/>
                      </a:cubicBezTo>
                      <a:cubicBezTo>
                        <a:pt x="253" y="418"/>
                        <a:pt x="312" y="379"/>
                        <a:pt x="409" y="302"/>
                      </a:cubicBezTo>
                      <a:cubicBezTo>
                        <a:pt x="526" y="224"/>
                        <a:pt x="701" y="204"/>
                        <a:pt x="837" y="204"/>
                      </a:cubicBezTo>
                      <a:close/>
                      <a:moveTo>
                        <a:pt x="844" y="0"/>
                      </a:moveTo>
                      <a:cubicBezTo>
                        <a:pt x="642" y="0"/>
                        <a:pt x="438" y="49"/>
                        <a:pt x="273" y="146"/>
                      </a:cubicBezTo>
                      <a:cubicBezTo>
                        <a:pt x="98" y="243"/>
                        <a:pt x="0" y="379"/>
                        <a:pt x="0" y="535"/>
                      </a:cubicBezTo>
                      <a:cubicBezTo>
                        <a:pt x="0" y="671"/>
                        <a:pt x="98" y="807"/>
                        <a:pt x="273" y="924"/>
                      </a:cubicBezTo>
                      <a:cubicBezTo>
                        <a:pt x="448" y="1021"/>
                        <a:pt x="642" y="1060"/>
                        <a:pt x="837" y="1060"/>
                      </a:cubicBezTo>
                      <a:cubicBezTo>
                        <a:pt x="1012" y="1060"/>
                        <a:pt x="1168" y="1041"/>
                        <a:pt x="1323" y="963"/>
                      </a:cubicBezTo>
                      <a:cubicBezTo>
                        <a:pt x="1343" y="944"/>
                        <a:pt x="1362" y="944"/>
                        <a:pt x="1401" y="924"/>
                      </a:cubicBezTo>
                      <a:cubicBezTo>
                        <a:pt x="1440" y="885"/>
                        <a:pt x="1499" y="846"/>
                        <a:pt x="1537" y="807"/>
                      </a:cubicBezTo>
                      <a:cubicBezTo>
                        <a:pt x="1615" y="749"/>
                        <a:pt x="1654" y="652"/>
                        <a:pt x="1654" y="535"/>
                      </a:cubicBezTo>
                      <a:cubicBezTo>
                        <a:pt x="1654" y="379"/>
                        <a:pt x="1557" y="243"/>
                        <a:pt x="1401" y="146"/>
                      </a:cubicBezTo>
                      <a:cubicBezTo>
                        <a:pt x="1246" y="49"/>
                        <a:pt x="1046" y="0"/>
                        <a:pt x="8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45325" y="1062750"/>
                  <a:ext cx="41375" cy="26550"/>
                </a:xfrm>
                <a:custGeom>
                  <a:avLst/>
                  <a:gdLst/>
                  <a:ahLst/>
                  <a:cxnLst/>
                  <a:rect l="l" t="t" r="r" b="b"/>
                  <a:pathLst>
                    <a:path w="1655" h="1062" extrusionOk="0">
                      <a:moveTo>
                        <a:pt x="798" y="225"/>
                      </a:moveTo>
                      <a:cubicBezTo>
                        <a:pt x="974" y="225"/>
                        <a:pt x="1110" y="264"/>
                        <a:pt x="1226" y="322"/>
                      </a:cubicBezTo>
                      <a:cubicBezTo>
                        <a:pt x="1324" y="380"/>
                        <a:pt x="1382" y="458"/>
                        <a:pt x="1382" y="517"/>
                      </a:cubicBezTo>
                      <a:cubicBezTo>
                        <a:pt x="1382" y="594"/>
                        <a:pt x="1324" y="653"/>
                        <a:pt x="1226" y="731"/>
                      </a:cubicBezTo>
                      <a:cubicBezTo>
                        <a:pt x="1119" y="799"/>
                        <a:pt x="964" y="833"/>
                        <a:pt x="806" y="833"/>
                      </a:cubicBezTo>
                      <a:cubicBezTo>
                        <a:pt x="648" y="833"/>
                        <a:pt x="487" y="799"/>
                        <a:pt x="370" y="731"/>
                      </a:cubicBezTo>
                      <a:cubicBezTo>
                        <a:pt x="273" y="672"/>
                        <a:pt x="215" y="594"/>
                        <a:pt x="215" y="517"/>
                      </a:cubicBezTo>
                      <a:cubicBezTo>
                        <a:pt x="215" y="458"/>
                        <a:pt x="273" y="400"/>
                        <a:pt x="370" y="322"/>
                      </a:cubicBezTo>
                      <a:cubicBezTo>
                        <a:pt x="487" y="264"/>
                        <a:pt x="662" y="225"/>
                        <a:pt x="798" y="225"/>
                      </a:cubicBezTo>
                      <a:close/>
                      <a:moveTo>
                        <a:pt x="828" y="1"/>
                      </a:moveTo>
                      <a:cubicBezTo>
                        <a:pt x="628" y="1"/>
                        <a:pt x="429" y="50"/>
                        <a:pt x="273" y="147"/>
                      </a:cubicBezTo>
                      <a:cubicBezTo>
                        <a:pt x="98" y="244"/>
                        <a:pt x="1" y="380"/>
                        <a:pt x="1" y="536"/>
                      </a:cubicBezTo>
                      <a:cubicBezTo>
                        <a:pt x="1" y="672"/>
                        <a:pt x="98" y="828"/>
                        <a:pt x="273" y="925"/>
                      </a:cubicBezTo>
                      <a:cubicBezTo>
                        <a:pt x="429" y="1022"/>
                        <a:pt x="623" y="1061"/>
                        <a:pt x="818" y="1061"/>
                      </a:cubicBezTo>
                      <a:cubicBezTo>
                        <a:pt x="993" y="1061"/>
                        <a:pt x="1168" y="1042"/>
                        <a:pt x="1304" y="964"/>
                      </a:cubicBezTo>
                      <a:cubicBezTo>
                        <a:pt x="1343" y="964"/>
                        <a:pt x="1363" y="964"/>
                        <a:pt x="1382" y="945"/>
                      </a:cubicBezTo>
                      <a:cubicBezTo>
                        <a:pt x="1440" y="925"/>
                        <a:pt x="1479" y="867"/>
                        <a:pt x="1538" y="828"/>
                      </a:cubicBezTo>
                      <a:cubicBezTo>
                        <a:pt x="1596" y="750"/>
                        <a:pt x="1654" y="653"/>
                        <a:pt x="1654" y="536"/>
                      </a:cubicBezTo>
                      <a:cubicBezTo>
                        <a:pt x="1654" y="380"/>
                        <a:pt x="1557" y="244"/>
                        <a:pt x="1382" y="147"/>
                      </a:cubicBezTo>
                      <a:cubicBezTo>
                        <a:pt x="1226"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825100" y="1077850"/>
                  <a:ext cx="41375" cy="26525"/>
                </a:xfrm>
                <a:custGeom>
                  <a:avLst/>
                  <a:gdLst/>
                  <a:ahLst/>
                  <a:cxnLst/>
                  <a:rect l="l" t="t" r="r" b="b"/>
                  <a:pathLst>
                    <a:path w="1655" h="1061" extrusionOk="0">
                      <a:moveTo>
                        <a:pt x="817" y="243"/>
                      </a:moveTo>
                      <a:cubicBezTo>
                        <a:pt x="993" y="243"/>
                        <a:pt x="1129" y="263"/>
                        <a:pt x="1265" y="341"/>
                      </a:cubicBezTo>
                      <a:cubicBezTo>
                        <a:pt x="1343" y="379"/>
                        <a:pt x="1401" y="457"/>
                        <a:pt x="1401" y="535"/>
                      </a:cubicBezTo>
                      <a:cubicBezTo>
                        <a:pt x="1401" y="613"/>
                        <a:pt x="1343" y="652"/>
                        <a:pt x="1265" y="730"/>
                      </a:cubicBezTo>
                      <a:cubicBezTo>
                        <a:pt x="1139" y="798"/>
                        <a:pt x="978" y="832"/>
                        <a:pt x="820" y="832"/>
                      </a:cubicBezTo>
                      <a:cubicBezTo>
                        <a:pt x="662" y="832"/>
                        <a:pt x="506" y="798"/>
                        <a:pt x="389" y="730"/>
                      </a:cubicBezTo>
                      <a:cubicBezTo>
                        <a:pt x="292" y="671"/>
                        <a:pt x="234" y="613"/>
                        <a:pt x="234" y="535"/>
                      </a:cubicBezTo>
                      <a:cubicBezTo>
                        <a:pt x="234" y="457"/>
                        <a:pt x="292" y="399"/>
                        <a:pt x="389" y="341"/>
                      </a:cubicBezTo>
                      <a:cubicBezTo>
                        <a:pt x="506" y="263"/>
                        <a:pt x="681" y="243"/>
                        <a:pt x="817" y="243"/>
                      </a:cubicBezTo>
                      <a:close/>
                      <a:moveTo>
                        <a:pt x="825" y="0"/>
                      </a:moveTo>
                      <a:cubicBezTo>
                        <a:pt x="623" y="0"/>
                        <a:pt x="419" y="49"/>
                        <a:pt x="253" y="146"/>
                      </a:cubicBezTo>
                      <a:cubicBezTo>
                        <a:pt x="98" y="243"/>
                        <a:pt x="0" y="379"/>
                        <a:pt x="0" y="535"/>
                      </a:cubicBezTo>
                      <a:cubicBezTo>
                        <a:pt x="0" y="671"/>
                        <a:pt x="98" y="827"/>
                        <a:pt x="253" y="924"/>
                      </a:cubicBezTo>
                      <a:cubicBezTo>
                        <a:pt x="428" y="1021"/>
                        <a:pt x="623" y="1060"/>
                        <a:pt x="817" y="1060"/>
                      </a:cubicBezTo>
                      <a:cubicBezTo>
                        <a:pt x="993" y="1060"/>
                        <a:pt x="1168" y="1041"/>
                        <a:pt x="1304" y="963"/>
                      </a:cubicBezTo>
                      <a:cubicBezTo>
                        <a:pt x="1323" y="963"/>
                        <a:pt x="1362" y="944"/>
                        <a:pt x="1382" y="944"/>
                      </a:cubicBezTo>
                      <a:cubicBezTo>
                        <a:pt x="1421" y="924"/>
                        <a:pt x="1479" y="866"/>
                        <a:pt x="1518" y="827"/>
                      </a:cubicBezTo>
                      <a:cubicBezTo>
                        <a:pt x="1596" y="749"/>
                        <a:pt x="1654" y="652"/>
                        <a:pt x="1654" y="555"/>
                      </a:cubicBezTo>
                      <a:cubicBezTo>
                        <a:pt x="1654" y="379"/>
                        <a:pt x="1557" y="26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987050" y="1141075"/>
                  <a:ext cx="42350" cy="26525"/>
                </a:xfrm>
                <a:custGeom>
                  <a:avLst/>
                  <a:gdLst/>
                  <a:ahLst/>
                  <a:cxnLst/>
                  <a:rect l="l" t="t" r="r" b="b"/>
                  <a:pathLst>
                    <a:path w="1694" h="1061" extrusionOk="0">
                      <a:moveTo>
                        <a:pt x="837" y="243"/>
                      </a:moveTo>
                      <a:cubicBezTo>
                        <a:pt x="1013" y="243"/>
                        <a:pt x="1149" y="263"/>
                        <a:pt x="1265" y="341"/>
                      </a:cubicBezTo>
                      <a:cubicBezTo>
                        <a:pt x="1363" y="380"/>
                        <a:pt x="1421" y="457"/>
                        <a:pt x="1421" y="535"/>
                      </a:cubicBezTo>
                      <a:cubicBezTo>
                        <a:pt x="1421" y="613"/>
                        <a:pt x="1363" y="652"/>
                        <a:pt x="1265" y="730"/>
                      </a:cubicBezTo>
                      <a:cubicBezTo>
                        <a:pt x="1158" y="798"/>
                        <a:pt x="1003" y="832"/>
                        <a:pt x="842" y="832"/>
                      </a:cubicBezTo>
                      <a:cubicBezTo>
                        <a:pt x="682" y="832"/>
                        <a:pt x="516" y="798"/>
                        <a:pt x="390" y="730"/>
                      </a:cubicBezTo>
                      <a:cubicBezTo>
                        <a:pt x="293" y="671"/>
                        <a:pt x="254" y="613"/>
                        <a:pt x="254" y="535"/>
                      </a:cubicBezTo>
                      <a:cubicBezTo>
                        <a:pt x="254" y="457"/>
                        <a:pt x="293" y="399"/>
                        <a:pt x="390" y="341"/>
                      </a:cubicBezTo>
                      <a:cubicBezTo>
                        <a:pt x="526" y="263"/>
                        <a:pt x="682" y="243"/>
                        <a:pt x="837" y="243"/>
                      </a:cubicBezTo>
                      <a:close/>
                      <a:moveTo>
                        <a:pt x="830" y="0"/>
                      </a:moveTo>
                      <a:cubicBezTo>
                        <a:pt x="628" y="0"/>
                        <a:pt x="429" y="49"/>
                        <a:pt x="273" y="146"/>
                      </a:cubicBezTo>
                      <a:cubicBezTo>
                        <a:pt x="98" y="243"/>
                        <a:pt x="1" y="380"/>
                        <a:pt x="1" y="535"/>
                      </a:cubicBezTo>
                      <a:cubicBezTo>
                        <a:pt x="1" y="671"/>
                        <a:pt x="98" y="827"/>
                        <a:pt x="273" y="924"/>
                      </a:cubicBezTo>
                      <a:cubicBezTo>
                        <a:pt x="448" y="1022"/>
                        <a:pt x="643" y="1061"/>
                        <a:pt x="837" y="1061"/>
                      </a:cubicBezTo>
                      <a:cubicBezTo>
                        <a:pt x="1013" y="1061"/>
                        <a:pt x="1168" y="1022"/>
                        <a:pt x="1343" y="963"/>
                      </a:cubicBezTo>
                      <a:cubicBezTo>
                        <a:pt x="1363" y="963"/>
                        <a:pt x="1402" y="944"/>
                        <a:pt x="1421" y="944"/>
                      </a:cubicBezTo>
                      <a:cubicBezTo>
                        <a:pt x="1499" y="924"/>
                        <a:pt x="1538" y="866"/>
                        <a:pt x="1557" y="827"/>
                      </a:cubicBezTo>
                      <a:cubicBezTo>
                        <a:pt x="1635" y="749"/>
                        <a:pt x="1693" y="652"/>
                        <a:pt x="1693" y="555"/>
                      </a:cubicBezTo>
                      <a:cubicBezTo>
                        <a:pt x="1693" y="380"/>
                        <a:pt x="1596"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31725" y="962075"/>
                  <a:ext cx="41350" cy="27025"/>
                </a:xfrm>
                <a:custGeom>
                  <a:avLst/>
                  <a:gdLst/>
                  <a:ahLst/>
                  <a:cxnLst/>
                  <a:rect l="l" t="t" r="r" b="b"/>
                  <a:pathLst>
                    <a:path w="1654" h="1081" extrusionOk="0">
                      <a:moveTo>
                        <a:pt x="817" y="244"/>
                      </a:moveTo>
                      <a:cubicBezTo>
                        <a:pt x="973" y="244"/>
                        <a:pt x="1128" y="263"/>
                        <a:pt x="1245" y="341"/>
                      </a:cubicBezTo>
                      <a:cubicBezTo>
                        <a:pt x="1342" y="400"/>
                        <a:pt x="1401" y="477"/>
                        <a:pt x="1401" y="536"/>
                      </a:cubicBezTo>
                      <a:cubicBezTo>
                        <a:pt x="1401" y="614"/>
                        <a:pt x="1342" y="672"/>
                        <a:pt x="1245" y="730"/>
                      </a:cubicBezTo>
                      <a:cubicBezTo>
                        <a:pt x="1128" y="808"/>
                        <a:pt x="973" y="847"/>
                        <a:pt x="815" y="847"/>
                      </a:cubicBezTo>
                      <a:cubicBezTo>
                        <a:pt x="657" y="847"/>
                        <a:pt x="496" y="808"/>
                        <a:pt x="370" y="730"/>
                      </a:cubicBezTo>
                      <a:cubicBezTo>
                        <a:pt x="272" y="691"/>
                        <a:pt x="233" y="614"/>
                        <a:pt x="233" y="536"/>
                      </a:cubicBezTo>
                      <a:cubicBezTo>
                        <a:pt x="233" y="477"/>
                        <a:pt x="272" y="419"/>
                        <a:pt x="370" y="341"/>
                      </a:cubicBezTo>
                      <a:cubicBezTo>
                        <a:pt x="486" y="283"/>
                        <a:pt x="662" y="244"/>
                        <a:pt x="817" y="244"/>
                      </a:cubicBezTo>
                      <a:close/>
                      <a:moveTo>
                        <a:pt x="829" y="1"/>
                      </a:moveTo>
                      <a:cubicBezTo>
                        <a:pt x="627" y="1"/>
                        <a:pt x="428" y="49"/>
                        <a:pt x="272" y="147"/>
                      </a:cubicBezTo>
                      <a:cubicBezTo>
                        <a:pt x="97" y="244"/>
                        <a:pt x="0" y="400"/>
                        <a:pt x="0" y="536"/>
                      </a:cubicBezTo>
                      <a:cubicBezTo>
                        <a:pt x="0" y="691"/>
                        <a:pt x="97" y="828"/>
                        <a:pt x="272" y="925"/>
                      </a:cubicBezTo>
                      <a:cubicBezTo>
                        <a:pt x="448" y="1022"/>
                        <a:pt x="642" y="1081"/>
                        <a:pt x="837" y="1081"/>
                      </a:cubicBezTo>
                      <a:cubicBezTo>
                        <a:pt x="1012" y="1081"/>
                        <a:pt x="1187" y="1022"/>
                        <a:pt x="1342" y="983"/>
                      </a:cubicBezTo>
                      <a:cubicBezTo>
                        <a:pt x="1362" y="983"/>
                        <a:pt x="1401" y="964"/>
                        <a:pt x="1401" y="964"/>
                      </a:cubicBezTo>
                      <a:lnTo>
                        <a:pt x="1537" y="808"/>
                      </a:lnTo>
                      <a:cubicBezTo>
                        <a:pt x="1615" y="730"/>
                        <a:pt x="1654" y="633"/>
                        <a:pt x="1654" y="536"/>
                      </a:cubicBezTo>
                      <a:cubicBezTo>
                        <a:pt x="1654" y="400"/>
                        <a:pt x="1556" y="244"/>
                        <a:pt x="1401" y="147"/>
                      </a:cubicBezTo>
                      <a:cubicBezTo>
                        <a:pt x="1235" y="49"/>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973925" y="1071025"/>
                  <a:ext cx="41375" cy="27025"/>
                </a:xfrm>
                <a:custGeom>
                  <a:avLst/>
                  <a:gdLst/>
                  <a:ahLst/>
                  <a:cxnLst/>
                  <a:rect l="l" t="t" r="r" b="b"/>
                  <a:pathLst>
                    <a:path w="1655" h="1081" extrusionOk="0">
                      <a:moveTo>
                        <a:pt x="798" y="244"/>
                      </a:moveTo>
                      <a:cubicBezTo>
                        <a:pt x="973" y="244"/>
                        <a:pt x="1110" y="263"/>
                        <a:pt x="1246" y="341"/>
                      </a:cubicBezTo>
                      <a:cubicBezTo>
                        <a:pt x="1343" y="380"/>
                        <a:pt x="1382" y="458"/>
                        <a:pt x="1382" y="536"/>
                      </a:cubicBezTo>
                      <a:cubicBezTo>
                        <a:pt x="1382" y="614"/>
                        <a:pt x="1324" y="652"/>
                        <a:pt x="1246" y="730"/>
                      </a:cubicBezTo>
                      <a:cubicBezTo>
                        <a:pt x="1129" y="808"/>
                        <a:pt x="968" y="847"/>
                        <a:pt x="808" y="847"/>
                      </a:cubicBezTo>
                      <a:cubicBezTo>
                        <a:pt x="647" y="847"/>
                        <a:pt x="487" y="808"/>
                        <a:pt x="370" y="730"/>
                      </a:cubicBezTo>
                      <a:cubicBezTo>
                        <a:pt x="273" y="691"/>
                        <a:pt x="215" y="614"/>
                        <a:pt x="215" y="536"/>
                      </a:cubicBezTo>
                      <a:cubicBezTo>
                        <a:pt x="215" y="458"/>
                        <a:pt x="273" y="419"/>
                        <a:pt x="370" y="341"/>
                      </a:cubicBezTo>
                      <a:cubicBezTo>
                        <a:pt x="487" y="263"/>
                        <a:pt x="662" y="244"/>
                        <a:pt x="798" y="244"/>
                      </a:cubicBezTo>
                      <a:close/>
                      <a:moveTo>
                        <a:pt x="827" y="1"/>
                      </a:moveTo>
                      <a:cubicBezTo>
                        <a:pt x="628" y="1"/>
                        <a:pt x="429" y="49"/>
                        <a:pt x="273" y="147"/>
                      </a:cubicBezTo>
                      <a:cubicBezTo>
                        <a:pt x="98" y="244"/>
                        <a:pt x="1" y="400"/>
                        <a:pt x="1" y="536"/>
                      </a:cubicBezTo>
                      <a:cubicBezTo>
                        <a:pt x="1" y="691"/>
                        <a:pt x="98" y="828"/>
                        <a:pt x="273" y="925"/>
                      </a:cubicBezTo>
                      <a:cubicBezTo>
                        <a:pt x="429" y="1022"/>
                        <a:pt x="623" y="1080"/>
                        <a:pt x="818" y="1080"/>
                      </a:cubicBezTo>
                      <a:cubicBezTo>
                        <a:pt x="993" y="1080"/>
                        <a:pt x="1187" y="1022"/>
                        <a:pt x="1343" y="944"/>
                      </a:cubicBezTo>
                      <a:cubicBezTo>
                        <a:pt x="1362" y="944"/>
                        <a:pt x="1362" y="925"/>
                        <a:pt x="1382" y="925"/>
                      </a:cubicBezTo>
                      <a:cubicBezTo>
                        <a:pt x="1440" y="905"/>
                        <a:pt x="1479" y="847"/>
                        <a:pt x="1538" y="808"/>
                      </a:cubicBezTo>
                      <a:cubicBezTo>
                        <a:pt x="1596" y="730"/>
                        <a:pt x="1654" y="633"/>
                        <a:pt x="1654" y="536"/>
                      </a:cubicBezTo>
                      <a:cubicBezTo>
                        <a:pt x="1654" y="400"/>
                        <a:pt x="1557" y="244"/>
                        <a:pt x="1382" y="147"/>
                      </a:cubicBezTo>
                      <a:cubicBezTo>
                        <a:pt x="1226" y="49"/>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1016250" y="1001975"/>
                  <a:ext cx="41350" cy="26525"/>
                </a:xfrm>
                <a:custGeom>
                  <a:avLst/>
                  <a:gdLst/>
                  <a:ahLst/>
                  <a:cxnLst/>
                  <a:rect l="l" t="t" r="r" b="b"/>
                  <a:pathLst>
                    <a:path w="1654" h="1061" extrusionOk="0">
                      <a:moveTo>
                        <a:pt x="837" y="243"/>
                      </a:moveTo>
                      <a:cubicBezTo>
                        <a:pt x="1012" y="243"/>
                        <a:pt x="1148" y="263"/>
                        <a:pt x="1265" y="341"/>
                      </a:cubicBezTo>
                      <a:cubicBezTo>
                        <a:pt x="1362" y="379"/>
                        <a:pt x="1420" y="457"/>
                        <a:pt x="1420" y="535"/>
                      </a:cubicBezTo>
                      <a:cubicBezTo>
                        <a:pt x="1420" y="593"/>
                        <a:pt x="1362" y="652"/>
                        <a:pt x="1265" y="730"/>
                      </a:cubicBezTo>
                      <a:cubicBezTo>
                        <a:pt x="1148" y="798"/>
                        <a:pt x="992" y="832"/>
                        <a:pt x="834" y="832"/>
                      </a:cubicBezTo>
                      <a:cubicBezTo>
                        <a:pt x="676" y="832"/>
                        <a:pt x="516" y="798"/>
                        <a:pt x="389" y="730"/>
                      </a:cubicBezTo>
                      <a:cubicBezTo>
                        <a:pt x="292" y="671"/>
                        <a:pt x="253" y="593"/>
                        <a:pt x="253" y="535"/>
                      </a:cubicBezTo>
                      <a:cubicBezTo>
                        <a:pt x="253" y="457"/>
                        <a:pt x="292" y="399"/>
                        <a:pt x="389" y="341"/>
                      </a:cubicBezTo>
                      <a:cubicBezTo>
                        <a:pt x="525" y="263"/>
                        <a:pt x="681" y="243"/>
                        <a:pt x="837" y="243"/>
                      </a:cubicBezTo>
                      <a:close/>
                      <a:moveTo>
                        <a:pt x="829" y="0"/>
                      </a:moveTo>
                      <a:cubicBezTo>
                        <a:pt x="628" y="0"/>
                        <a:pt x="428" y="49"/>
                        <a:pt x="273" y="146"/>
                      </a:cubicBezTo>
                      <a:cubicBezTo>
                        <a:pt x="97" y="243"/>
                        <a:pt x="0" y="379"/>
                        <a:pt x="0" y="535"/>
                      </a:cubicBezTo>
                      <a:cubicBezTo>
                        <a:pt x="0" y="671"/>
                        <a:pt x="97" y="827"/>
                        <a:pt x="273" y="924"/>
                      </a:cubicBezTo>
                      <a:cubicBezTo>
                        <a:pt x="448" y="1021"/>
                        <a:pt x="642" y="1060"/>
                        <a:pt x="837" y="1060"/>
                      </a:cubicBezTo>
                      <a:cubicBezTo>
                        <a:pt x="1012" y="1060"/>
                        <a:pt x="1167" y="1041"/>
                        <a:pt x="1323" y="963"/>
                      </a:cubicBezTo>
                      <a:cubicBezTo>
                        <a:pt x="1343" y="944"/>
                        <a:pt x="1401" y="944"/>
                        <a:pt x="1420" y="924"/>
                      </a:cubicBezTo>
                      <a:cubicBezTo>
                        <a:pt x="1459" y="885"/>
                        <a:pt x="1498" y="866"/>
                        <a:pt x="1537" y="827"/>
                      </a:cubicBezTo>
                      <a:cubicBezTo>
                        <a:pt x="1615" y="749"/>
                        <a:pt x="1654" y="613"/>
                        <a:pt x="1654" y="535"/>
                      </a:cubicBezTo>
                      <a:cubicBezTo>
                        <a:pt x="1654" y="379"/>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989500" y="893025"/>
                  <a:ext cx="41350" cy="26525"/>
                </a:xfrm>
                <a:custGeom>
                  <a:avLst/>
                  <a:gdLst/>
                  <a:ahLst/>
                  <a:cxnLst/>
                  <a:rect l="l" t="t" r="r" b="b"/>
                  <a:pathLst>
                    <a:path w="1654" h="1061" extrusionOk="0">
                      <a:moveTo>
                        <a:pt x="837" y="224"/>
                      </a:moveTo>
                      <a:cubicBezTo>
                        <a:pt x="973" y="224"/>
                        <a:pt x="1148" y="243"/>
                        <a:pt x="1265" y="321"/>
                      </a:cubicBezTo>
                      <a:cubicBezTo>
                        <a:pt x="1362" y="360"/>
                        <a:pt x="1420" y="438"/>
                        <a:pt x="1420" y="516"/>
                      </a:cubicBezTo>
                      <a:cubicBezTo>
                        <a:pt x="1420" y="574"/>
                        <a:pt x="1362" y="632"/>
                        <a:pt x="1265" y="710"/>
                      </a:cubicBezTo>
                      <a:cubicBezTo>
                        <a:pt x="1158" y="778"/>
                        <a:pt x="1002" y="812"/>
                        <a:pt x="842" y="812"/>
                      </a:cubicBezTo>
                      <a:cubicBezTo>
                        <a:pt x="681" y="812"/>
                        <a:pt x="516" y="778"/>
                        <a:pt x="389" y="710"/>
                      </a:cubicBezTo>
                      <a:cubicBezTo>
                        <a:pt x="292" y="652"/>
                        <a:pt x="253" y="574"/>
                        <a:pt x="253" y="516"/>
                      </a:cubicBezTo>
                      <a:cubicBezTo>
                        <a:pt x="253" y="438"/>
                        <a:pt x="292" y="380"/>
                        <a:pt x="389" y="321"/>
                      </a:cubicBezTo>
                      <a:cubicBezTo>
                        <a:pt x="525" y="243"/>
                        <a:pt x="681" y="224"/>
                        <a:pt x="837" y="224"/>
                      </a:cubicBezTo>
                      <a:close/>
                      <a:moveTo>
                        <a:pt x="829" y="0"/>
                      </a:moveTo>
                      <a:cubicBezTo>
                        <a:pt x="628" y="0"/>
                        <a:pt x="428" y="49"/>
                        <a:pt x="273" y="146"/>
                      </a:cubicBezTo>
                      <a:cubicBezTo>
                        <a:pt x="97" y="243"/>
                        <a:pt x="0" y="380"/>
                        <a:pt x="0" y="535"/>
                      </a:cubicBezTo>
                      <a:cubicBezTo>
                        <a:pt x="0" y="671"/>
                        <a:pt x="97" y="827"/>
                        <a:pt x="273" y="924"/>
                      </a:cubicBezTo>
                      <a:cubicBezTo>
                        <a:pt x="448" y="1022"/>
                        <a:pt x="642" y="1060"/>
                        <a:pt x="837" y="1060"/>
                      </a:cubicBezTo>
                      <a:cubicBezTo>
                        <a:pt x="973" y="1060"/>
                        <a:pt x="1129" y="1041"/>
                        <a:pt x="1265" y="1002"/>
                      </a:cubicBezTo>
                      <a:cubicBezTo>
                        <a:pt x="1323" y="963"/>
                        <a:pt x="1362" y="944"/>
                        <a:pt x="1401" y="924"/>
                      </a:cubicBezTo>
                      <a:cubicBezTo>
                        <a:pt x="1459" y="905"/>
                        <a:pt x="1498" y="866"/>
                        <a:pt x="1518" y="846"/>
                      </a:cubicBezTo>
                      <a:cubicBezTo>
                        <a:pt x="1615" y="749"/>
                        <a:pt x="1654" y="652"/>
                        <a:pt x="1654" y="535"/>
                      </a:cubicBezTo>
                      <a:cubicBezTo>
                        <a:pt x="1654" y="380"/>
                        <a:pt x="1557" y="243"/>
                        <a:pt x="1401" y="146"/>
                      </a:cubicBezTo>
                      <a:cubicBezTo>
                        <a:pt x="1236"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1071700" y="909550"/>
                  <a:ext cx="41350" cy="26525"/>
                </a:xfrm>
                <a:custGeom>
                  <a:avLst/>
                  <a:gdLst/>
                  <a:ahLst/>
                  <a:cxnLst/>
                  <a:rect l="l" t="t" r="r" b="b"/>
                  <a:pathLst>
                    <a:path w="1654" h="1061" extrusionOk="0">
                      <a:moveTo>
                        <a:pt x="798" y="244"/>
                      </a:moveTo>
                      <a:cubicBezTo>
                        <a:pt x="973" y="244"/>
                        <a:pt x="1109" y="263"/>
                        <a:pt x="1245" y="341"/>
                      </a:cubicBezTo>
                      <a:cubicBezTo>
                        <a:pt x="1342" y="380"/>
                        <a:pt x="1381" y="458"/>
                        <a:pt x="1381" y="536"/>
                      </a:cubicBezTo>
                      <a:cubicBezTo>
                        <a:pt x="1381" y="594"/>
                        <a:pt x="1342" y="652"/>
                        <a:pt x="1245" y="730"/>
                      </a:cubicBezTo>
                      <a:cubicBezTo>
                        <a:pt x="1138" y="789"/>
                        <a:pt x="978" y="818"/>
                        <a:pt x="815" y="818"/>
                      </a:cubicBezTo>
                      <a:cubicBezTo>
                        <a:pt x="652" y="818"/>
                        <a:pt x="486" y="789"/>
                        <a:pt x="370" y="730"/>
                      </a:cubicBezTo>
                      <a:cubicBezTo>
                        <a:pt x="272" y="672"/>
                        <a:pt x="214" y="594"/>
                        <a:pt x="214" y="536"/>
                      </a:cubicBezTo>
                      <a:cubicBezTo>
                        <a:pt x="214" y="458"/>
                        <a:pt x="272" y="399"/>
                        <a:pt x="370" y="341"/>
                      </a:cubicBezTo>
                      <a:cubicBezTo>
                        <a:pt x="486" y="263"/>
                        <a:pt x="662" y="244"/>
                        <a:pt x="798" y="244"/>
                      </a:cubicBezTo>
                      <a:close/>
                      <a:moveTo>
                        <a:pt x="827" y="1"/>
                      </a:moveTo>
                      <a:cubicBezTo>
                        <a:pt x="627" y="1"/>
                        <a:pt x="428" y="49"/>
                        <a:pt x="272" y="147"/>
                      </a:cubicBezTo>
                      <a:cubicBezTo>
                        <a:pt x="97" y="244"/>
                        <a:pt x="0" y="380"/>
                        <a:pt x="0" y="536"/>
                      </a:cubicBezTo>
                      <a:cubicBezTo>
                        <a:pt x="0" y="672"/>
                        <a:pt x="97" y="827"/>
                        <a:pt x="272" y="905"/>
                      </a:cubicBezTo>
                      <a:cubicBezTo>
                        <a:pt x="448" y="1022"/>
                        <a:pt x="642" y="1061"/>
                        <a:pt x="837" y="1061"/>
                      </a:cubicBezTo>
                      <a:cubicBezTo>
                        <a:pt x="992" y="1061"/>
                        <a:pt x="1167" y="1041"/>
                        <a:pt x="1284" y="964"/>
                      </a:cubicBezTo>
                      <a:cubicBezTo>
                        <a:pt x="1323" y="944"/>
                        <a:pt x="1362" y="944"/>
                        <a:pt x="1381" y="905"/>
                      </a:cubicBezTo>
                      <a:cubicBezTo>
                        <a:pt x="1440" y="886"/>
                        <a:pt x="1459" y="866"/>
                        <a:pt x="1518" y="827"/>
                      </a:cubicBezTo>
                      <a:cubicBezTo>
                        <a:pt x="1615" y="730"/>
                        <a:pt x="1654" y="633"/>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939875" y="803050"/>
                  <a:ext cx="41375" cy="26525"/>
                </a:xfrm>
                <a:custGeom>
                  <a:avLst/>
                  <a:gdLst/>
                  <a:ahLst/>
                  <a:cxnLst/>
                  <a:rect l="l" t="t" r="r" b="b"/>
                  <a:pathLst>
                    <a:path w="1655" h="1061" extrusionOk="0">
                      <a:moveTo>
                        <a:pt x="818" y="224"/>
                      </a:moveTo>
                      <a:cubicBezTo>
                        <a:pt x="974" y="224"/>
                        <a:pt x="1129" y="243"/>
                        <a:pt x="1265" y="321"/>
                      </a:cubicBezTo>
                      <a:cubicBezTo>
                        <a:pt x="1363" y="360"/>
                        <a:pt x="1402" y="438"/>
                        <a:pt x="1402" y="516"/>
                      </a:cubicBezTo>
                      <a:cubicBezTo>
                        <a:pt x="1402" y="574"/>
                        <a:pt x="1363" y="632"/>
                        <a:pt x="1265" y="710"/>
                      </a:cubicBezTo>
                      <a:cubicBezTo>
                        <a:pt x="1158" y="778"/>
                        <a:pt x="998" y="812"/>
                        <a:pt x="835" y="812"/>
                      </a:cubicBezTo>
                      <a:cubicBezTo>
                        <a:pt x="672" y="812"/>
                        <a:pt x="507" y="778"/>
                        <a:pt x="390" y="710"/>
                      </a:cubicBezTo>
                      <a:cubicBezTo>
                        <a:pt x="293" y="652"/>
                        <a:pt x="234" y="574"/>
                        <a:pt x="234" y="516"/>
                      </a:cubicBezTo>
                      <a:cubicBezTo>
                        <a:pt x="234" y="438"/>
                        <a:pt x="293" y="379"/>
                        <a:pt x="390" y="321"/>
                      </a:cubicBezTo>
                      <a:cubicBezTo>
                        <a:pt x="507" y="243"/>
                        <a:pt x="682" y="224"/>
                        <a:pt x="818" y="224"/>
                      </a:cubicBezTo>
                      <a:close/>
                      <a:moveTo>
                        <a:pt x="828" y="0"/>
                      </a:moveTo>
                      <a:cubicBezTo>
                        <a:pt x="628" y="0"/>
                        <a:pt x="429" y="49"/>
                        <a:pt x="273" y="146"/>
                      </a:cubicBezTo>
                      <a:cubicBezTo>
                        <a:pt x="98" y="243"/>
                        <a:pt x="1" y="379"/>
                        <a:pt x="1" y="535"/>
                      </a:cubicBezTo>
                      <a:cubicBezTo>
                        <a:pt x="1" y="671"/>
                        <a:pt x="98" y="827"/>
                        <a:pt x="273" y="924"/>
                      </a:cubicBezTo>
                      <a:cubicBezTo>
                        <a:pt x="429" y="1021"/>
                        <a:pt x="623" y="1060"/>
                        <a:pt x="818" y="1060"/>
                      </a:cubicBezTo>
                      <a:cubicBezTo>
                        <a:pt x="993" y="1060"/>
                        <a:pt x="1168" y="1041"/>
                        <a:pt x="1304" y="963"/>
                      </a:cubicBezTo>
                      <a:cubicBezTo>
                        <a:pt x="1343" y="944"/>
                        <a:pt x="1363" y="944"/>
                        <a:pt x="1382" y="924"/>
                      </a:cubicBezTo>
                      <a:cubicBezTo>
                        <a:pt x="1460" y="905"/>
                        <a:pt x="1499" y="846"/>
                        <a:pt x="1538" y="827"/>
                      </a:cubicBezTo>
                      <a:cubicBezTo>
                        <a:pt x="1596" y="749"/>
                        <a:pt x="1654" y="652"/>
                        <a:pt x="1654" y="535"/>
                      </a:cubicBezTo>
                      <a:cubicBezTo>
                        <a:pt x="1654" y="379"/>
                        <a:pt x="1557" y="243"/>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1066825" y="844875"/>
                  <a:ext cx="41375" cy="26525"/>
                </a:xfrm>
                <a:custGeom>
                  <a:avLst/>
                  <a:gdLst/>
                  <a:ahLst/>
                  <a:cxnLst/>
                  <a:rect l="l" t="t" r="r" b="b"/>
                  <a:pathLst>
                    <a:path w="1655" h="1061" extrusionOk="0">
                      <a:moveTo>
                        <a:pt x="837" y="243"/>
                      </a:moveTo>
                      <a:cubicBezTo>
                        <a:pt x="993" y="243"/>
                        <a:pt x="1148" y="263"/>
                        <a:pt x="1265" y="341"/>
                      </a:cubicBezTo>
                      <a:cubicBezTo>
                        <a:pt x="1362" y="399"/>
                        <a:pt x="1421" y="457"/>
                        <a:pt x="1421" y="535"/>
                      </a:cubicBezTo>
                      <a:cubicBezTo>
                        <a:pt x="1421" y="613"/>
                        <a:pt x="1362" y="652"/>
                        <a:pt x="1265" y="730"/>
                      </a:cubicBezTo>
                      <a:cubicBezTo>
                        <a:pt x="1158" y="808"/>
                        <a:pt x="1002" y="846"/>
                        <a:pt x="842" y="846"/>
                      </a:cubicBezTo>
                      <a:cubicBezTo>
                        <a:pt x="681" y="846"/>
                        <a:pt x="516" y="808"/>
                        <a:pt x="390" y="730"/>
                      </a:cubicBezTo>
                      <a:cubicBezTo>
                        <a:pt x="292" y="691"/>
                        <a:pt x="253" y="613"/>
                        <a:pt x="253" y="535"/>
                      </a:cubicBezTo>
                      <a:cubicBezTo>
                        <a:pt x="253" y="457"/>
                        <a:pt x="292" y="418"/>
                        <a:pt x="390" y="341"/>
                      </a:cubicBezTo>
                      <a:cubicBezTo>
                        <a:pt x="506" y="263"/>
                        <a:pt x="681" y="243"/>
                        <a:pt x="837" y="243"/>
                      </a:cubicBezTo>
                      <a:close/>
                      <a:moveTo>
                        <a:pt x="827" y="0"/>
                      </a:moveTo>
                      <a:cubicBezTo>
                        <a:pt x="628" y="0"/>
                        <a:pt x="429" y="49"/>
                        <a:pt x="273" y="146"/>
                      </a:cubicBezTo>
                      <a:cubicBezTo>
                        <a:pt x="98" y="243"/>
                        <a:pt x="1" y="399"/>
                        <a:pt x="1" y="535"/>
                      </a:cubicBezTo>
                      <a:cubicBezTo>
                        <a:pt x="1" y="691"/>
                        <a:pt x="98" y="827"/>
                        <a:pt x="273" y="924"/>
                      </a:cubicBezTo>
                      <a:cubicBezTo>
                        <a:pt x="448" y="1022"/>
                        <a:pt x="643" y="1060"/>
                        <a:pt x="837" y="1060"/>
                      </a:cubicBezTo>
                      <a:cubicBezTo>
                        <a:pt x="993" y="1060"/>
                        <a:pt x="1168" y="1041"/>
                        <a:pt x="1323" y="963"/>
                      </a:cubicBezTo>
                      <a:cubicBezTo>
                        <a:pt x="1343" y="944"/>
                        <a:pt x="1362" y="944"/>
                        <a:pt x="1382" y="924"/>
                      </a:cubicBezTo>
                      <a:cubicBezTo>
                        <a:pt x="1460" y="924"/>
                        <a:pt x="1518" y="885"/>
                        <a:pt x="1537" y="827"/>
                      </a:cubicBezTo>
                      <a:cubicBezTo>
                        <a:pt x="1615" y="749"/>
                        <a:pt x="1654" y="652"/>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829000" y="676100"/>
                  <a:ext cx="41350" cy="26525"/>
                </a:xfrm>
                <a:custGeom>
                  <a:avLst/>
                  <a:gdLst/>
                  <a:ahLst/>
                  <a:cxnLst/>
                  <a:rect l="l" t="t" r="r" b="b"/>
                  <a:pathLst>
                    <a:path w="1654" h="1061" extrusionOk="0">
                      <a:moveTo>
                        <a:pt x="817" y="205"/>
                      </a:moveTo>
                      <a:cubicBezTo>
                        <a:pt x="973" y="205"/>
                        <a:pt x="1128" y="243"/>
                        <a:pt x="1245" y="302"/>
                      </a:cubicBezTo>
                      <a:cubicBezTo>
                        <a:pt x="1342" y="360"/>
                        <a:pt x="1401" y="438"/>
                        <a:pt x="1401" y="496"/>
                      </a:cubicBezTo>
                      <a:cubicBezTo>
                        <a:pt x="1401" y="574"/>
                        <a:pt x="1342" y="633"/>
                        <a:pt x="1245" y="691"/>
                      </a:cubicBezTo>
                      <a:cubicBezTo>
                        <a:pt x="1138" y="769"/>
                        <a:pt x="983" y="808"/>
                        <a:pt x="822" y="808"/>
                      </a:cubicBezTo>
                      <a:cubicBezTo>
                        <a:pt x="661" y="808"/>
                        <a:pt x="496" y="769"/>
                        <a:pt x="370" y="691"/>
                      </a:cubicBezTo>
                      <a:cubicBezTo>
                        <a:pt x="272" y="652"/>
                        <a:pt x="233" y="574"/>
                        <a:pt x="233" y="496"/>
                      </a:cubicBezTo>
                      <a:cubicBezTo>
                        <a:pt x="233" y="438"/>
                        <a:pt x="272" y="380"/>
                        <a:pt x="370" y="302"/>
                      </a:cubicBezTo>
                      <a:cubicBezTo>
                        <a:pt x="486" y="243"/>
                        <a:pt x="661" y="205"/>
                        <a:pt x="817" y="205"/>
                      </a:cubicBezTo>
                      <a:close/>
                      <a:moveTo>
                        <a:pt x="829" y="0"/>
                      </a:moveTo>
                      <a:cubicBezTo>
                        <a:pt x="627" y="0"/>
                        <a:pt x="428" y="49"/>
                        <a:pt x="272" y="146"/>
                      </a:cubicBezTo>
                      <a:cubicBezTo>
                        <a:pt x="97" y="243"/>
                        <a:pt x="0" y="380"/>
                        <a:pt x="0" y="535"/>
                      </a:cubicBezTo>
                      <a:cubicBezTo>
                        <a:pt x="0" y="671"/>
                        <a:pt x="97" y="827"/>
                        <a:pt x="272" y="924"/>
                      </a:cubicBezTo>
                      <a:cubicBezTo>
                        <a:pt x="447" y="1022"/>
                        <a:pt x="642" y="1061"/>
                        <a:pt x="837" y="1061"/>
                      </a:cubicBezTo>
                      <a:cubicBezTo>
                        <a:pt x="973" y="1061"/>
                        <a:pt x="1148" y="1041"/>
                        <a:pt x="1265" y="983"/>
                      </a:cubicBezTo>
                      <a:cubicBezTo>
                        <a:pt x="1323" y="963"/>
                        <a:pt x="1342" y="963"/>
                        <a:pt x="1381" y="944"/>
                      </a:cubicBezTo>
                      <a:cubicBezTo>
                        <a:pt x="1440" y="885"/>
                        <a:pt x="1459" y="866"/>
                        <a:pt x="1518" y="847"/>
                      </a:cubicBezTo>
                      <a:cubicBezTo>
                        <a:pt x="1615" y="749"/>
                        <a:pt x="1654" y="652"/>
                        <a:pt x="1654" y="535"/>
                      </a:cubicBezTo>
                      <a:cubicBezTo>
                        <a:pt x="1654" y="380"/>
                        <a:pt x="1556" y="243"/>
                        <a:pt x="1401" y="146"/>
                      </a:cubicBezTo>
                      <a:cubicBezTo>
                        <a:pt x="1235" y="49"/>
                        <a:pt x="1031"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1183550" y="1036500"/>
                  <a:ext cx="41375" cy="26525"/>
                </a:xfrm>
                <a:custGeom>
                  <a:avLst/>
                  <a:gdLst/>
                  <a:ahLst/>
                  <a:cxnLst/>
                  <a:rect l="l" t="t" r="r" b="b"/>
                  <a:pathLst>
                    <a:path w="1655" h="1061" extrusionOk="0">
                      <a:moveTo>
                        <a:pt x="837" y="244"/>
                      </a:moveTo>
                      <a:cubicBezTo>
                        <a:pt x="993" y="244"/>
                        <a:pt x="1149" y="263"/>
                        <a:pt x="1265" y="341"/>
                      </a:cubicBezTo>
                      <a:cubicBezTo>
                        <a:pt x="1363" y="380"/>
                        <a:pt x="1401" y="458"/>
                        <a:pt x="1401" y="535"/>
                      </a:cubicBezTo>
                      <a:cubicBezTo>
                        <a:pt x="1401" y="613"/>
                        <a:pt x="1363" y="652"/>
                        <a:pt x="1265" y="730"/>
                      </a:cubicBezTo>
                      <a:cubicBezTo>
                        <a:pt x="1139" y="798"/>
                        <a:pt x="973" y="832"/>
                        <a:pt x="813" y="832"/>
                      </a:cubicBezTo>
                      <a:cubicBezTo>
                        <a:pt x="652" y="832"/>
                        <a:pt x="497" y="798"/>
                        <a:pt x="390" y="730"/>
                      </a:cubicBezTo>
                      <a:cubicBezTo>
                        <a:pt x="293" y="672"/>
                        <a:pt x="254" y="613"/>
                        <a:pt x="254" y="535"/>
                      </a:cubicBezTo>
                      <a:cubicBezTo>
                        <a:pt x="254" y="458"/>
                        <a:pt x="293" y="419"/>
                        <a:pt x="390" y="341"/>
                      </a:cubicBezTo>
                      <a:cubicBezTo>
                        <a:pt x="507" y="263"/>
                        <a:pt x="682" y="244"/>
                        <a:pt x="837" y="244"/>
                      </a:cubicBezTo>
                      <a:close/>
                      <a:moveTo>
                        <a:pt x="828" y="0"/>
                      </a:moveTo>
                      <a:cubicBezTo>
                        <a:pt x="628" y="0"/>
                        <a:pt x="429" y="49"/>
                        <a:pt x="273" y="146"/>
                      </a:cubicBezTo>
                      <a:cubicBezTo>
                        <a:pt x="98" y="244"/>
                        <a:pt x="1" y="380"/>
                        <a:pt x="1" y="535"/>
                      </a:cubicBezTo>
                      <a:cubicBezTo>
                        <a:pt x="1" y="672"/>
                        <a:pt x="98" y="827"/>
                        <a:pt x="273" y="925"/>
                      </a:cubicBezTo>
                      <a:cubicBezTo>
                        <a:pt x="448" y="1022"/>
                        <a:pt x="643" y="1061"/>
                        <a:pt x="837" y="1061"/>
                      </a:cubicBezTo>
                      <a:cubicBezTo>
                        <a:pt x="993" y="1061"/>
                        <a:pt x="1149" y="1041"/>
                        <a:pt x="1285" y="963"/>
                      </a:cubicBezTo>
                      <a:cubicBezTo>
                        <a:pt x="1324" y="944"/>
                        <a:pt x="1363" y="944"/>
                        <a:pt x="1382" y="925"/>
                      </a:cubicBezTo>
                      <a:cubicBezTo>
                        <a:pt x="1440" y="905"/>
                        <a:pt x="1479" y="847"/>
                        <a:pt x="1518" y="827"/>
                      </a:cubicBezTo>
                      <a:cubicBezTo>
                        <a:pt x="1615" y="730"/>
                        <a:pt x="1654" y="633"/>
                        <a:pt x="1654" y="535"/>
                      </a:cubicBezTo>
                      <a:cubicBezTo>
                        <a:pt x="1654" y="380"/>
                        <a:pt x="1557" y="244"/>
                        <a:pt x="1382" y="146"/>
                      </a:cubicBezTo>
                      <a:cubicBezTo>
                        <a:pt x="1226"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1110600" y="1025300"/>
                  <a:ext cx="41375" cy="27525"/>
                </a:xfrm>
                <a:custGeom>
                  <a:avLst/>
                  <a:gdLst/>
                  <a:ahLst/>
                  <a:cxnLst/>
                  <a:rect l="l" t="t" r="r" b="b"/>
                  <a:pathLst>
                    <a:path w="1655" h="1101" extrusionOk="0">
                      <a:moveTo>
                        <a:pt x="837" y="283"/>
                      </a:moveTo>
                      <a:cubicBezTo>
                        <a:pt x="993" y="283"/>
                        <a:pt x="1148" y="303"/>
                        <a:pt x="1265" y="380"/>
                      </a:cubicBezTo>
                      <a:cubicBezTo>
                        <a:pt x="1362" y="419"/>
                        <a:pt x="1401" y="497"/>
                        <a:pt x="1401" y="575"/>
                      </a:cubicBezTo>
                      <a:cubicBezTo>
                        <a:pt x="1401" y="633"/>
                        <a:pt x="1362" y="692"/>
                        <a:pt x="1265" y="769"/>
                      </a:cubicBezTo>
                      <a:cubicBezTo>
                        <a:pt x="1139" y="838"/>
                        <a:pt x="973" y="872"/>
                        <a:pt x="813" y="872"/>
                      </a:cubicBezTo>
                      <a:cubicBezTo>
                        <a:pt x="652" y="872"/>
                        <a:pt x="497" y="838"/>
                        <a:pt x="390" y="769"/>
                      </a:cubicBezTo>
                      <a:cubicBezTo>
                        <a:pt x="292" y="711"/>
                        <a:pt x="253" y="633"/>
                        <a:pt x="253" y="575"/>
                      </a:cubicBezTo>
                      <a:cubicBezTo>
                        <a:pt x="253" y="497"/>
                        <a:pt x="312" y="439"/>
                        <a:pt x="390" y="380"/>
                      </a:cubicBezTo>
                      <a:cubicBezTo>
                        <a:pt x="506" y="303"/>
                        <a:pt x="681" y="283"/>
                        <a:pt x="837" y="283"/>
                      </a:cubicBezTo>
                      <a:close/>
                      <a:moveTo>
                        <a:pt x="827" y="1"/>
                      </a:moveTo>
                      <a:cubicBezTo>
                        <a:pt x="628" y="1"/>
                        <a:pt x="428" y="50"/>
                        <a:pt x="273" y="147"/>
                      </a:cubicBezTo>
                      <a:cubicBezTo>
                        <a:pt x="98" y="244"/>
                        <a:pt x="0" y="400"/>
                        <a:pt x="0" y="536"/>
                      </a:cubicBezTo>
                      <a:cubicBezTo>
                        <a:pt x="0" y="711"/>
                        <a:pt x="98" y="867"/>
                        <a:pt x="273" y="964"/>
                      </a:cubicBezTo>
                      <a:cubicBezTo>
                        <a:pt x="448" y="1061"/>
                        <a:pt x="642" y="1100"/>
                        <a:pt x="837" y="1100"/>
                      </a:cubicBezTo>
                      <a:cubicBezTo>
                        <a:pt x="993" y="1100"/>
                        <a:pt x="1168" y="1081"/>
                        <a:pt x="1323" y="1003"/>
                      </a:cubicBezTo>
                      <a:cubicBezTo>
                        <a:pt x="1343" y="1003"/>
                        <a:pt x="1362" y="983"/>
                        <a:pt x="1382" y="964"/>
                      </a:cubicBezTo>
                      <a:cubicBezTo>
                        <a:pt x="1440" y="925"/>
                        <a:pt x="1479" y="886"/>
                        <a:pt x="1537" y="828"/>
                      </a:cubicBezTo>
                      <a:cubicBezTo>
                        <a:pt x="1596" y="769"/>
                        <a:pt x="1654" y="672"/>
                        <a:pt x="1654" y="536"/>
                      </a:cubicBezTo>
                      <a:cubicBezTo>
                        <a:pt x="1654" y="400"/>
                        <a:pt x="1557" y="244"/>
                        <a:pt x="1382" y="147"/>
                      </a:cubicBezTo>
                      <a:cubicBezTo>
                        <a:pt x="1226" y="50"/>
                        <a:pt x="1027"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894150" y="995150"/>
                  <a:ext cx="41375" cy="26050"/>
                </a:xfrm>
                <a:custGeom>
                  <a:avLst/>
                  <a:gdLst/>
                  <a:ahLst/>
                  <a:cxnLst/>
                  <a:rect l="l" t="t" r="r" b="b"/>
                  <a:pathLst>
                    <a:path w="1655" h="1042" extrusionOk="0">
                      <a:moveTo>
                        <a:pt x="838" y="224"/>
                      </a:moveTo>
                      <a:cubicBezTo>
                        <a:pt x="993" y="224"/>
                        <a:pt x="1149" y="244"/>
                        <a:pt x="1266" y="322"/>
                      </a:cubicBezTo>
                      <a:cubicBezTo>
                        <a:pt x="1363" y="361"/>
                        <a:pt x="1402" y="438"/>
                        <a:pt x="1402" y="516"/>
                      </a:cubicBezTo>
                      <a:cubicBezTo>
                        <a:pt x="1402" y="575"/>
                        <a:pt x="1363" y="633"/>
                        <a:pt x="1266" y="711"/>
                      </a:cubicBezTo>
                      <a:cubicBezTo>
                        <a:pt x="1139" y="779"/>
                        <a:pt x="974" y="813"/>
                        <a:pt x="813" y="813"/>
                      </a:cubicBezTo>
                      <a:cubicBezTo>
                        <a:pt x="653" y="813"/>
                        <a:pt x="497" y="779"/>
                        <a:pt x="390" y="711"/>
                      </a:cubicBezTo>
                      <a:cubicBezTo>
                        <a:pt x="293" y="652"/>
                        <a:pt x="254" y="575"/>
                        <a:pt x="254" y="516"/>
                      </a:cubicBezTo>
                      <a:cubicBezTo>
                        <a:pt x="254" y="438"/>
                        <a:pt x="293" y="361"/>
                        <a:pt x="390" y="322"/>
                      </a:cubicBezTo>
                      <a:cubicBezTo>
                        <a:pt x="507" y="244"/>
                        <a:pt x="682" y="224"/>
                        <a:pt x="838" y="224"/>
                      </a:cubicBezTo>
                      <a:close/>
                      <a:moveTo>
                        <a:pt x="828" y="1"/>
                      </a:moveTo>
                      <a:cubicBezTo>
                        <a:pt x="628" y="1"/>
                        <a:pt x="429" y="49"/>
                        <a:pt x="273" y="147"/>
                      </a:cubicBezTo>
                      <a:cubicBezTo>
                        <a:pt x="98" y="244"/>
                        <a:pt x="1" y="380"/>
                        <a:pt x="1" y="536"/>
                      </a:cubicBezTo>
                      <a:cubicBezTo>
                        <a:pt x="1" y="652"/>
                        <a:pt x="98" y="808"/>
                        <a:pt x="273" y="886"/>
                      </a:cubicBezTo>
                      <a:cubicBezTo>
                        <a:pt x="448" y="1003"/>
                        <a:pt x="643" y="1042"/>
                        <a:pt x="838" y="1042"/>
                      </a:cubicBezTo>
                      <a:cubicBezTo>
                        <a:pt x="993" y="1042"/>
                        <a:pt x="1168" y="1022"/>
                        <a:pt x="1324" y="944"/>
                      </a:cubicBezTo>
                      <a:cubicBezTo>
                        <a:pt x="1343" y="944"/>
                        <a:pt x="1363" y="925"/>
                        <a:pt x="1382" y="925"/>
                      </a:cubicBezTo>
                      <a:cubicBezTo>
                        <a:pt x="1441" y="886"/>
                        <a:pt x="1480" y="847"/>
                        <a:pt x="1538" y="789"/>
                      </a:cubicBezTo>
                      <a:cubicBezTo>
                        <a:pt x="1596" y="730"/>
                        <a:pt x="1655" y="633"/>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2246775" y="1758500"/>
                  <a:ext cx="41350" cy="26300"/>
                </a:xfrm>
                <a:custGeom>
                  <a:avLst/>
                  <a:gdLst/>
                  <a:ahLst/>
                  <a:cxnLst/>
                  <a:rect l="l" t="t" r="r" b="b"/>
                  <a:pathLst>
                    <a:path w="1654" h="1052" extrusionOk="0">
                      <a:moveTo>
                        <a:pt x="936" y="249"/>
                      </a:moveTo>
                      <a:cubicBezTo>
                        <a:pt x="1065" y="249"/>
                        <a:pt x="1191" y="287"/>
                        <a:pt x="1304" y="352"/>
                      </a:cubicBezTo>
                      <a:cubicBezTo>
                        <a:pt x="1382" y="390"/>
                        <a:pt x="1440" y="468"/>
                        <a:pt x="1440" y="546"/>
                      </a:cubicBezTo>
                      <a:cubicBezTo>
                        <a:pt x="1440" y="624"/>
                        <a:pt x="1401" y="663"/>
                        <a:pt x="1304" y="741"/>
                      </a:cubicBezTo>
                      <a:cubicBezTo>
                        <a:pt x="1177" y="809"/>
                        <a:pt x="1012" y="843"/>
                        <a:pt x="849" y="843"/>
                      </a:cubicBezTo>
                      <a:cubicBezTo>
                        <a:pt x="686" y="843"/>
                        <a:pt x="526" y="809"/>
                        <a:pt x="409" y="741"/>
                      </a:cubicBezTo>
                      <a:cubicBezTo>
                        <a:pt x="331" y="682"/>
                        <a:pt x="273" y="624"/>
                        <a:pt x="273" y="546"/>
                      </a:cubicBezTo>
                      <a:cubicBezTo>
                        <a:pt x="273" y="468"/>
                        <a:pt x="312" y="429"/>
                        <a:pt x="409" y="352"/>
                      </a:cubicBezTo>
                      <a:cubicBezTo>
                        <a:pt x="545" y="274"/>
                        <a:pt x="701" y="254"/>
                        <a:pt x="856" y="254"/>
                      </a:cubicBezTo>
                      <a:cubicBezTo>
                        <a:pt x="883" y="251"/>
                        <a:pt x="910" y="249"/>
                        <a:pt x="936" y="249"/>
                      </a:cubicBezTo>
                      <a:close/>
                      <a:moveTo>
                        <a:pt x="837" y="1"/>
                      </a:moveTo>
                      <a:cubicBezTo>
                        <a:pt x="657" y="1"/>
                        <a:pt x="477" y="35"/>
                        <a:pt x="331" y="99"/>
                      </a:cubicBezTo>
                      <a:cubicBezTo>
                        <a:pt x="292" y="99"/>
                        <a:pt x="273" y="138"/>
                        <a:pt x="253" y="138"/>
                      </a:cubicBezTo>
                      <a:lnTo>
                        <a:pt x="117" y="254"/>
                      </a:lnTo>
                      <a:cubicBezTo>
                        <a:pt x="59" y="332"/>
                        <a:pt x="0" y="429"/>
                        <a:pt x="0" y="527"/>
                      </a:cubicBezTo>
                      <a:cubicBezTo>
                        <a:pt x="0" y="663"/>
                        <a:pt x="98" y="799"/>
                        <a:pt x="273" y="916"/>
                      </a:cubicBezTo>
                      <a:cubicBezTo>
                        <a:pt x="448" y="1013"/>
                        <a:pt x="642" y="1052"/>
                        <a:pt x="837" y="1052"/>
                      </a:cubicBezTo>
                      <a:cubicBezTo>
                        <a:pt x="1031" y="1052"/>
                        <a:pt x="1245" y="1013"/>
                        <a:pt x="1401" y="916"/>
                      </a:cubicBezTo>
                      <a:cubicBezTo>
                        <a:pt x="1557" y="799"/>
                        <a:pt x="1654" y="663"/>
                        <a:pt x="1654" y="527"/>
                      </a:cubicBezTo>
                      <a:cubicBezTo>
                        <a:pt x="1654" y="371"/>
                        <a:pt x="1557" y="235"/>
                        <a:pt x="1401" y="138"/>
                      </a:cubicBezTo>
                      <a:cubicBezTo>
                        <a:pt x="1246" y="45"/>
                        <a:pt x="1041" y="1"/>
                        <a:pt x="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2131975" y="1658800"/>
                  <a:ext cx="41375" cy="26300"/>
                </a:xfrm>
                <a:custGeom>
                  <a:avLst/>
                  <a:gdLst/>
                  <a:ahLst/>
                  <a:cxnLst/>
                  <a:rect l="l" t="t" r="r" b="b"/>
                  <a:pathLst>
                    <a:path w="1655" h="1052" extrusionOk="0">
                      <a:moveTo>
                        <a:pt x="818" y="235"/>
                      </a:moveTo>
                      <a:cubicBezTo>
                        <a:pt x="993" y="235"/>
                        <a:pt x="1149" y="254"/>
                        <a:pt x="1265" y="332"/>
                      </a:cubicBezTo>
                      <a:cubicBezTo>
                        <a:pt x="1363" y="371"/>
                        <a:pt x="1421" y="449"/>
                        <a:pt x="1421" y="526"/>
                      </a:cubicBezTo>
                      <a:cubicBezTo>
                        <a:pt x="1421" y="585"/>
                        <a:pt x="1363" y="643"/>
                        <a:pt x="1265" y="721"/>
                      </a:cubicBezTo>
                      <a:cubicBezTo>
                        <a:pt x="1149" y="789"/>
                        <a:pt x="983" y="823"/>
                        <a:pt x="820" y="823"/>
                      </a:cubicBezTo>
                      <a:cubicBezTo>
                        <a:pt x="657" y="823"/>
                        <a:pt x="497" y="789"/>
                        <a:pt x="390" y="721"/>
                      </a:cubicBezTo>
                      <a:cubicBezTo>
                        <a:pt x="293" y="663"/>
                        <a:pt x="234" y="585"/>
                        <a:pt x="234" y="526"/>
                      </a:cubicBezTo>
                      <a:cubicBezTo>
                        <a:pt x="234" y="449"/>
                        <a:pt x="293" y="390"/>
                        <a:pt x="390" y="332"/>
                      </a:cubicBezTo>
                      <a:cubicBezTo>
                        <a:pt x="507" y="273"/>
                        <a:pt x="682" y="235"/>
                        <a:pt x="818" y="235"/>
                      </a:cubicBezTo>
                      <a:close/>
                      <a:moveTo>
                        <a:pt x="826" y="1"/>
                      </a:moveTo>
                      <a:cubicBezTo>
                        <a:pt x="648" y="1"/>
                        <a:pt x="467" y="35"/>
                        <a:pt x="312" y="98"/>
                      </a:cubicBezTo>
                      <a:cubicBezTo>
                        <a:pt x="293" y="98"/>
                        <a:pt x="273" y="137"/>
                        <a:pt x="254" y="137"/>
                      </a:cubicBezTo>
                      <a:lnTo>
                        <a:pt x="118" y="254"/>
                      </a:lnTo>
                      <a:cubicBezTo>
                        <a:pt x="59" y="332"/>
                        <a:pt x="1" y="410"/>
                        <a:pt x="1" y="526"/>
                      </a:cubicBezTo>
                      <a:cubicBezTo>
                        <a:pt x="1" y="663"/>
                        <a:pt x="98" y="799"/>
                        <a:pt x="273" y="896"/>
                      </a:cubicBezTo>
                      <a:cubicBezTo>
                        <a:pt x="448" y="1013"/>
                        <a:pt x="643" y="1052"/>
                        <a:pt x="837" y="1052"/>
                      </a:cubicBezTo>
                      <a:cubicBezTo>
                        <a:pt x="1032" y="1052"/>
                        <a:pt x="1246" y="1013"/>
                        <a:pt x="1382" y="896"/>
                      </a:cubicBezTo>
                      <a:cubicBezTo>
                        <a:pt x="1557" y="799"/>
                        <a:pt x="1655" y="663"/>
                        <a:pt x="1655" y="526"/>
                      </a:cubicBezTo>
                      <a:cubicBezTo>
                        <a:pt x="1655" y="371"/>
                        <a:pt x="1557" y="235"/>
                        <a:pt x="1382" y="137"/>
                      </a:cubicBezTo>
                      <a:cubicBezTo>
                        <a:pt x="1227" y="44"/>
                        <a:pt x="1028"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2352300" y="1751225"/>
                  <a:ext cx="17050" cy="26775"/>
                </a:xfrm>
                <a:custGeom>
                  <a:avLst/>
                  <a:gdLst/>
                  <a:ahLst/>
                  <a:cxnLst/>
                  <a:rect l="l" t="t" r="r" b="b"/>
                  <a:pathLst>
                    <a:path w="682" h="1071" extrusionOk="0">
                      <a:moveTo>
                        <a:pt x="682" y="1"/>
                      </a:moveTo>
                      <a:cubicBezTo>
                        <a:pt x="546" y="20"/>
                        <a:pt x="429" y="59"/>
                        <a:pt x="312" y="98"/>
                      </a:cubicBezTo>
                      <a:cubicBezTo>
                        <a:pt x="312" y="156"/>
                        <a:pt x="273" y="176"/>
                        <a:pt x="254" y="176"/>
                      </a:cubicBezTo>
                      <a:cubicBezTo>
                        <a:pt x="196" y="195"/>
                        <a:pt x="137" y="253"/>
                        <a:pt x="118" y="292"/>
                      </a:cubicBezTo>
                      <a:cubicBezTo>
                        <a:pt x="40" y="370"/>
                        <a:pt x="1" y="467"/>
                        <a:pt x="1" y="565"/>
                      </a:cubicBezTo>
                      <a:cubicBezTo>
                        <a:pt x="1" y="720"/>
                        <a:pt x="79" y="857"/>
                        <a:pt x="254" y="954"/>
                      </a:cubicBezTo>
                      <a:cubicBezTo>
                        <a:pt x="390" y="1032"/>
                        <a:pt x="526" y="1071"/>
                        <a:pt x="682" y="1071"/>
                      </a:cubicBezTo>
                      <a:lnTo>
                        <a:pt x="682" y="837"/>
                      </a:lnTo>
                      <a:cubicBezTo>
                        <a:pt x="546" y="818"/>
                        <a:pt x="448" y="779"/>
                        <a:pt x="390" y="740"/>
                      </a:cubicBezTo>
                      <a:cubicBezTo>
                        <a:pt x="293" y="681"/>
                        <a:pt x="234" y="604"/>
                        <a:pt x="234" y="545"/>
                      </a:cubicBezTo>
                      <a:cubicBezTo>
                        <a:pt x="234" y="467"/>
                        <a:pt x="273" y="409"/>
                        <a:pt x="390" y="351"/>
                      </a:cubicBezTo>
                      <a:cubicBezTo>
                        <a:pt x="448" y="292"/>
                        <a:pt x="585" y="273"/>
                        <a:pt x="682" y="253"/>
                      </a:cubicBezTo>
                      <a:lnTo>
                        <a:pt x="6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2362525" y="1694325"/>
                  <a:ext cx="6825" cy="20450"/>
                </a:xfrm>
                <a:custGeom>
                  <a:avLst/>
                  <a:gdLst/>
                  <a:ahLst/>
                  <a:cxnLst/>
                  <a:rect l="l" t="t" r="r" b="b"/>
                  <a:pathLst>
                    <a:path w="273" h="818" extrusionOk="0">
                      <a:moveTo>
                        <a:pt x="273" y="0"/>
                      </a:moveTo>
                      <a:cubicBezTo>
                        <a:pt x="195" y="78"/>
                        <a:pt x="137" y="117"/>
                        <a:pt x="117" y="175"/>
                      </a:cubicBezTo>
                      <a:cubicBezTo>
                        <a:pt x="39" y="234"/>
                        <a:pt x="1" y="331"/>
                        <a:pt x="1" y="428"/>
                      </a:cubicBezTo>
                      <a:cubicBezTo>
                        <a:pt x="1" y="584"/>
                        <a:pt x="98" y="720"/>
                        <a:pt x="273" y="817"/>
                      </a:cubicBezTo>
                      <a:lnTo>
                        <a:pt x="273" y="506"/>
                      </a:lnTo>
                      <a:cubicBezTo>
                        <a:pt x="234" y="487"/>
                        <a:pt x="234" y="428"/>
                        <a:pt x="234" y="409"/>
                      </a:cubicBezTo>
                      <a:cubicBezTo>
                        <a:pt x="234" y="389"/>
                        <a:pt x="273" y="331"/>
                        <a:pt x="273" y="312"/>
                      </a:cubicBezTo>
                      <a:lnTo>
                        <a:pt x="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2255025" y="1204300"/>
                  <a:ext cx="41375" cy="26525"/>
                </a:xfrm>
                <a:custGeom>
                  <a:avLst/>
                  <a:gdLst/>
                  <a:ahLst/>
                  <a:cxnLst/>
                  <a:rect l="l" t="t" r="r" b="b"/>
                  <a:pathLst>
                    <a:path w="1655" h="1061" extrusionOk="0">
                      <a:moveTo>
                        <a:pt x="818" y="244"/>
                      </a:moveTo>
                      <a:cubicBezTo>
                        <a:pt x="993" y="244"/>
                        <a:pt x="1129" y="263"/>
                        <a:pt x="1266" y="341"/>
                      </a:cubicBezTo>
                      <a:cubicBezTo>
                        <a:pt x="1363" y="380"/>
                        <a:pt x="1402" y="458"/>
                        <a:pt x="1402" y="535"/>
                      </a:cubicBezTo>
                      <a:cubicBezTo>
                        <a:pt x="1402" y="613"/>
                        <a:pt x="1363" y="652"/>
                        <a:pt x="1266" y="730"/>
                      </a:cubicBezTo>
                      <a:cubicBezTo>
                        <a:pt x="1139" y="798"/>
                        <a:pt x="974" y="832"/>
                        <a:pt x="813" y="832"/>
                      </a:cubicBezTo>
                      <a:cubicBezTo>
                        <a:pt x="653" y="832"/>
                        <a:pt x="497" y="798"/>
                        <a:pt x="390" y="730"/>
                      </a:cubicBezTo>
                      <a:cubicBezTo>
                        <a:pt x="293" y="672"/>
                        <a:pt x="234" y="613"/>
                        <a:pt x="234" y="535"/>
                      </a:cubicBezTo>
                      <a:cubicBezTo>
                        <a:pt x="234" y="458"/>
                        <a:pt x="273" y="380"/>
                        <a:pt x="390" y="341"/>
                      </a:cubicBezTo>
                      <a:cubicBezTo>
                        <a:pt x="507" y="263"/>
                        <a:pt x="682" y="244"/>
                        <a:pt x="818" y="244"/>
                      </a:cubicBezTo>
                      <a:close/>
                      <a:moveTo>
                        <a:pt x="825" y="0"/>
                      </a:moveTo>
                      <a:cubicBezTo>
                        <a:pt x="624" y="0"/>
                        <a:pt x="419" y="49"/>
                        <a:pt x="254" y="146"/>
                      </a:cubicBezTo>
                      <a:cubicBezTo>
                        <a:pt x="98" y="244"/>
                        <a:pt x="1" y="380"/>
                        <a:pt x="1" y="535"/>
                      </a:cubicBezTo>
                      <a:cubicBezTo>
                        <a:pt x="1" y="633"/>
                        <a:pt x="40" y="730"/>
                        <a:pt x="79" y="788"/>
                      </a:cubicBezTo>
                      <a:cubicBezTo>
                        <a:pt x="137" y="827"/>
                        <a:pt x="196" y="866"/>
                        <a:pt x="254" y="925"/>
                      </a:cubicBezTo>
                      <a:cubicBezTo>
                        <a:pt x="293" y="925"/>
                        <a:pt x="293" y="944"/>
                        <a:pt x="312" y="944"/>
                      </a:cubicBezTo>
                      <a:cubicBezTo>
                        <a:pt x="448" y="1022"/>
                        <a:pt x="643" y="1061"/>
                        <a:pt x="818" y="1061"/>
                      </a:cubicBezTo>
                      <a:cubicBezTo>
                        <a:pt x="1013" y="1061"/>
                        <a:pt x="1227" y="1022"/>
                        <a:pt x="1382" y="925"/>
                      </a:cubicBezTo>
                      <a:cubicBezTo>
                        <a:pt x="1557" y="827"/>
                        <a:pt x="1655" y="672"/>
                        <a:pt x="1655" y="535"/>
                      </a:cubicBezTo>
                      <a:cubicBezTo>
                        <a:pt x="1655" y="380"/>
                        <a:pt x="1557" y="244"/>
                        <a:pt x="1382" y="146"/>
                      </a:cubicBezTo>
                      <a:cubicBezTo>
                        <a:pt x="1227"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2126150" y="1090975"/>
                  <a:ext cx="41375" cy="27025"/>
                </a:xfrm>
                <a:custGeom>
                  <a:avLst/>
                  <a:gdLst/>
                  <a:ahLst/>
                  <a:cxnLst/>
                  <a:rect l="l" t="t" r="r" b="b"/>
                  <a:pathLst>
                    <a:path w="1655" h="1081" extrusionOk="0">
                      <a:moveTo>
                        <a:pt x="818" y="282"/>
                      </a:moveTo>
                      <a:cubicBezTo>
                        <a:pt x="993" y="282"/>
                        <a:pt x="1129" y="302"/>
                        <a:pt x="1265" y="380"/>
                      </a:cubicBezTo>
                      <a:cubicBezTo>
                        <a:pt x="1362" y="419"/>
                        <a:pt x="1401" y="496"/>
                        <a:pt x="1401" y="574"/>
                      </a:cubicBezTo>
                      <a:cubicBezTo>
                        <a:pt x="1401" y="633"/>
                        <a:pt x="1362" y="691"/>
                        <a:pt x="1265" y="769"/>
                      </a:cubicBezTo>
                      <a:cubicBezTo>
                        <a:pt x="1139" y="837"/>
                        <a:pt x="973" y="871"/>
                        <a:pt x="813" y="871"/>
                      </a:cubicBezTo>
                      <a:cubicBezTo>
                        <a:pt x="652" y="871"/>
                        <a:pt x="497" y="837"/>
                        <a:pt x="390" y="769"/>
                      </a:cubicBezTo>
                      <a:cubicBezTo>
                        <a:pt x="292" y="710"/>
                        <a:pt x="234" y="633"/>
                        <a:pt x="234" y="574"/>
                      </a:cubicBezTo>
                      <a:cubicBezTo>
                        <a:pt x="234" y="496"/>
                        <a:pt x="292" y="419"/>
                        <a:pt x="390" y="380"/>
                      </a:cubicBezTo>
                      <a:cubicBezTo>
                        <a:pt x="506" y="302"/>
                        <a:pt x="681" y="282"/>
                        <a:pt x="818" y="282"/>
                      </a:cubicBezTo>
                      <a:close/>
                      <a:moveTo>
                        <a:pt x="825" y="0"/>
                      </a:moveTo>
                      <a:cubicBezTo>
                        <a:pt x="623" y="0"/>
                        <a:pt x="419" y="49"/>
                        <a:pt x="253" y="146"/>
                      </a:cubicBezTo>
                      <a:cubicBezTo>
                        <a:pt x="98" y="244"/>
                        <a:pt x="0" y="399"/>
                        <a:pt x="0" y="535"/>
                      </a:cubicBezTo>
                      <a:cubicBezTo>
                        <a:pt x="0" y="633"/>
                        <a:pt x="39" y="730"/>
                        <a:pt x="117" y="808"/>
                      </a:cubicBezTo>
                      <a:cubicBezTo>
                        <a:pt x="156" y="886"/>
                        <a:pt x="214" y="905"/>
                        <a:pt x="253" y="944"/>
                      </a:cubicBezTo>
                      <a:cubicBezTo>
                        <a:pt x="292" y="983"/>
                        <a:pt x="312" y="983"/>
                        <a:pt x="331" y="983"/>
                      </a:cubicBezTo>
                      <a:cubicBezTo>
                        <a:pt x="487" y="1061"/>
                        <a:pt x="642" y="1080"/>
                        <a:pt x="818" y="1080"/>
                      </a:cubicBezTo>
                      <a:cubicBezTo>
                        <a:pt x="1012" y="1080"/>
                        <a:pt x="1226" y="1022"/>
                        <a:pt x="1382" y="924"/>
                      </a:cubicBezTo>
                      <a:cubicBezTo>
                        <a:pt x="1557" y="827"/>
                        <a:pt x="1654" y="691"/>
                        <a:pt x="1654" y="535"/>
                      </a:cubicBezTo>
                      <a:cubicBezTo>
                        <a:pt x="1654" y="399"/>
                        <a:pt x="1557" y="244"/>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2175275" y="1032125"/>
                  <a:ext cx="41375" cy="27025"/>
                </a:xfrm>
                <a:custGeom>
                  <a:avLst/>
                  <a:gdLst/>
                  <a:ahLst/>
                  <a:cxnLst/>
                  <a:rect l="l" t="t" r="r" b="b"/>
                  <a:pathLst>
                    <a:path w="1655" h="1081" extrusionOk="0">
                      <a:moveTo>
                        <a:pt x="817" y="244"/>
                      </a:moveTo>
                      <a:cubicBezTo>
                        <a:pt x="993" y="244"/>
                        <a:pt x="1148" y="263"/>
                        <a:pt x="1265" y="341"/>
                      </a:cubicBezTo>
                      <a:cubicBezTo>
                        <a:pt x="1362" y="380"/>
                        <a:pt x="1401" y="458"/>
                        <a:pt x="1401" y="535"/>
                      </a:cubicBezTo>
                      <a:cubicBezTo>
                        <a:pt x="1401" y="613"/>
                        <a:pt x="1362" y="652"/>
                        <a:pt x="1265" y="730"/>
                      </a:cubicBezTo>
                      <a:cubicBezTo>
                        <a:pt x="1138" y="808"/>
                        <a:pt x="973" y="847"/>
                        <a:pt x="813" y="847"/>
                      </a:cubicBezTo>
                      <a:cubicBezTo>
                        <a:pt x="652" y="847"/>
                        <a:pt x="496" y="808"/>
                        <a:pt x="389" y="730"/>
                      </a:cubicBezTo>
                      <a:cubicBezTo>
                        <a:pt x="292" y="691"/>
                        <a:pt x="234" y="613"/>
                        <a:pt x="234" y="535"/>
                      </a:cubicBezTo>
                      <a:cubicBezTo>
                        <a:pt x="234" y="458"/>
                        <a:pt x="312" y="380"/>
                        <a:pt x="389" y="341"/>
                      </a:cubicBezTo>
                      <a:cubicBezTo>
                        <a:pt x="506" y="263"/>
                        <a:pt x="681" y="244"/>
                        <a:pt x="817" y="244"/>
                      </a:cubicBezTo>
                      <a:close/>
                      <a:moveTo>
                        <a:pt x="827" y="0"/>
                      </a:moveTo>
                      <a:cubicBezTo>
                        <a:pt x="628" y="0"/>
                        <a:pt x="428" y="49"/>
                        <a:pt x="273" y="146"/>
                      </a:cubicBezTo>
                      <a:cubicBezTo>
                        <a:pt x="98" y="244"/>
                        <a:pt x="0" y="399"/>
                        <a:pt x="0" y="535"/>
                      </a:cubicBezTo>
                      <a:cubicBezTo>
                        <a:pt x="0" y="633"/>
                        <a:pt x="39" y="730"/>
                        <a:pt x="117" y="827"/>
                      </a:cubicBezTo>
                      <a:cubicBezTo>
                        <a:pt x="175" y="847"/>
                        <a:pt x="214" y="866"/>
                        <a:pt x="273" y="924"/>
                      </a:cubicBezTo>
                      <a:cubicBezTo>
                        <a:pt x="292" y="944"/>
                        <a:pt x="312" y="944"/>
                        <a:pt x="331" y="983"/>
                      </a:cubicBezTo>
                      <a:cubicBezTo>
                        <a:pt x="487" y="1041"/>
                        <a:pt x="662" y="1080"/>
                        <a:pt x="817" y="1080"/>
                      </a:cubicBezTo>
                      <a:cubicBezTo>
                        <a:pt x="1012" y="1080"/>
                        <a:pt x="1245" y="1022"/>
                        <a:pt x="1382" y="924"/>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2256500" y="953825"/>
                  <a:ext cx="41375" cy="26525"/>
                </a:xfrm>
                <a:custGeom>
                  <a:avLst/>
                  <a:gdLst/>
                  <a:ahLst/>
                  <a:cxnLst/>
                  <a:rect l="l" t="t" r="r" b="b"/>
                  <a:pathLst>
                    <a:path w="1655" h="1061" extrusionOk="0">
                      <a:moveTo>
                        <a:pt x="837" y="263"/>
                      </a:moveTo>
                      <a:cubicBezTo>
                        <a:pt x="1012" y="263"/>
                        <a:pt x="1148" y="282"/>
                        <a:pt x="1265" y="360"/>
                      </a:cubicBezTo>
                      <a:cubicBezTo>
                        <a:pt x="1362" y="418"/>
                        <a:pt x="1421" y="477"/>
                        <a:pt x="1421" y="555"/>
                      </a:cubicBezTo>
                      <a:cubicBezTo>
                        <a:pt x="1421" y="632"/>
                        <a:pt x="1362" y="671"/>
                        <a:pt x="1265" y="749"/>
                      </a:cubicBezTo>
                      <a:cubicBezTo>
                        <a:pt x="1148" y="827"/>
                        <a:pt x="988" y="866"/>
                        <a:pt x="827" y="866"/>
                      </a:cubicBezTo>
                      <a:cubicBezTo>
                        <a:pt x="667" y="866"/>
                        <a:pt x="506" y="827"/>
                        <a:pt x="389" y="749"/>
                      </a:cubicBezTo>
                      <a:cubicBezTo>
                        <a:pt x="292" y="710"/>
                        <a:pt x="253" y="632"/>
                        <a:pt x="253" y="555"/>
                      </a:cubicBezTo>
                      <a:cubicBezTo>
                        <a:pt x="253" y="477"/>
                        <a:pt x="292" y="418"/>
                        <a:pt x="389" y="360"/>
                      </a:cubicBezTo>
                      <a:cubicBezTo>
                        <a:pt x="526" y="282"/>
                        <a:pt x="681" y="263"/>
                        <a:pt x="837" y="263"/>
                      </a:cubicBezTo>
                      <a:close/>
                      <a:moveTo>
                        <a:pt x="830" y="0"/>
                      </a:moveTo>
                      <a:cubicBezTo>
                        <a:pt x="628" y="0"/>
                        <a:pt x="428" y="49"/>
                        <a:pt x="273" y="146"/>
                      </a:cubicBezTo>
                      <a:cubicBezTo>
                        <a:pt x="98" y="243"/>
                        <a:pt x="0" y="379"/>
                        <a:pt x="0" y="535"/>
                      </a:cubicBezTo>
                      <a:cubicBezTo>
                        <a:pt x="0" y="632"/>
                        <a:pt x="59" y="730"/>
                        <a:pt x="137" y="827"/>
                      </a:cubicBezTo>
                      <a:cubicBezTo>
                        <a:pt x="156" y="846"/>
                        <a:pt x="195" y="905"/>
                        <a:pt x="273" y="924"/>
                      </a:cubicBezTo>
                      <a:cubicBezTo>
                        <a:pt x="292" y="944"/>
                        <a:pt x="331" y="944"/>
                        <a:pt x="351" y="963"/>
                      </a:cubicBezTo>
                      <a:cubicBezTo>
                        <a:pt x="487" y="1041"/>
                        <a:pt x="662" y="1060"/>
                        <a:pt x="837" y="1060"/>
                      </a:cubicBezTo>
                      <a:cubicBezTo>
                        <a:pt x="1031" y="1060"/>
                        <a:pt x="1245" y="1021"/>
                        <a:pt x="1401" y="924"/>
                      </a:cubicBezTo>
                      <a:cubicBezTo>
                        <a:pt x="1557" y="827"/>
                        <a:pt x="1654" y="671"/>
                        <a:pt x="1654" y="535"/>
                      </a:cubicBezTo>
                      <a:cubicBezTo>
                        <a:pt x="1654" y="379"/>
                        <a:pt x="1557" y="243"/>
                        <a:pt x="1401" y="146"/>
                      </a:cubicBezTo>
                      <a:cubicBezTo>
                        <a:pt x="1236" y="49"/>
                        <a:pt x="1031"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2040050" y="985425"/>
                  <a:ext cx="41375" cy="26525"/>
                </a:xfrm>
                <a:custGeom>
                  <a:avLst/>
                  <a:gdLst/>
                  <a:ahLst/>
                  <a:cxnLst/>
                  <a:rect l="l" t="t" r="r" b="b"/>
                  <a:pathLst>
                    <a:path w="1655" h="1061" extrusionOk="0">
                      <a:moveTo>
                        <a:pt x="837" y="263"/>
                      </a:moveTo>
                      <a:cubicBezTo>
                        <a:pt x="1013" y="263"/>
                        <a:pt x="1149" y="283"/>
                        <a:pt x="1265" y="361"/>
                      </a:cubicBezTo>
                      <a:cubicBezTo>
                        <a:pt x="1363" y="419"/>
                        <a:pt x="1421" y="477"/>
                        <a:pt x="1421" y="555"/>
                      </a:cubicBezTo>
                      <a:cubicBezTo>
                        <a:pt x="1421" y="633"/>
                        <a:pt x="1363" y="672"/>
                        <a:pt x="1265" y="750"/>
                      </a:cubicBezTo>
                      <a:cubicBezTo>
                        <a:pt x="1149" y="827"/>
                        <a:pt x="988" y="866"/>
                        <a:pt x="828" y="866"/>
                      </a:cubicBezTo>
                      <a:cubicBezTo>
                        <a:pt x="667" y="866"/>
                        <a:pt x="507" y="827"/>
                        <a:pt x="390" y="750"/>
                      </a:cubicBezTo>
                      <a:cubicBezTo>
                        <a:pt x="293" y="711"/>
                        <a:pt x="254" y="633"/>
                        <a:pt x="254" y="555"/>
                      </a:cubicBezTo>
                      <a:cubicBezTo>
                        <a:pt x="254" y="477"/>
                        <a:pt x="293" y="419"/>
                        <a:pt x="390" y="361"/>
                      </a:cubicBezTo>
                      <a:cubicBezTo>
                        <a:pt x="526" y="283"/>
                        <a:pt x="682" y="263"/>
                        <a:pt x="837" y="263"/>
                      </a:cubicBezTo>
                      <a:close/>
                      <a:moveTo>
                        <a:pt x="828" y="1"/>
                      </a:moveTo>
                      <a:cubicBezTo>
                        <a:pt x="628" y="1"/>
                        <a:pt x="429" y="49"/>
                        <a:pt x="273" y="147"/>
                      </a:cubicBezTo>
                      <a:cubicBezTo>
                        <a:pt x="98" y="244"/>
                        <a:pt x="1" y="380"/>
                        <a:pt x="1" y="536"/>
                      </a:cubicBezTo>
                      <a:cubicBezTo>
                        <a:pt x="1" y="633"/>
                        <a:pt x="59" y="750"/>
                        <a:pt x="157" y="827"/>
                      </a:cubicBezTo>
                      <a:cubicBezTo>
                        <a:pt x="176" y="866"/>
                        <a:pt x="195" y="905"/>
                        <a:pt x="273" y="925"/>
                      </a:cubicBezTo>
                      <a:cubicBezTo>
                        <a:pt x="293" y="944"/>
                        <a:pt x="351" y="944"/>
                        <a:pt x="371" y="964"/>
                      </a:cubicBezTo>
                      <a:cubicBezTo>
                        <a:pt x="526" y="1022"/>
                        <a:pt x="682" y="1061"/>
                        <a:pt x="837" y="1061"/>
                      </a:cubicBezTo>
                      <a:cubicBezTo>
                        <a:pt x="1032" y="1061"/>
                        <a:pt x="1246" y="1022"/>
                        <a:pt x="1382" y="925"/>
                      </a:cubicBezTo>
                      <a:cubicBezTo>
                        <a:pt x="1557" y="827"/>
                        <a:pt x="1655" y="672"/>
                        <a:pt x="1655" y="536"/>
                      </a:cubicBezTo>
                      <a:cubicBezTo>
                        <a:pt x="1655" y="380"/>
                        <a:pt x="1557" y="244"/>
                        <a:pt x="1382" y="147"/>
                      </a:cubicBezTo>
                      <a:cubicBezTo>
                        <a:pt x="1227" y="49"/>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1934025" y="1015575"/>
                  <a:ext cx="41375" cy="27025"/>
                </a:xfrm>
                <a:custGeom>
                  <a:avLst/>
                  <a:gdLst/>
                  <a:ahLst/>
                  <a:cxnLst/>
                  <a:rect l="l" t="t" r="r" b="b"/>
                  <a:pathLst>
                    <a:path w="1655" h="1081" extrusionOk="0">
                      <a:moveTo>
                        <a:pt x="818" y="283"/>
                      </a:moveTo>
                      <a:cubicBezTo>
                        <a:pt x="993" y="283"/>
                        <a:pt x="1129" y="302"/>
                        <a:pt x="1265" y="380"/>
                      </a:cubicBezTo>
                      <a:cubicBezTo>
                        <a:pt x="1363" y="419"/>
                        <a:pt x="1401" y="497"/>
                        <a:pt x="1401" y="575"/>
                      </a:cubicBezTo>
                      <a:cubicBezTo>
                        <a:pt x="1401" y="633"/>
                        <a:pt x="1363" y="692"/>
                        <a:pt x="1265" y="769"/>
                      </a:cubicBezTo>
                      <a:cubicBezTo>
                        <a:pt x="1139" y="837"/>
                        <a:pt x="973" y="871"/>
                        <a:pt x="813" y="871"/>
                      </a:cubicBezTo>
                      <a:cubicBezTo>
                        <a:pt x="652" y="871"/>
                        <a:pt x="497" y="837"/>
                        <a:pt x="390" y="769"/>
                      </a:cubicBezTo>
                      <a:cubicBezTo>
                        <a:pt x="293" y="711"/>
                        <a:pt x="234" y="633"/>
                        <a:pt x="234" y="575"/>
                      </a:cubicBezTo>
                      <a:cubicBezTo>
                        <a:pt x="234" y="497"/>
                        <a:pt x="293" y="419"/>
                        <a:pt x="390" y="380"/>
                      </a:cubicBezTo>
                      <a:cubicBezTo>
                        <a:pt x="507" y="302"/>
                        <a:pt x="682" y="283"/>
                        <a:pt x="818" y="283"/>
                      </a:cubicBezTo>
                      <a:close/>
                      <a:moveTo>
                        <a:pt x="825" y="1"/>
                      </a:moveTo>
                      <a:cubicBezTo>
                        <a:pt x="623" y="1"/>
                        <a:pt x="419" y="49"/>
                        <a:pt x="254" y="147"/>
                      </a:cubicBezTo>
                      <a:cubicBezTo>
                        <a:pt x="98" y="244"/>
                        <a:pt x="1" y="400"/>
                        <a:pt x="1" y="536"/>
                      </a:cubicBezTo>
                      <a:cubicBezTo>
                        <a:pt x="1" y="633"/>
                        <a:pt x="40" y="730"/>
                        <a:pt x="117" y="808"/>
                      </a:cubicBezTo>
                      <a:cubicBezTo>
                        <a:pt x="156" y="886"/>
                        <a:pt x="215" y="906"/>
                        <a:pt x="254" y="964"/>
                      </a:cubicBezTo>
                      <a:cubicBezTo>
                        <a:pt x="293" y="983"/>
                        <a:pt x="312" y="983"/>
                        <a:pt x="331" y="983"/>
                      </a:cubicBezTo>
                      <a:cubicBezTo>
                        <a:pt x="487" y="1061"/>
                        <a:pt x="643" y="1081"/>
                        <a:pt x="818" y="1081"/>
                      </a:cubicBezTo>
                      <a:cubicBezTo>
                        <a:pt x="1012" y="1081"/>
                        <a:pt x="1226" y="1022"/>
                        <a:pt x="1382" y="925"/>
                      </a:cubicBezTo>
                      <a:cubicBezTo>
                        <a:pt x="1557" y="828"/>
                        <a:pt x="1654" y="692"/>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2162150" y="852150"/>
                  <a:ext cx="41850" cy="27025"/>
                </a:xfrm>
                <a:custGeom>
                  <a:avLst/>
                  <a:gdLst/>
                  <a:ahLst/>
                  <a:cxnLst/>
                  <a:rect l="l" t="t" r="r" b="b"/>
                  <a:pathLst>
                    <a:path w="1674" h="1081" extrusionOk="0">
                      <a:moveTo>
                        <a:pt x="837" y="244"/>
                      </a:moveTo>
                      <a:cubicBezTo>
                        <a:pt x="1012" y="244"/>
                        <a:pt x="1148" y="264"/>
                        <a:pt x="1284" y="341"/>
                      </a:cubicBezTo>
                      <a:cubicBezTo>
                        <a:pt x="1381" y="400"/>
                        <a:pt x="1420" y="458"/>
                        <a:pt x="1420" y="536"/>
                      </a:cubicBezTo>
                      <a:cubicBezTo>
                        <a:pt x="1420" y="614"/>
                        <a:pt x="1381" y="653"/>
                        <a:pt x="1284" y="731"/>
                      </a:cubicBezTo>
                      <a:cubicBezTo>
                        <a:pt x="1158" y="808"/>
                        <a:pt x="992" y="847"/>
                        <a:pt x="832" y="847"/>
                      </a:cubicBezTo>
                      <a:cubicBezTo>
                        <a:pt x="671" y="847"/>
                        <a:pt x="516" y="808"/>
                        <a:pt x="409" y="731"/>
                      </a:cubicBezTo>
                      <a:cubicBezTo>
                        <a:pt x="311" y="692"/>
                        <a:pt x="253" y="614"/>
                        <a:pt x="253" y="536"/>
                      </a:cubicBezTo>
                      <a:cubicBezTo>
                        <a:pt x="253" y="458"/>
                        <a:pt x="311" y="419"/>
                        <a:pt x="409" y="341"/>
                      </a:cubicBezTo>
                      <a:cubicBezTo>
                        <a:pt x="525" y="264"/>
                        <a:pt x="700" y="244"/>
                        <a:pt x="837" y="244"/>
                      </a:cubicBezTo>
                      <a:close/>
                      <a:moveTo>
                        <a:pt x="829" y="1"/>
                      </a:moveTo>
                      <a:cubicBezTo>
                        <a:pt x="628" y="1"/>
                        <a:pt x="428" y="50"/>
                        <a:pt x="272" y="147"/>
                      </a:cubicBezTo>
                      <a:cubicBezTo>
                        <a:pt x="97" y="244"/>
                        <a:pt x="0" y="400"/>
                        <a:pt x="0" y="536"/>
                      </a:cubicBezTo>
                      <a:cubicBezTo>
                        <a:pt x="0" y="653"/>
                        <a:pt x="58" y="750"/>
                        <a:pt x="156" y="828"/>
                      </a:cubicBezTo>
                      <a:cubicBezTo>
                        <a:pt x="175" y="886"/>
                        <a:pt x="234" y="906"/>
                        <a:pt x="272" y="925"/>
                      </a:cubicBezTo>
                      <a:cubicBezTo>
                        <a:pt x="311" y="945"/>
                        <a:pt x="350" y="945"/>
                        <a:pt x="370" y="983"/>
                      </a:cubicBezTo>
                      <a:cubicBezTo>
                        <a:pt x="525" y="1022"/>
                        <a:pt x="662" y="1081"/>
                        <a:pt x="837" y="1081"/>
                      </a:cubicBezTo>
                      <a:cubicBezTo>
                        <a:pt x="1031" y="1081"/>
                        <a:pt x="1245" y="1022"/>
                        <a:pt x="1401" y="925"/>
                      </a:cubicBezTo>
                      <a:cubicBezTo>
                        <a:pt x="1556" y="828"/>
                        <a:pt x="1673" y="692"/>
                        <a:pt x="1673" y="536"/>
                      </a:cubicBezTo>
                      <a:cubicBezTo>
                        <a:pt x="1673" y="400"/>
                        <a:pt x="1576" y="244"/>
                        <a:pt x="1401" y="147"/>
                      </a:cubicBezTo>
                      <a:cubicBezTo>
                        <a:pt x="1235" y="50"/>
                        <a:pt x="1031" y="1"/>
                        <a:pt x="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2191325" y="742725"/>
                  <a:ext cx="41850" cy="27025"/>
                </a:xfrm>
                <a:custGeom>
                  <a:avLst/>
                  <a:gdLst/>
                  <a:ahLst/>
                  <a:cxnLst/>
                  <a:rect l="l" t="t" r="r" b="b"/>
                  <a:pathLst>
                    <a:path w="1674" h="1081" extrusionOk="0">
                      <a:moveTo>
                        <a:pt x="837" y="263"/>
                      </a:moveTo>
                      <a:cubicBezTo>
                        <a:pt x="1012" y="263"/>
                        <a:pt x="1148" y="283"/>
                        <a:pt x="1284" y="361"/>
                      </a:cubicBezTo>
                      <a:cubicBezTo>
                        <a:pt x="1362" y="419"/>
                        <a:pt x="1421" y="497"/>
                        <a:pt x="1421" y="555"/>
                      </a:cubicBezTo>
                      <a:cubicBezTo>
                        <a:pt x="1421" y="633"/>
                        <a:pt x="1382" y="691"/>
                        <a:pt x="1284" y="750"/>
                      </a:cubicBezTo>
                      <a:cubicBezTo>
                        <a:pt x="1158" y="827"/>
                        <a:pt x="993" y="866"/>
                        <a:pt x="830" y="866"/>
                      </a:cubicBezTo>
                      <a:cubicBezTo>
                        <a:pt x="667" y="866"/>
                        <a:pt x="506" y="827"/>
                        <a:pt x="389" y="750"/>
                      </a:cubicBezTo>
                      <a:cubicBezTo>
                        <a:pt x="312" y="711"/>
                        <a:pt x="253" y="633"/>
                        <a:pt x="253" y="555"/>
                      </a:cubicBezTo>
                      <a:cubicBezTo>
                        <a:pt x="253" y="497"/>
                        <a:pt x="312" y="438"/>
                        <a:pt x="389" y="361"/>
                      </a:cubicBezTo>
                      <a:cubicBezTo>
                        <a:pt x="526" y="302"/>
                        <a:pt x="681" y="263"/>
                        <a:pt x="837" y="263"/>
                      </a:cubicBezTo>
                      <a:close/>
                      <a:moveTo>
                        <a:pt x="844" y="1"/>
                      </a:moveTo>
                      <a:cubicBezTo>
                        <a:pt x="642" y="1"/>
                        <a:pt x="438" y="49"/>
                        <a:pt x="273" y="146"/>
                      </a:cubicBezTo>
                      <a:cubicBezTo>
                        <a:pt x="117" y="244"/>
                        <a:pt x="0" y="399"/>
                        <a:pt x="0" y="536"/>
                      </a:cubicBezTo>
                      <a:cubicBezTo>
                        <a:pt x="0" y="633"/>
                        <a:pt x="59" y="730"/>
                        <a:pt x="137" y="808"/>
                      </a:cubicBezTo>
                      <a:cubicBezTo>
                        <a:pt x="156" y="886"/>
                        <a:pt x="214" y="925"/>
                        <a:pt x="273" y="944"/>
                      </a:cubicBezTo>
                      <a:cubicBezTo>
                        <a:pt x="312" y="983"/>
                        <a:pt x="331" y="983"/>
                        <a:pt x="351" y="983"/>
                      </a:cubicBezTo>
                      <a:cubicBezTo>
                        <a:pt x="506" y="1041"/>
                        <a:pt x="662" y="1080"/>
                        <a:pt x="837" y="1080"/>
                      </a:cubicBezTo>
                      <a:cubicBezTo>
                        <a:pt x="1031" y="1080"/>
                        <a:pt x="1246" y="1022"/>
                        <a:pt x="1401" y="925"/>
                      </a:cubicBezTo>
                      <a:cubicBezTo>
                        <a:pt x="1576" y="827"/>
                        <a:pt x="1674" y="691"/>
                        <a:pt x="1674" y="536"/>
                      </a:cubicBezTo>
                      <a:cubicBezTo>
                        <a:pt x="1674" y="399"/>
                        <a:pt x="1576" y="244"/>
                        <a:pt x="1401" y="146"/>
                      </a:cubicBezTo>
                      <a:cubicBezTo>
                        <a:pt x="1246" y="49"/>
                        <a:pt x="1046" y="1"/>
                        <a:pt x="8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2021575" y="903225"/>
                  <a:ext cx="41375" cy="27025"/>
                </a:xfrm>
                <a:custGeom>
                  <a:avLst/>
                  <a:gdLst/>
                  <a:ahLst/>
                  <a:cxnLst/>
                  <a:rect l="l" t="t" r="r" b="b"/>
                  <a:pathLst>
                    <a:path w="1655" h="1081" extrusionOk="0">
                      <a:moveTo>
                        <a:pt x="818" y="244"/>
                      </a:moveTo>
                      <a:cubicBezTo>
                        <a:pt x="993" y="244"/>
                        <a:pt x="1129" y="263"/>
                        <a:pt x="1265" y="341"/>
                      </a:cubicBezTo>
                      <a:cubicBezTo>
                        <a:pt x="1343" y="400"/>
                        <a:pt x="1401" y="458"/>
                        <a:pt x="1401" y="536"/>
                      </a:cubicBezTo>
                      <a:cubicBezTo>
                        <a:pt x="1401" y="614"/>
                        <a:pt x="1362" y="652"/>
                        <a:pt x="1265" y="730"/>
                      </a:cubicBezTo>
                      <a:cubicBezTo>
                        <a:pt x="1139" y="798"/>
                        <a:pt x="973" y="832"/>
                        <a:pt x="813" y="832"/>
                      </a:cubicBezTo>
                      <a:cubicBezTo>
                        <a:pt x="652" y="832"/>
                        <a:pt x="497" y="798"/>
                        <a:pt x="390" y="730"/>
                      </a:cubicBezTo>
                      <a:cubicBezTo>
                        <a:pt x="292" y="672"/>
                        <a:pt x="234" y="614"/>
                        <a:pt x="234" y="536"/>
                      </a:cubicBezTo>
                      <a:cubicBezTo>
                        <a:pt x="234" y="458"/>
                        <a:pt x="312" y="400"/>
                        <a:pt x="390" y="341"/>
                      </a:cubicBezTo>
                      <a:cubicBezTo>
                        <a:pt x="506" y="263"/>
                        <a:pt x="682" y="244"/>
                        <a:pt x="818" y="244"/>
                      </a:cubicBezTo>
                      <a:close/>
                      <a:moveTo>
                        <a:pt x="825" y="1"/>
                      </a:moveTo>
                      <a:cubicBezTo>
                        <a:pt x="623" y="1"/>
                        <a:pt x="419" y="49"/>
                        <a:pt x="254" y="147"/>
                      </a:cubicBezTo>
                      <a:cubicBezTo>
                        <a:pt x="98" y="244"/>
                        <a:pt x="1" y="400"/>
                        <a:pt x="1" y="536"/>
                      </a:cubicBezTo>
                      <a:cubicBezTo>
                        <a:pt x="1" y="633"/>
                        <a:pt x="40" y="730"/>
                        <a:pt x="117" y="828"/>
                      </a:cubicBezTo>
                      <a:cubicBezTo>
                        <a:pt x="156" y="847"/>
                        <a:pt x="215" y="905"/>
                        <a:pt x="254" y="925"/>
                      </a:cubicBezTo>
                      <a:cubicBezTo>
                        <a:pt x="292" y="944"/>
                        <a:pt x="312" y="944"/>
                        <a:pt x="331" y="983"/>
                      </a:cubicBezTo>
                      <a:cubicBezTo>
                        <a:pt x="487" y="1042"/>
                        <a:pt x="643" y="1080"/>
                        <a:pt x="818" y="1080"/>
                      </a:cubicBezTo>
                      <a:cubicBezTo>
                        <a:pt x="1012" y="1080"/>
                        <a:pt x="1226" y="1022"/>
                        <a:pt x="1382" y="925"/>
                      </a:cubicBezTo>
                      <a:cubicBezTo>
                        <a:pt x="1557" y="828"/>
                        <a:pt x="1654" y="691"/>
                        <a:pt x="1654" y="536"/>
                      </a:cubicBezTo>
                      <a:cubicBezTo>
                        <a:pt x="1654" y="40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1932075" y="923175"/>
                  <a:ext cx="41375" cy="27025"/>
                </a:xfrm>
                <a:custGeom>
                  <a:avLst/>
                  <a:gdLst/>
                  <a:ahLst/>
                  <a:cxnLst/>
                  <a:rect l="l" t="t" r="r" b="b"/>
                  <a:pathLst>
                    <a:path w="1655" h="1081" extrusionOk="0">
                      <a:moveTo>
                        <a:pt x="818" y="302"/>
                      </a:moveTo>
                      <a:cubicBezTo>
                        <a:pt x="993" y="302"/>
                        <a:pt x="1149" y="321"/>
                        <a:pt x="1265" y="399"/>
                      </a:cubicBezTo>
                      <a:cubicBezTo>
                        <a:pt x="1363" y="438"/>
                        <a:pt x="1402" y="516"/>
                        <a:pt x="1402" y="594"/>
                      </a:cubicBezTo>
                      <a:cubicBezTo>
                        <a:pt x="1402" y="672"/>
                        <a:pt x="1363" y="711"/>
                        <a:pt x="1265" y="788"/>
                      </a:cubicBezTo>
                      <a:cubicBezTo>
                        <a:pt x="1139" y="856"/>
                        <a:pt x="974" y="890"/>
                        <a:pt x="813" y="890"/>
                      </a:cubicBezTo>
                      <a:cubicBezTo>
                        <a:pt x="653" y="890"/>
                        <a:pt x="497" y="856"/>
                        <a:pt x="390" y="788"/>
                      </a:cubicBezTo>
                      <a:cubicBezTo>
                        <a:pt x="293" y="730"/>
                        <a:pt x="234" y="672"/>
                        <a:pt x="234" y="594"/>
                      </a:cubicBezTo>
                      <a:cubicBezTo>
                        <a:pt x="234" y="516"/>
                        <a:pt x="293" y="438"/>
                        <a:pt x="390" y="399"/>
                      </a:cubicBezTo>
                      <a:cubicBezTo>
                        <a:pt x="507" y="321"/>
                        <a:pt x="682" y="302"/>
                        <a:pt x="818" y="302"/>
                      </a:cubicBezTo>
                      <a:close/>
                      <a:moveTo>
                        <a:pt x="828" y="0"/>
                      </a:moveTo>
                      <a:cubicBezTo>
                        <a:pt x="628" y="0"/>
                        <a:pt x="429" y="49"/>
                        <a:pt x="273" y="146"/>
                      </a:cubicBezTo>
                      <a:cubicBezTo>
                        <a:pt x="98" y="244"/>
                        <a:pt x="1" y="399"/>
                        <a:pt x="1" y="535"/>
                      </a:cubicBezTo>
                      <a:cubicBezTo>
                        <a:pt x="1" y="633"/>
                        <a:pt x="40" y="730"/>
                        <a:pt x="118" y="808"/>
                      </a:cubicBezTo>
                      <a:cubicBezTo>
                        <a:pt x="176" y="886"/>
                        <a:pt x="195" y="925"/>
                        <a:pt x="273" y="963"/>
                      </a:cubicBezTo>
                      <a:cubicBezTo>
                        <a:pt x="293" y="983"/>
                        <a:pt x="312" y="983"/>
                        <a:pt x="332" y="983"/>
                      </a:cubicBezTo>
                      <a:cubicBezTo>
                        <a:pt x="487" y="1041"/>
                        <a:pt x="662" y="1080"/>
                        <a:pt x="818" y="1080"/>
                      </a:cubicBezTo>
                      <a:cubicBezTo>
                        <a:pt x="1013" y="1080"/>
                        <a:pt x="1246" y="1022"/>
                        <a:pt x="1382" y="925"/>
                      </a:cubicBezTo>
                      <a:cubicBezTo>
                        <a:pt x="1557" y="827"/>
                        <a:pt x="1655" y="691"/>
                        <a:pt x="1655" y="535"/>
                      </a:cubicBezTo>
                      <a:cubicBezTo>
                        <a:pt x="1655" y="399"/>
                        <a:pt x="1557" y="244"/>
                        <a:pt x="1382" y="146"/>
                      </a:cubicBezTo>
                      <a:cubicBezTo>
                        <a:pt x="1227" y="49"/>
                        <a:pt x="1027"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1850375" y="877950"/>
                  <a:ext cx="41375" cy="26525"/>
                </a:xfrm>
                <a:custGeom>
                  <a:avLst/>
                  <a:gdLst/>
                  <a:ahLst/>
                  <a:cxnLst/>
                  <a:rect l="l" t="t" r="r" b="b"/>
                  <a:pathLst>
                    <a:path w="1655" h="1061" extrusionOk="0">
                      <a:moveTo>
                        <a:pt x="818" y="224"/>
                      </a:moveTo>
                      <a:cubicBezTo>
                        <a:pt x="973" y="224"/>
                        <a:pt x="1129" y="263"/>
                        <a:pt x="1246" y="341"/>
                      </a:cubicBezTo>
                      <a:cubicBezTo>
                        <a:pt x="1343" y="379"/>
                        <a:pt x="1401" y="457"/>
                        <a:pt x="1401" y="535"/>
                      </a:cubicBezTo>
                      <a:cubicBezTo>
                        <a:pt x="1401" y="593"/>
                        <a:pt x="1343" y="652"/>
                        <a:pt x="1246" y="710"/>
                      </a:cubicBezTo>
                      <a:cubicBezTo>
                        <a:pt x="1129" y="788"/>
                        <a:pt x="963" y="827"/>
                        <a:pt x="801" y="827"/>
                      </a:cubicBezTo>
                      <a:cubicBezTo>
                        <a:pt x="638" y="827"/>
                        <a:pt x="477" y="788"/>
                        <a:pt x="370" y="710"/>
                      </a:cubicBezTo>
                      <a:cubicBezTo>
                        <a:pt x="273" y="671"/>
                        <a:pt x="234" y="593"/>
                        <a:pt x="234" y="535"/>
                      </a:cubicBezTo>
                      <a:cubicBezTo>
                        <a:pt x="234" y="457"/>
                        <a:pt x="273" y="399"/>
                        <a:pt x="370" y="341"/>
                      </a:cubicBezTo>
                      <a:cubicBezTo>
                        <a:pt x="487" y="263"/>
                        <a:pt x="662" y="224"/>
                        <a:pt x="818" y="224"/>
                      </a:cubicBezTo>
                      <a:close/>
                      <a:moveTo>
                        <a:pt x="830" y="0"/>
                      </a:moveTo>
                      <a:cubicBezTo>
                        <a:pt x="628" y="0"/>
                        <a:pt x="428" y="49"/>
                        <a:pt x="273" y="146"/>
                      </a:cubicBezTo>
                      <a:cubicBezTo>
                        <a:pt x="98" y="243"/>
                        <a:pt x="0" y="379"/>
                        <a:pt x="0" y="535"/>
                      </a:cubicBezTo>
                      <a:cubicBezTo>
                        <a:pt x="0" y="632"/>
                        <a:pt x="59" y="730"/>
                        <a:pt x="137" y="827"/>
                      </a:cubicBezTo>
                      <a:cubicBezTo>
                        <a:pt x="156" y="866"/>
                        <a:pt x="195" y="885"/>
                        <a:pt x="253" y="924"/>
                      </a:cubicBezTo>
                      <a:cubicBezTo>
                        <a:pt x="273" y="944"/>
                        <a:pt x="292" y="944"/>
                        <a:pt x="351" y="963"/>
                      </a:cubicBezTo>
                      <a:cubicBezTo>
                        <a:pt x="487" y="1041"/>
                        <a:pt x="662" y="1060"/>
                        <a:pt x="837" y="1060"/>
                      </a:cubicBezTo>
                      <a:cubicBezTo>
                        <a:pt x="1032" y="1060"/>
                        <a:pt x="1246" y="1021"/>
                        <a:pt x="1401" y="924"/>
                      </a:cubicBezTo>
                      <a:cubicBezTo>
                        <a:pt x="1557" y="827"/>
                        <a:pt x="1654" y="671"/>
                        <a:pt x="1654" y="535"/>
                      </a:cubicBezTo>
                      <a:cubicBezTo>
                        <a:pt x="1654" y="379"/>
                        <a:pt x="1557" y="243"/>
                        <a:pt x="1401"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1738500" y="911025"/>
                  <a:ext cx="41375" cy="27000"/>
                </a:xfrm>
                <a:custGeom>
                  <a:avLst/>
                  <a:gdLst/>
                  <a:ahLst/>
                  <a:cxnLst/>
                  <a:rect l="l" t="t" r="r" b="b"/>
                  <a:pathLst>
                    <a:path w="1655" h="1080" extrusionOk="0">
                      <a:moveTo>
                        <a:pt x="837" y="243"/>
                      </a:moveTo>
                      <a:cubicBezTo>
                        <a:pt x="1012" y="243"/>
                        <a:pt x="1149" y="263"/>
                        <a:pt x="1265" y="340"/>
                      </a:cubicBezTo>
                      <a:cubicBezTo>
                        <a:pt x="1363" y="399"/>
                        <a:pt x="1421" y="477"/>
                        <a:pt x="1421" y="535"/>
                      </a:cubicBezTo>
                      <a:cubicBezTo>
                        <a:pt x="1421" y="613"/>
                        <a:pt x="1363" y="671"/>
                        <a:pt x="1265" y="730"/>
                      </a:cubicBezTo>
                      <a:cubicBezTo>
                        <a:pt x="1149" y="807"/>
                        <a:pt x="988" y="846"/>
                        <a:pt x="828" y="846"/>
                      </a:cubicBezTo>
                      <a:cubicBezTo>
                        <a:pt x="667" y="846"/>
                        <a:pt x="507" y="807"/>
                        <a:pt x="390" y="730"/>
                      </a:cubicBezTo>
                      <a:cubicBezTo>
                        <a:pt x="293" y="691"/>
                        <a:pt x="254" y="613"/>
                        <a:pt x="254" y="535"/>
                      </a:cubicBezTo>
                      <a:cubicBezTo>
                        <a:pt x="254" y="477"/>
                        <a:pt x="332" y="418"/>
                        <a:pt x="390" y="340"/>
                      </a:cubicBezTo>
                      <a:cubicBezTo>
                        <a:pt x="526" y="282"/>
                        <a:pt x="682" y="243"/>
                        <a:pt x="837" y="243"/>
                      </a:cubicBezTo>
                      <a:close/>
                      <a:moveTo>
                        <a:pt x="830" y="0"/>
                      </a:moveTo>
                      <a:cubicBezTo>
                        <a:pt x="628" y="0"/>
                        <a:pt x="429" y="49"/>
                        <a:pt x="273" y="146"/>
                      </a:cubicBezTo>
                      <a:cubicBezTo>
                        <a:pt x="98" y="243"/>
                        <a:pt x="1" y="399"/>
                        <a:pt x="1" y="535"/>
                      </a:cubicBezTo>
                      <a:cubicBezTo>
                        <a:pt x="1" y="632"/>
                        <a:pt x="59" y="730"/>
                        <a:pt x="137" y="827"/>
                      </a:cubicBezTo>
                      <a:cubicBezTo>
                        <a:pt x="176" y="866"/>
                        <a:pt x="234" y="905"/>
                        <a:pt x="273" y="924"/>
                      </a:cubicBezTo>
                      <a:cubicBezTo>
                        <a:pt x="293" y="963"/>
                        <a:pt x="332" y="963"/>
                        <a:pt x="351" y="982"/>
                      </a:cubicBezTo>
                      <a:cubicBezTo>
                        <a:pt x="487" y="1060"/>
                        <a:pt x="662" y="1080"/>
                        <a:pt x="837" y="1080"/>
                      </a:cubicBezTo>
                      <a:cubicBezTo>
                        <a:pt x="1032" y="1080"/>
                        <a:pt x="1246" y="1021"/>
                        <a:pt x="1402" y="924"/>
                      </a:cubicBezTo>
                      <a:cubicBezTo>
                        <a:pt x="1557" y="827"/>
                        <a:pt x="1654" y="691"/>
                        <a:pt x="1654" y="535"/>
                      </a:cubicBezTo>
                      <a:cubicBezTo>
                        <a:pt x="1654" y="399"/>
                        <a:pt x="1557" y="243"/>
                        <a:pt x="1402" y="146"/>
                      </a:cubicBezTo>
                      <a:cubicBezTo>
                        <a:pt x="1236" y="49"/>
                        <a:pt x="1032"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2276450" y="1035100"/>
                  <a:ext cx="41850" cy="27450"/>
                </a:xfrm>
                <a:custGeom>
                  <a:avLst/>
                  <a:gdLst/>
                  <a:ahLst/>
                  <a:cxnLst/>
                  <a:rect l="l" t="t" r="r" b="b"/>
                  <a:pathLst>
                    <a:path w="1674" h="1098" extrusionOk="0">
                      <a:moveTo>
                        <a:pt x="856" y="241"/>
                      </a:moveTo>
                      <a:cubicBezTo>
                        <a:pt x="1012" y="241"/>
                        <a:pt x="1187" y="300"/>
                        <a:pt x="1303" y="339"/>
                      </a:cubicBezTo>
                      <a:cubicBezTo>
                        <a:pt x="1401" y="397"/>
                        <a:pt x="1440" y="475"/>
                        <a:pt x="1440" y="533"/>
                      </a:cubicBezTo>
                      <a:cubicBezTo>
                        <a:pt x="1440" y="611"/>
                        <a:pt x="1401" y="669"/>
                        <a:pt x="1303" y="728"/>
                      </a:cubicBezTo>
                      <a:cubicBezTo>
                        <a:pt x="1177" y="805"/>
                        <a:pt x="1012" y="844"/>
                        <a:pt x="851" y="844"/>
                      </a:cubicBezTo>
                      <a:cubicBezTo>
                        <a:pt x="691" y="844"/>
                        <a:pt x="535" y="805"/>
                        <a:pt x="428" y="728"/>
                      </a:cubicBezTo>
                      <a:cubicBezTo>
                        <a:pt x="331" y="689"/>
                        <a:pt x="272" y="611"/>
                        <a:pt x="272" y="533"/>
                      </a:cubicBezTo>
                      <a:cubicBezTo>
                        <a:pt x="272" y="475"/>
                        <a:pt x="331" y="416"/>
                        <a:pt x="428" y="339"/>
                      </a:cubicBezTo>
                      <a:cubicBezTo>
                        <a:pt x="545" y="261"/>
                        <a:pt x="720" y="241"/>
                        <a:pt x="856" y="241"/>
                      </a:cubicBezTo>
                      <a:close/>
                      <a:moveTo>
                        <a:pt x="829" y="0"/>
                      </a:moveTo>
                      <a:cubicBezTo>
                        <a:pt x="632" y="0"/>
                        <a:pt x="434" y="49"/>
                        <a:pt x="272" y="144"/>
                      </a:cubicBezTo>
                      <a:cubicBezTo>
                        <a:pt x="117" y="241"/>
                        <a:pt x="0" y="397"/>
                        <a:pt x="0" y="533"/>
                      </a:cubicBezTo>
                      <a:cubicBezTo>
                        <a:pt x="0" y="630"/>
                        <a:pt x="58" y="728"/>
                        <a:pt x="136" y="825"/>
                      </a:cubicBezTo>
                      <a:cubicBezTo>
                        <a:pt x="175" y="883"/>
                        <a:pt x="233" y="903"/>
                        <a:pt x="272" y="942"/>
                      </a:cubicBezTo>
                      <a:cubicBezTo>
                        <a:pt x="311" y="981"/>
                        <a:pt x="331" y="981"/>
                        <a:pt x="350" y="1000"/>
                      </a:cubicBezTo>
                      <a:cubicBezTo>
                        <a:pt x="506" y="1078"/>
                        <a:pt x="661" y="1097"/>
                        <a:pt x="837" y="1097"/>
                      </a:cubicBezTo>
                      <a:cubicBezTo>
                        <a:pt x="1031" y="1097"/>
                        <a:pt x="1245" y="1039"/>
                        <a:pt x="1401" y="942"/>
                      </a:cubicBezTo>
                      <a:cubicBezTo>
                        <a:pt x="1576" y="844"/>
                        <a:pt x="1673" y="708"/>
                        <a:pt x="1673" y="553"/>
                      </a:cubicBezTo>
                      <a:cubicBezTo>
                        <a:pt x="1673" y="416"/>
                        <a:pt x="1576" y="261"/>
                        <a:pt x="1401" y="163"/>
                      </a:cubicBezTo>
                      <a:cubicBezTo>
                        <a:pt x="1241" y="54"/>
                        <a:pt x="1036" y="0"/>
                        <a:pt x="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862050" y="462325"/>
                  <a:ext cx="345350" cy="197500"/>
                </a:xfrm>
                <a:custGeom>
                  <a:avLst/>
                  <a:gdLst/>
                  <a:ahLst/>
                  <a:cxnLst/>
                  <a:rect l="l" t="t" r="r" b="b"/>
                  <a:pathLst>
                    <a:path w="13814" h="7900" extrusionOk="0">
                      <a:moveTo>
                        <a:pt x="1" y="1"/>
                      </a:moveTo>
                      <a:lnTo>
                        <a:pt x="12141" y="7005"/>
                      </a:lnTo>
                      <a:lnTo>
                        <a:pt x="13639" y="7880"/>
                      </a:lnTo>
                      <a:cubicBezTo>
                        <a:pt x="13658" y="7880"/>
                        <a:pt x="13697" y="7900"/>
                        <a:pt x="13697" y="7900"/>
                      </a:cubicBezTo>
                      <a:cubicBezTo>
                        <a:pt x="13736" y="7900"/>
                        <a:pt x="13756" y="7880"/>
                        <a:pt x="13795" y="7861"/>
                      </a:cubicBezTo>
                      <a:cubicBezTo>
                        <a:pt x="13814" y="7802"/>
                        <a:pt x="13814" y="7744"/>
                        <a:pt x="13736" y="7685"/>
                      </a:cubicBezTo>
                      <a:lnTo>
                        <a:pt x="12355" y="6888"/>
                      </a:lnTo>
                      <a:lnTo>
                        <a:pt x="4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2138800" y="671475"/>
                  <a:ext cx="230550" cy="6350"/>
                </a:xfrm>
                <a:custGeom>
                  <a:avLst/>
                  <a:gdLst/>
                  <a:ahLst/>
                  <a:cxnLst/>
                  <a:rect l="l" t="t" r="r" b="b"/>
                  <a:pathLst>
                    <a:path w="9222" h="254" extrusionOk="0">
                      <a:moveTo>
                        <a:pt x="117" y="0"/>
                      </a:moveTo>
                      <a:cubicBezTo>
                        <a:pt x="59" y="0"/>
                        <a:pt x="0" y="59"/>
                        <a:pt x="0" y="137"/>
                      </a:cubicBezTo>
                      <a:cubicBezTo>
                        <a:pt x="0" y="195"/>
                        <a:pt x="39" y="253"/>
                        <a:pt x="117" y="253"/>
                      </a:cubicBezTo>
                      <a:lnTo>
                        <a:pt x="9222" y="253"/>
                      </a:lnTo>
                      <a:lnTo>
                        <a:pt x="92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1131514" y="2433822"/>
                  <a:ext cx="219375" cy="125775"/>
                </a:xfrm>
                <a:custGeom>
                  <a:avLst/>
                  <a:gdLst/>
                  <a:ahLst/>
                  <a:cxnLst/>
                  <a:rect l="l" t="t" r="r" b="b"/>
                  <a:pathLst>
                    <a:path w="8775" h="5031" extrusionOk="0">
                      <a:moveTo>
                        <a:pt x="136" y="0"/>
                      </a:moveTo>
                      <a:cubicBezTo>
                        <a:pt x="97" y="0"/>
                        <a:pt x="59" y="17"/>
                        <a:pt x="20" y="69"/>
                      </a:cubicBezTo>
                      <a:cubicBezTo>
                        <a:pt x="0" y="108"/>
                        <a:pt x="0" y="186"/>
                        <a:pt x="78" y="244"/>
                      </a:cubicBezTo>
                      <a:lnTo>
                        <a:pt x="292" y="361"/>
                      </a:lnTo>
                      <a:lnTo>
                        <a:pt x="3872" y="2423"/>
                      </a:lnTo>
                      <a:lnTo>
                        <a:pt x="4572" y="2832"/>
                      </a:lnTo>
                      <a:lnTo>
                        <a:pt x="8152" y="4914"/>
                      </a:lnTo>
                      <a:lnTo>
                        <a:pt x="8346" y="5030"/>
                      </a:lnTo>
                      <a:lnTo>
                        <a:pt x="8755" y="5030"/>
                      </a:lnTo>
                      <a:cubicBezTo>
                        <a:pt x="8774" y="4952"/>
                        <a:pt x="8755" y="4933"/>
                        <a:pt x="8735" y="4933"/>
                      </a:cubicBezTo>
                      <a:lnTo>
                        <a:pt x="8444" y="4758"/>
                      </a:lnTo>
                      <a:lnTo>
                        <a:pt x="4844" y="2696"/>
                      </a:lnTo>
                      <a:lnTo>
                        <a:pt x="4125" y="2287"/>
                      </a:lnTo>
                      <a:lnTo>
                        <a:pt x="525" y="205"/>
                      </a:lnTo>
                      <a:lnTo>
                        <a:pt x="195" y="11"/>
                      </a:lnTo>
                      <a:cubicBezTo>
                        <a:pt x="175" y="4"/>
                        <a:pt x="156"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1627625" y="646675"/>
                  <a:ext cx="5850" cy="200900"/>
                </a:xfrm>
                <a:custGeom>
                  <a:avLst/>
                  <a:gdLst/>
                  <a:ahLst/>
                  <a:cxnLst/>
                  <a:rect l="l" t="t" r="r" b="b"/>
                  <a:pathLst>
                    <a:path w="234" h="8036" extrusionOk="0">
                      <a:moveTo>
                        <a:pt x="117" y="0"/>
                      </a:moveTo>
                      <a:cubicBezTo>
                        <a:pt x="39" y="0"/>
                        <a:pt x="0" y="59"/>
                        <a:pt x="0" y="117"/>
                      </a:cubicBezTo>
                      <a:lnTo>
                        <a:pt x="0" y="253"/>
                      </a:lnTo>
                      <a:lnTo>
                        <a:pt x="0" y="7860"/>
                      </a:lnTo>
                      <a:lnTo>
                        <a:pt x="0" y="7899"/>
                      </a:lnTo>
                      <a:cubicBezTo>
                        <a:pt x="0" y="7977"/>
                        <a:pt x="39" y="8035"/>
                        <a:pt x="117" y="8035"/>
                      </a:cubicBezTo>
                      <a:cubicBezTo>
                        <a:pt x="195" y="8035"/>
                        <a:pt x="234" y="7977"/>
                        <a:pt x="234" y="7899"/>
                      </a:cubicBezTo>
                      <a:lnTo>
                        <a:pt x="234" y="7860"/>
                      </a:lnTo>
                      <a:lnTo>
                        <a:pt x="234" y="195"/>
                      </a:lnTo>
                      <a:lnTo>
                        <a:pt x="234" y="11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1655350" y="779450"/>
                  <a:ext cx="41350" cy="25800"/>
                </a:xfrm>
                <a:custGeom>
                  <a:avLst/>
                  <a:gdLst/>
                  <a:ahLst/>
                  <a:cxnLst/>
                  <a:rect l="l" t="t" r="r" b="b"/>
                  <a:pathLst>
                    <a:path w="1654" h="1032" extrusionOk="0">
                      <a:moveTo>
                        <a:pt x="856" y="214"/>
                      </a:moveTo>
                      <a:cubicBezTo>
                        <a:pt x="1031" y="214"/>
                        <a:pt x="1167" y="234"/>
                        <a:pt x="1284" y="312"/>
                      </a:cubicBezTo>
                      <a:cubicBezTo>
                        <a:pt x="1381" y="351"/>
                        <a:pt x="1440" y="428"/>
                        <a:pt x="1440" y="506"/>
                      </a:cubicBezTo>
                      <a:cubicBezTo>
                        <a:pt x="1440" y="584"/>
                        <a:pt x="1381" y="623"/>
                        <a:pt x="1284" y="701"/>
                      </a:cubicBezTo>
                      <a:cubicBezTo>
                        <a:pt x="1167" y="769"/>
                        <a:pt x="1007" y="803"/>
                        <a:pt x="846" y="803"/>
                      </a:cubicBezTo>
                      <a:cubicBezTo>
                        <a:pt x="686" y="803"/>
                        <a:pt x="525" y="769"/>
                        <a:pt x="409" y="701"/>
                      </a:cubicBezTo>
                      <a:cubicBezTo>
                        <a:pt x="311" y="642"/>
                        <a:pt x="272" y="584"/>
                        <a:pt x="272" y="506"/>
                      </a:cubicBezTo>
                      <a:cubicBezTo>
                        <a:pt x="272" y="428"/>
                        <a:pt x="311" y="390"/>
                        <a:pt x="409" y="312"/>
                      </a:cubicBezTo>
                      <a:cubicBezTo>
                        <a:pt x="545" y="234"/>
                        <a:pt x="700" y="214"/>
                        <a:pt x="856" y="214"/>
                      </a:cubicBezTo>
                      <a:close/>
                      <a:moveTo>
                        <a:pt x="700" y="0"/>
                      </a:moveTo>
                      <a:cubicBezTo>
                        <a:pt x="545" y="20"/>
                        <a:pt x="389" y="39"/>
                        <a:pt x="272" y="117"/>
                      </a:cubicBezTo>
                      <a:cubicBezTo>
                        <a:pt x="97" y="214"/>
                        <a:pt x="0" y="351"/>
                        <a:pt x="0" y="506"/>
                      </a:cubicBezTo>
                      <a:cubicBezTo>
                        <a:pt x="0" y="642"/>
                        <a:pt x="97" y="798"/>
                        <a:pt x="272" y="895"/>
                      </a:cubicBezTo>
                      <a:cubicBezTo>
                        <a:pt x="428" y="993"/>
                        <a:pt x="642" y="1032"/>
                        <a:pt x="837" y="1032"/>
                      </a:cubicBezTo>
                      <a:cubicBezTo>
                        <a:pt x="1031" y="1032"/>
                        <a:pt x="1245" y="993"/>
                        <a:pt x="1381" y="895"/>
                      </a:cubicBezTo>
                      <a:cubicBezTo>
                        <a:pt x="1556" y="798"/>
                        <a:pt x="1654" y="642"/>
                        <a:pt x="1654" y="506"/>
                      </a:cubicBezTo>
                      <a:cubicBezTo>
                        <a:pt x="1654" y="351"/>
                        <a:pt x="1556" y="214"/>
                        <a:pt x="1381" y="117"/>
                      </a:cubicBezTo>
                      <a:cubicBezTo>
                        <a:pt x="1265" y="39"/>
                        <a:pt x="1089" y="0"/>
                        <a:pt x="953" y="0"/>
                      </a:cubicBezTo>
                      <a:lnTo>
                        <a:pt x="953" y="39"/>
                      </a:lnTo>
                      <a:cubicBezTo>
                        <a:pt x="953" y="98"/>
                        <a:pt x="895" y="156"/>
                        <a:pt x="837" y="156"/>
                      </a:cubicBezTo>
                      <a:cubicBezTo>
                        <a:pt x="759" y="156"/>
                        <a:pt x="700" y="117"/>
                        <a:pt x="700" y="39"/>
                      </a:cubicBezTo>
                      <a:lnTo>
                        <a:pt x="7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1672850" y="619925"/>
                  <a:ext cx="6350" cy="162950"/>
                </a:xfrm>
                <a:custGeom>
                  <a:avLst/>
                  <a:gdLst/>
                  <a:ahLst/>
                  <a:cxnLst/>
                  <a:rect l="l" t="t" r="r" b="b"/>
                  <a:pathLst>
                    <a:path w="254" h="6518" extrusionOk="0">
                      <a:moveTo>
                        <a:pt x="137" y="0"/>
                      </a:moveTo>
                      <a:cubicBezTo>
                        <a:pt x="59" y="0"/>
                        <a:pt x="0" y="59"/>
                        <a:pt x="0" y="117"/>
                      </a:cubicBezTo>
                      <a:lnTo>
                        <a:pt x="0" y="350"/>
                      </a:lnTo>
                      <a:lnTo>
                        <a:pt x="0" y="6343"/>
                      </a:lnTo>
                      <a:lnTo>
                        <a:pt x="0" y="6401"/>
                      </a:lnTo>
                      <a:cubicBezTo>
                        <a:pt x="0" y="6479"/>
                        <a:pt x="59" y="6518"/>
                        <a:pt x="137" y="6518"/>
                      </a:cubicBezTo>
                      <a:cubicBezTo>
                        <a:pt x="195" y="6518"/>
                        <a:pt x="253" y="6479"/>
                        <a:pt x="253" y="6401"/>
                      </a:cubicBezTo>
                      <a:lnTo>
                        <a:pt x="253" y="6343"/>
                      </a:lnTo>
                      <a:lnTo>
                        <a:pt x="253" y="195"/>
                      </a:lnTo>
                      <a:lnTo>
                        <a:pt x="253" y="117"/>
                      </a:lnTo>
                      <a:cubicBezTo>
                        <a:pt x="253" y="78"/>
                        <a:pt x="195"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1701550" y="719150"/>
                  <a:ext cx="41350" cy="25800"/>
                </a:xfrm>
                <a:custGeom>
                  <a:avLst/>
                  <a:gdLst/>
                  <a:ahLst/>
                  <a:cxnLst/>
                  <a:rect l="l" t="t" r="r" b="b"/>
                  <a:pathLst>
                    <a:path w="1654" h="1032" extrusionOk="0">
                      <a:moveTo>
                        <a:pt x="837" y="233"/>
                      </a:moveTo>
                      <a:cubicBezTo>
                        <a:pt x="992" y="233"/>
                        <a:pt x="1148" y="253"/>
                        <a:pt x="1265" y="331"/>
                      </a:cubicBezTo>
                      <a:cubicBezTo>
                        <a:pt x="1362" y="389"/>
                        <a:pt x="1420" y="467"/>
                        <a:pt x="1420" y="525"/>
                      </a:cubicBezTo>
                      <a:cubicBezTo>
                        <a:pt x="1420" y="603"/>
                        <a:pt x="1362" y="661"/>
                        <a:pt x="1265" y="720"/>
                      </a:cubicBezTo>
                      <a:cubicBezTo>
                        <a:pt x="1148" y="798"/>
                        <a:pt x="983" y="837"/>
                        <a:pt x="820" y="837"/>
                      </a:cubicBezTo>
                      <a:cubicBezTo>
                        <a:pt x="657" y="837"/>
                        <a:pt x="496" y="798"/>
                        <a:pt x="389" y="720"/>
                      </a:cubicBezTo>
                      <a:cubicBezTo>
                        <a:pt x="292" y="681"/>
                        <a:pt x="253" y="603"/>
                        <a:pt x="253" y="525"/>
                      </a:cubicBezTo>
                      <a:cubicBezTo>
                        <a:pt x="253" y="467"/>
                        <a:pt x="292" y="409"/>
                        <a:pt x="389" y="331"/>
                      </a:cubicBezTo>
                      <a:cubicBezTo>
                        <a:pt x="506" y="272"/>
                        <a:pt x="681" y="233"/>
                        <a:pt x="837" y="233"/>
                      </a:cubicBezTo>
                      <a:close/>
                      <a:moveTo>
                        <a:pt x="701" y="0"/>
                      </a:moveTo>
                      <a:cubicBezTo>
                        <a:pt x="545" y="19"/>
                        <a:pt x="389" y="39"/>
                        <a:pt x="273" y="117"/>
                      </a:cubicBezTo>
                      <a:cubicBezTo>
                        <a:pt x="98" y="214"/>
                        <a:pt x="0" y="350"/>
                        <a:pt x="0" y="506"/>
                      </a:cubicBezTo>
                      <a:cubicBezTo>
                        <a:pt x="0" y="642"/>
                        <a:pt x="98" y="798"/>
                        <a:pt x="273" y="895"/>
                      </a:cubicBezTo>
                      <a:cubicBezTo>
                        <a:pt x="428" y="992"/>
                        <a:pt x="642" y="1031"/>
                        <a:pt x="837" y="1031"/>
                      </a:cubicBezTo>
                      <a:cubicBezTo>
                        <a:pt x="1031" y="1031"/>
                        <a:pt x="1245"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5" y="175"/>
                        <a:pt x="837" y="175"/>
                      </a:cubicBezTo>
                      <a:cubicBezTo>
                        <a:pt x="759" y="175"/>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1719050" y="593650"/>
                  <a:ext cx="6350" cy="129900"/>
                </a:xfrm>
                <a:custGeom>
                  <a:avLst/>
                  <a:gdLst/>
                  <a:ahLst/>
                  <a:cxnLst/>
                  <a:rect l="l" t="t" r="r" b="b"/>
                  <a:pathLst>
                    <a:path w="254" h="5196" extrusionOk="0">
                      <a:moveTo>
                        <a:pt x="137" y="1"/>
                      </a:moveTo>
                      <a:cubicBezTo>
                        <a:pt x="59" y="1"/>
                        <a:pt x="1" y="59"/>
                        <a:pt x="1" y="137"/>
                      </a:cubicBezTo>
                      <a:lnTo>
                        <a:pt x="1" y="351"/>
                      </a:lnTo>
                      <a:lnTo>
                        <a:pt x="1" y="5020"/>
                      </a:lnTo>
                      <a:lnTo>
                        <a:pt x="1" y="5059"/>
                      </a:lnTo>
                      <a:cubicBezTo>
                        <a:pt x="1" y="5137"/>
                        <a:pt x="59" y="5195"/>
                        <a:pt x="137" y="5195"/>
                      </a:cubicBezTo>
                      <a:cubicBezTo>
                        <a:pt x="195" y="5195"/>
                        <a:pt x="254" y="5137"/>
                        <a:pt x="254" y="5059"/>
                      </a:cubicBezTo>
                      <a:lnTo>
                        <a:pt x="254" y="5020"/>
                      </a:lnTo>
                      <a:lnTo>
                        <a:pt x="254" y="195"/>
                      </a:lnTo>
                      <a:lnTo>
                        <a:pt x="254" y="137"/>
                      </a:lnTo>
                      <a:cubicBezTo>
                        <a:pt x="254" y="59"/>
                        <a:pt x="195" y="1"/>
                        <a:pt x="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1747275" y="654925"/>
                  <a:ext cx="41350" cy="26300"/>
                </a:xfrm>
                <a:custGeom>
                  <a:avLst/>
                  <a:gdLst/>
                  <a:ahLst/>
                  <a:cxnLst/>
                  <a:rect l="l" t="t" r="r" b="b"/>
                  <a:pathLst>
                    <a:path w="1654" h="1052" extrusionOk="0">
                      <a:moveTo>
                        <a:pt x="817" y="254"/>
                      </a:moveTo>
                      <a:cubicBezTo>
                        <a:pt x="992" y="254"/>
                        <a:pt x="1148" y="273"/>
                        <a:pt x="1265" y="351"/>
                      </a:cubicBezTo>
                      <a:cubicBezTo>
                        <a:pt x="1362" y="410"/>
                        <a:pt x="1401" y="468"/>
                        <a:pt x="1401" y="546"/>
                      </a:cubicBezTo>
                      <a:cubicBezTo>
                        <a:pt x="1401" y="624"/>
                        <a:pt x="1362" y="662"/>
                        <a:pt x="1265" y="740"/>
                      </a:cubicBezTo>
                      <a:cubicBezTo>
                        <a:pt x="1138" y="808"/>
                        <a:pt x="973" y="842"/>
                        <a:pt x="812" y="842"/>
                      </a:cubicBezTo>
                      <a:cubicBezTo>
                        <a:pt x="652" y="842"/>
                        <a:pt x="496" y="808"/>
                        <a:pt x="389" y="740"/>
                      </a:cubicBezTo>
                      <a:cubicBezTo>
                        <a:pt x="292" y="682"/>
                        <a:pt x="233" y="624"/>
                        <a:pt x="233" y="546"/>
                      </a:cubicBezTo>
                      <a:cubicBezTo>
                        <a:pt x="233" y="468"/>
                        <a:pt x="292" y="429"/>
                        <a:pt x="389" y="351"/>
                      </a:cubicBezTo>
                      <a:cubicBezTo>
                        <a:pt x="506" y="273"/>
                        <a:pt x="681" y="254"/>
                        <a:pt x="817" y="254"/>
                      </a:cubicBezTo>
                      <a:close/>
                      <a:moveTo>
                        <a:pt x="700" y="1"/>
                      </a:moveTo>
                      <a:cubicBezTo>
                        <a:pt x="525" y="40"/>
                        <a:pt x="389" y="59"/>
                        <a:pt x="272" y="137"/>
                      </a:cubicBezTo>
                      <a:cubicBezTo>
                        <a:pt x="97" y="234"/>
                        <a:pt x="0" y="371"/>
                        <a:pt x="0" y="526"/>
                      </a:cubicBezTo>
                      <a:cubicBezTo>
                        <a:pt x="0" y="662"/>
                        <a:pt x="97" y="818"/>
                        <a:pt x="272" y="915"/>
                      </a:cubicBezTo>
                      <a:cubicBezTo>
                        <a:pt x="428" y="1013"/>
                        <a:pt x="623" y="1052"/>
                        <a:pt x="817" y="1052"/>
                      </a:cubicBezTo>
                      <a:cubicBezTo>
                        <a:pt x="1012" y="1052"/>
                        <a:pt x="1245" y="1013"/>
                        <a:pt x="1381" y="915"/>
                      </a:cubicBezTo>
                      <a:cubicBezTo>
                        <a:pt x="1556" y="818"/>
                        <a:pt x="1654" y="662"/>
                        <a:pt x="1654" y="526"/>
                      </a:cubicBezTo>
                      <a:cubicBezTo>
                        <a:pt x="1654" y="371"/>
                        <a:pt x="1556" y="234"/>
                        <a:pt x="1381" y="137"/>
                      </a:cubicBezTo>
                      <a:cubicBezTo>
                        <a:pt x="1265" y="59"/>
                        <a:pt x="1089" y="1"/>
                        <a:pt x="953" y="1"/>
                      </a:cubicBezTo>
                      <a:lnTo>
                        <a:pt x="953" y="59"/>
                      </a:lnTo>
                      <a:cubicBezTo>
                        <a:pt x="953" y="137"/>
                        <a:pt x="895" y="176"/>
                        <a:pt x="817" y="176"/>
                      </a:cubicBezTo>
                      <a:cubicBezTo>
                        <a:pt x="759" y="176"/>
                        <a:pt x="700" y="137"/>
                        <a:pt x="700" y="59"/>
                      </a:cubicBezTo>
                      <a:lnTo>
                        <a:pt x="7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1764775" y="566900"/>
                  <a:ext cx="6350" cy="92450"/>
                </a:xfrm>
                <a:custGeom>
                  <a:avLst/>
                  <a:gdLst/>
                  <a:ahLst/>
                  <a:cxnLst/>
                  <a:rect l="l" t="t" r="r" b="b"/>
                  <a:pathLst>
                    <a:path w="254" h="3698" extrusionOk="0">
                      <a:moveTo>
                        <a:pt x="117" y="1"/>
                      </a:moveTo>
                      <a:cubicBezTo>
                        <a:pt x="59" y="1"/>
                        <a:pt x="0" y="59"/>
                        <a:pt x="0" y="137"/>
                      </a:cubicBezTo>
                      <a:lnTo>
                        <a:pt x="0" y="351"/>
                      </a:lnTo>
                      <a:lnTo>
                        <a:pt x="0" y="3522"/>
                      </a:lnTo>
                      <a:lnTo>
                        <a:pt x="0" y="3580"/>
                      </a:lnTo>
                      <a:cubicBezTo>
                        <a:pt x="0" y="3658"/>
                        <a:pt x="59" y="3697"/>
                        <a:pt x="117" y="3697"/>
                      </a:cubicBezTo>
                      <a:cubicBezTo>
                        <a:pt x="195" y="3697"/>
                        <a:pt x="253" y="3658"/>
                        <a:pt x="253" y="3580"/>
                      </a:cubicBezTo>
                      <a:lnTo>
                        <a:pt x="253" y="3522"/>
                      </a:lnTo>
                      <a:lnTo>
                        <a:pt x="253" y="195"/>
                      </a:lnTo>
                      <a:lnTo>
                        <a:pt x="253" y="137"/>
                      </a:lnTo>
                      <a:cubicBezTo>
                        <a:pt x="253" y="78"/>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2282750" y="462325"/>
                  <a:ext cx="19000" cy="1500"/>
                </a:xfrm>
                <a:custGeom>
                  <a:avLst/>
                  <a:gdLst/>
                  <a:ahLst/>
                  <a:cxnLst/>
                  <a:rect l="l" t="t" r="r" b="b"/>
                  <a:pathLst>
                    <a:path w="760" h="60" extrusionOk="0">
                      <a:moveTo>
                        <a:pt x="1" y="1"/>
                      </a:moveTo>
                      <a:cubicBezTo>
                        <a:pt x="118" y="59"/>
                        <a:pt x="234" y="59"/>
                        <a:pt x="390" y="59"/>
                      </a:cubicBezTo>
                      <a:cubicBezTo>
                        <a:pt x="546" y="59"/>
                        <a:pt x="623" y="40"/>
                        <a:pt x="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2340150" y="477275"/>
                  <a:ext cx="29200" cy="26425"/>
                </a:xfrm>
                <a:custGeom>
                  <a:avLst/>
                  <a:gdLst/>
                  <a:ahLst/>
                  <a:cxnLst/>
                  <a:rect l="l" t="t" r="r" b="b"/>
                  <a:pathLst>
                    <a:path w="1168" h="1057" extrusionOk="0">
                      <a:moveTo>
                        <a:pt x="810" y="0"/>
                      </a:moveTo>
                      <a:cubicBezTo>
                        <a:pt x="617" y="0"/>
                        <a:pt x="412" y="44"/>
                        <a:pt x="254" y="142"/>
                      </a:cubicBezTo>
                      <a:cubicBezTo>
                        <a:pt x="98" y="239"/>
                        <a:pt x="1" y="376"/>
                        <a:pt x="1" y="531"/>
                      </a:cubicBezTo>
                      <a:cubicBezTo>
                        <a:pt x="1" y="667"/>
                        <a:pt x="78" y="823"/>
                        <a:pt x="254" y="920"/>
                      </a:cubicBezTo>
                      <a:cubicBezTo>
                        <a:pt x="429" y="1018"/>
                        <a:pt x="623" y="1056"/>
                        <a:pt x="818" y="1056"/>
                      </a:cubicBezTo>
                      <a:cubicBezTo>
                        <a:pt x="934" y="1056"/>
                        <a:pt x="1071" y="1037"/>
                        <a:pt x="1168" y="1018"/>
                      </a:cubicBezTo>
                      <a:lnTo>
                        <a:pt x="1168" y="765"/>
                      </a:lnTo>
                      <a:cubicBezTo>
                        <a:pt x="1059" y="807"/>
                        <a:pt x="935" y="827"/>
                        <a:pt x="810" y="827"/>
                      </a:cubicBezTo>
                      <a:cubicBezTo>
                        <a:pt x="647" y="827"/>
                        <a:pt x="483" y="792"/>
                        <a:pt x="351" y="726"/>
                      </a:cubicBezTo>
                      <a:cubicBezTo>
                        <a:pt x="254" y="667"/>
                        <a:pt x="215" y="609"/>
                        <a:pt x="215" y="531"/>
                      </a:cubicBezTo>
                      <a:cubicBezTo>
                        <a:pt x="215" y="453"/>
                        <a:pt x="254" y="414"/>
                        <a:pt x="351" y="337"/>
                      </a:cubicBezTo>
                      <a:cubicBezTo>
                        <a:pt x="487" y="259"/>
                        <a:pt x="643" y="239"/>
                        <a:pt x="798" y="239"/>
                      </a:cubicBezTo>
                      <a:cubicBezTo>
                        <a:pt x="915" y="239"/>
                        <a:pt x="1032" y="259"/>
                        <a:pt x="1129" y="278"/>
                      </a:cubicBezTo>
                      <a:lnTo>
                        <a:pt x="1129" y="45"/>
                      </a:lnTo>
                      <a:cubicBezTo>
                        <a:pt x="1035" y="16"/>
                        <a:pt x="925" y="0"/>
                        <a:pt x="8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3" name="Google Shape;4103;p40"/>
            <p:cNvGrpSpPr/>
            <p:nvPr/>
          </p:nvGrpSpPr>
          <p:grpSpPr>
            <a:xfrm>
              <a:off x="6722850" y="1544650"/>
              <a:ext cx="762741" cy="1311760"/>
              <a:chOff x="5309625" y="6138225"/>
              <a:chExt cx="762741" cy="1311760"/>
            </a:xfrm>
          </p:grpSpPr>
          <p:sp>
            <p:nvSpPr>
              <p:cNvPr id="4104" name="Google Shape;4104;p40"/>
              <p:cNvSpPr/>
              <p:nvPr/>
            </p:nvSpPr>
            <p:spPr>
              <a:xfrm>
                <a:off x="5426107" y="6964575"/>
                <a:ext cx="594655" cy="312395"/>
              </a:xfrm>
              <a:custGeom>
                <a:avLst/>
                <a:gdLst/>
                <a:ahLst/>
                <a:cxnLst/>
                <a:rect l="l" t="t" r="r" b="b"/>
                <a:pathLst>
                  <a:path w="7479" h="3929" extrusionOk="0">
                    <a:moveTo>
                      <a:pt x="3724" y="0"/>
                    </a:moveTo>
                    <a:cubicBezTo>
                      <a:pt x="2856" y="0"/>
                      <a:pt x="1991" y="192"/>
                      <a:pt x="1335" y="576"/>
                    </a:cubicBezTo>
                    <a:cubicBezTo>
                      <a:pt x="0" y="1344"/>
                      <a:pt x="12" y="2584"/>
                      <a:pt x="1347" y="3352"/>
                    </a:cubicBezTo>
                    <a:cubicBezTo>
                      <a:pt x="2009" y="3736"/>
                      <a:pt x="2877" y="3928"/>
                      <a:pt x="3745" y="3928"/>
                    </a:cubicBezTo>
                    <a:cubicBezTo>
                      <a:pt x="4613" y="3928"/>
                      <a:pt x="5482" y="3736"/>
                      <a:pt x="6143" y="3352"/>
                    </a:cubicBezTo>
                    <a:cubicBezTo>
                      <a:pt x="7478" y="2584"/>
                      <a:pt x="7455" y="1344"/>
                      <a:pt x="6131" y="576"/>
                    </a:cubicBezTo>
                    <a:cubicBezTo>
                      <a:pt x="5464" y="192"/>
                      <a:pt x="4593" y="0"/>
                      <a:pt x="37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5447734" y="6964575"/>
                <a:ext cx="550448" cy="170787"/>
              </a:xfrm>
              <a:custGeom>
                <a:avLst/>
                <a:gdLst/>
                <a:ahLst/>
                <a:cxnLst/>
                <a:rect l="l" t="t" r="r" b="b"/>
                <a:pathLst>
                  <a:path w="6923" h="2148" extrusionOk="0">
                    <a:moveTo>
                      <a:pt x="3457" y="0"/>
                    </a:moveTo>
                    <a:cubicBezTo>
                      <a:pt x="2590" y="0"/>
                      <a:pt x="1725" y="192"/>
                      <a:pt x="1063" y="576"/>
                    </a:cubicBezTo>
                    <a:cubicBezTo>
                      <a:pt x="319" y="1001"/>
                      <a:pt x="0" y="1568"/>
                      <a:pt x="83" y="2124"/>
                    </a:cubicBezTo>
                    <a:cubicBezTo>
                      <a:pt x="142" y="1687"/>
                      <a:pt x="473" y="1261"/>
                      <a:pt x="1063" y="919"/>
                    </a:cubicBezTo>
                    <a:cubicBezTo>
                      <a:pt x="1719" y="535"/>
                      <a:pt x="2584" y="343"/>
                      <a:pt x="3452" y="343"/>
                    </a:cubicBezTo>
                    <a:cubicBezTo>
                      <a:pt x="4321" y="343"/>
                      <a:pt x="5192" y="535"/>
                      <a:pt x="5859" y="919"/>
                    </a:cubicBezTo>
                    <a:cubicBezTo>
                      <a:pt x="6450" y="1261"/>
                      <a:pt x="6793" y="1698"/>
                      <a:pt x="6852" y="2147"/>
                    </a:cubicBezTo>
                    <a:cubicBezTo>
                      <a:pt x="6923" y="1580"/>
                      <a:pt x="6592" y="1001"/>
                      <a:pt x="5859" y="576"/>
                    </a:cubicBezTo>
                    <a:cubicBezTo>
                      <a:pt x="5192" y="192"/>
                      <a:pt x="4324" y="0"/>
                      <a:pt x="345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5757665" y="7202867"/>
                <a:ext cx="314701" cy="247117"/>
              </a:xfrm>
              <a:custGeom>
                <a:avLst/>
                <a:gdLst/>
                <a:ahLst/>
                <a:cxnLst/>
                <a:rect l="l" t="t" r="r" b="b"/>
                <a:pathLst>
                  <a:path w="3958" h="3108" extrusionOk="0">
                    <a:moveTo>
                      <a:pt x="3958" y="1"/>
                    </a:moveTo>
                    <a:lnTo>
                      <a:pt x="0" y="2293"/>
                    </a:lnTo>
                    <a:lnTo>
                      <a:pt x="0" y="3108"/>
                    </a:lnTo>
                    <a:lnTo>
                      <a:pt x="3958" y="816"/>
                    </a:lnTo>
                    <a:lnTo>
                      <a:pt x="395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5309625" y="7126776"/>
                <a:ext cx="448118" cy="323208"/>
              </a:xfrm>
              <a:custGeom>
                <a:avLst/>
                <a:gdLst/>
                <a:ahLst/>
                <a:cxnLst/>
                <a:rect l="l" t="t" r="r" b="b"/>
                <a:pathLst>
                  <a:path w="5636" h="4065" extrusionOk="0">
                    <a:moveTo>
                      <a:pt x="1" y="1"/>
                    </a:moveTo>
                    <a:lnTo>
                      <a:pt x="1" y="816"/>
                    </a:lnTo>
                    <a:lnTo>
                      <a:pt x="5635" y="4065"/>
                    </a:lnTo>
                    <a:lnTo>
                      <a:pt x="5635" y="325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0"/>
              <p:cNvSpPr/>
              <p:nvPr/>
            </p:nvSpPr>
            <p:spPr>
              <a:xfrm>
                <a:off x="5309625" y="6943664"/>
                <a:ext cx="762739" cy="441519"/>
              </a:xfrm>
              <a:custGeom>
                <a:avLst/>
                <a:gdLst/>
                <a:ahLst/>
                <a:cxnLst/>
                <a:rect l="l" t="t" r="r" b="b"/>
                <a:pathLst>
                  <a:path w="9593" h="5553" extrusionOk="0">
                    <a:moveTo>
                      <a:pt x="3958" y="0"/>
                    </a:moveTo>
                    <a:lnTo>
                      <a:pt x="1" y="2304"/>
                    </a:lnTo>
                    <a:lnTo>
                      <a:pt x="5635" y="5553"/>
                    </a:lnTo>
                    <a:lnTo>
                      <a:pt x="9593" y="3249"/>
                    </a:lnTo>
                    <a:lnTo>
                      <a:pt x="8388" y="697"/>
                    </a:lnTo>
                    <a:lnTo>
                      <a:pt x="6321" y="367"/>
                    </a:lnTo>
                    <a:lnTo>
                      <a:pt x="6321" y="367"/>
                    </a:lnTo>
                    <a:cubicBezTo>
                      <a:pt x="6781" y="461"/>
                      <a:pt x="7207" y="615"/>
                      <a:pt x="7585" y="827"/>
                    </a:cubicBezTo>
                    <a:cubicBezTo>
                      <a:pt x="8908" y="1595"/>
                      <a:pt x="8920" y="2836"/>
                      <a:pt x="7596" y="3603"/>
                    </a:cubicBezTo>
                    <a:cubicBezTo>
                      <a:pt x="6929" y="3987"/>
                      <a:pt x="6061" y="4179"/>
                      <a:pt x="5194" y="4179"/>
                    </a:cubicBezTo>
                    <a:cubicBezTo>
                      <a:pt x="4327" y="4179"/>
                      <a:pt x="3462" y="3987"/>
                      <a:pt x="2800" y="3603"/>
                    </a:cubicBezTo>
                    <a:cubicBezTo>
                      <a:pt x="1465" y="2836"/>
                      <a:pt x="1454" y="1595"/>
                      <a:pt x="2777" y="827"/>
                    </a:cubicBezTo>
                    <a:cubicBezTo>
                      <a:pt x="3440" y="443"/>
                      <a:pt x="4313" y="254"/>
                      <a:pt x="5188" y="254"/>
                    </a:cubicBezTo>
                    <a:cubicBezTo>
                      <a:pt x="5389" y="254"/>
                      <a:pt x="5590" y="264"/>
                      <a:pt x="5789" y="284"/>
                    </a:cubicBezTo>
                    <a:lnTo>
                      <a:pt x="395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0"/>
              <p:cNvSpPr/>
              <p:nvPr/>
            </p:nvSpPr>
            <p:spPr>
              <a:xfrm>
                <a:off x="5466499" y="7097675"/>
                <a:ext cx="349446" cy="220799"/>
              </a:xfrm>
              <a:custGeom>
                <a:avLst/>
                <a:gdLst/>
                <a:ahLst/>
                <a:cxnLst/>
                <a:rect l="l" t="t" r="r" b="b"/>
                <a:pathLst>
                  <a:path w="4395" h="2777" extrusionOk="0">
                    <a:moveTo>
                      <a:pt x="3379" y="1"/>
                    </a:moveTo>
                    <a:lnTo>
                      <a:pt x="331" y="1312"/>
                    </a:lnTo>
                    <a:lnTo>
                      <a:pt x="331" y="1749"/>
                    </a:lnTo>
                    <a:lnTo>
                      <a:pt x="0" y="1950"/>
                    </a:lnTo>
                    <a:lnTo>
                      <a:pt x="1394" y="2777"/>
                    </a:lnTo>
                    <a:lnTo>
                      <a:pt x="1394" y="2316"/>
                    </a:lnTo>
                    <a:lnTo>
                      <a:pt x="4395" y="591"/>
                    </a:lnTo>
                    <a:lnTo>
                      <a:pt x="3379" y="1"/>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0"/>
              <p:cNvSpPr/>
              <p:nvPr/>
            </p:nvSpPr>
            <p:spPr>
              <a:xfrm>
                <a:off x="5466499" y="7201993"/>
                <a:ext cx="26397" cy="50727"/>
              </a:xfrm>
              <a:custGeom>
                <a:avLst/>
                <a:gdLst/>
                <a:ahLst/>
                <a:cxnLst/>
                <a:rect l="l" t="t" r="r" b="b"/>
                <a:pathLst>
                  <a:path w="332" h="638" extrusionOk="0">
                    <a:moveTo>
                      <a:pt x="331" y="0"/>
                    </a:moveTo>
                    <a:lnTo>
                      <a:pt x="0" y="189"/>
                    </a:lnTo>
                    <a:lnTo>
                      <a:pt x="0" y="638"/>
                    </a:lnTo>
                    <a:lnTo>
                      <a:pt x="331" y="437"/>
                    </a:lnTo>
                    <a:lnTo>
                      <a:pt x="331" y="0"/>
                    </a:lnTo>
                    <a:close/>
                  </a:path>
                </a:pathLst>
              </a:custGeom>
              <a:solidFill>
                <a:schemeClr val="accent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0"/>
              <p:cNvSpPr/>
              <p:nvPr/>
            </p:nvSpPr>
            <p:spPr>
              <a:xfrm>
                <a:off x="5470236" y="7041303"/>
                <a:ext cx="513873" cy="222469"/>
              </a:xfrm>
              <a:custGeom>
                <a:avLst/>
                <a:gdLst/>
                <a:ahLst/>
                <a:cxnLst/>
                <a:rect l="l" t="t" r="r" b="b"/>
                <a:pathLst>
                  <a:path w="6463" h="2798" extrusionOk="0">
                    <a:moveTo>
                      <a:pt x="6462" y="25"/>
                    </a:moveTo>
                    <a:lnTo>
                      <a:pt x="6459" y="107"/>
                    </a:lnTo>
                    <a:lnTo>
                      <a:pt x="6459" y="107"/>
                    </a:lnTo>
                    <a:cubicBezTo>
                      <a:pt x="6461" y="80"/>
                      <a:pt x="6462" y="52"/>
                      <a:pt x="6462" y="25"/>
                    </a:cubicBezTo>
                    <a:close/>
                    <a:moveTo>
                      <a:pt x="36" y="1"/>
                    </a:moveTo>
                    <a:lnTo>
                      <a:pt x="1" y="922"/>
                    </a:lnTo>
                    <a:cubicBezTo>
                      <a:pt x="1" y="1419"/>
                      <a:pt x="320" y="1891"/>
                      <a:pt x="957" y="2257"/>
                    </a:cubicBezTo>
                    <a:cubicBezTo>
                      <a:pt x="1589" y="2618"/>
                      <a:pt x="2410" y="2798"/>
                      <a:pt x="3232" y="2798"/>
                    </a:cubicBezTo>
                    <a:cubicBezTo>
                      <a:pt x="4053" y="2798"/>
                      <a:pt x="4874" y="2618"/>
                      <a:pt x="5506" y="2257"/>
                    </a:cubicBezTo>
                    <a:cubicBezTo>
                      <a:pt x="6120" y="1903"/>
                      <a:pt x="6427" y="1430"/>
                      <a:pt x="6427" y="958"/>
                    </a:cubicBezTo>
                    <a:lnTo>
                      <a:pt x="6459" y="107"/>
                    </a:lnTo>
                    <a:lnTo>
                      <a:pt x="6459" y="107"/>
                    </a:lnTo>
                    <a:cubicBezTo>
                      <a:pt x="6425" y="552"/>
                      <a:pt x="6119" y="990"/>
                      <a:pt x="5529" y="1324"/>
                    </a:cubicBezTo>
                    <a:cubicBezTo>
                      <a:pt x="4903" y="1684"/>
                      <a:pt x="4079" y="1865"/>
                      <a:pt x="3255" y="1865"/>
                    </a:cubicBezTo>
                    <a:cubicBezTo>
                      <a:pt x="2431" y="1865"/>
                      <a:pt x="1607" y="1684"/>
                      <a:pt x="981" y="1324"/>
                    </a:cubicBezTo>
                    <a:cubicBezTo>
                      <a:pt x="343" y="958"/>
                      <a:pt x="36" y="474"/>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5792411" y="70432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5662809" y="7185057"/>
                <a:ext cx="130635" cy="78476"/>
              </a:xfrm>
              <a:custGeom>
                <a:avLst/>
                <a:gdLst/>
                <a:ahLst/>
                <a:cxnLst/>
                <a:rect l="l" t="t" r="r" b="b"/>
                <a:pathLst>
                  <a:path w="1643" h="987" extrusionOk="0">
                    <a:moveTo>
                      <a:pt x="36" y="0"/>
                    </a:moveTo>
                    <a:lnTo>
                      <a:pt x="0" y="934"/>
                    </a:lnTo>
                    <a:cubicBezTo>
                      <a:pt x="260" y="969"/>
                      <a:pt x="532" y="987"/>
                      <a:pt x="805" y="987"/>
                    </a:cubicBezTo>
                    <a:cubicBezTo>
                      <a:pt x="1078" y="987"/>
                      <a:pt x="1353" y="969"/>
                      <a:pt x="1619" y="934"/>
                    </a:cubicBezTo>
                    <a:lnTo>
                      <a:pt x="1642" y="0"/>
                    </a:lnTo>
                    <a:lnTo>
                      <a:pt x="1642" y="0"/>
                    </a:lnTo>
                    <a:cubicBezTo>
                      <a:pt x="1377" y="48"/>
                      <a:pt x="1108" y="71"/>
                      <a:pt x="839" y="71"/>
                    </a:cubicBezTo>
                    <a:cubicBezTo>
                      <a:pt x="570" y="71"/>
                      <a:pt x="302" y="48"/>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5527562" y="7135284"/>
                <a:ext cx="138109" cy="124036"/>
              </a:xfrm>
              <a:custGeom>
                <a:avLst/>
                <a:gdLst/>
                <a:ahLst/>
                <a:cxnLst/>
                <a:rect l="l" t="t" r="r" b="b"/>
                <a:pathLst>
                  <a:path w="1737" h="1560" extrusionOk="0">
                    <a:moveTo>
                      <a:pt x="24" y="0"/>
                    </a:moveTo>
                    <a:lnTo>
                      <a:pt x="0" y="922"/>
                    </a:lnTo>
                    <a:cubicBezTo>
                      <a:pt x="71" y="969"/>
                      <a:pt x="142" y="1028"/>
                      <a:pt x="236" y="1075"/>
                    </a:cubicBezTo>
                    <a:cubicBezTo>
                      <a:pt x="662" y="1323"/>
                      <a:pt x="1158" y="1489"/>
                      <a:pt x="1713" y="1560"/>
                    </a:cubicBezTo>
                    <a:lnTo>
                      <a:pt x="1737" y="626"/>
                    </a:lnTo>
                    <a:cubicBezTo>
                      <a:pt x="1193" y="556"/>
                      <a:pt x="685" y="390"/>
                      <a:pt x="260" y="142"/>
                    </a:cubicBezTo>
                    <a:cubicBezTo>
                      <a:pt x="177" y="95"/>
                      <a:pt x="95" y="59"/>
                      <a:pt x="24"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470236" y="70422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5447734" y="68943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5493691" y="68347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5491291" y="6837035"/>
                <a:ext cx="465054" cy="330682"/>
              </a:xfrm>
              <a:custGeom>
                <a:avLst/>
                <a:gdLst/>
                <a:ahLst/>
                <a:cxnLst/>
                <a:rect l="l" t="t" r="r" b="b"/>
                <a:pathLst>
                  <a:path w="5849" h="4159" extrusionOk="0">
                    <a:moveTo>
                      <a:pt x="1" y="0"/>
                    </a:moveTo>
                    <a:lnTo>
                      <a:pt x="1" y="12"/>
                    </a:lnTo>
                    <a:lnTo>
                      <a:pt x="1" y="2493"/>
                    </a:lnTo>
                    <a:lnTo>
                      <a:pt x="1" y="2564"/>
                    </a:lnTo>
                    <a:lnTo>
                      <a:pt x="1" y="2599"/>
                    </a:lnTo>
                    <a:lnTo>
                      <a:pt x="1" y="2658"/>
                    </a:lnTo>
                    <a:lnTo>
                      <a:pt x="1" y="2682"/>
                    </a:lnTo>
                    <a:cubicBezTo>
                      <a:pt x="1" y="2693"/>
                      <a:pt x="1" y="2717"/>
                      <a:pt x="25" y="2729"/>
                    </a:cubicBezTo>
                    <a:lnTo>
                      <a:pt x="25" y="2753"/>
                    </a:lnTo>
                    <a:lnTo>
                      <a:pt x="25" y="2776"/>
                    </a:lnTo>
                    <a:cubicBezTo>
                      <a:pt x="25" y="2788"/>
                      <a:pt x="36" y="2800"/>
                      <a:pt x="36" y="2812"/>
                    </a:cubicBezTo>
                    <a:cubicBezTo>
                      <a:pt x="48" y="2847"/>
                      <a:pt x="48" y="2859"/>
                      <a:pt x="60" y="2894"/>
                    </a:cubicBezTo>
                    <a:lnTo>
                      <a:pt x="60" y="2906"/>
                    </a:lnTo>
                    <a:cubicBezTo>
                      <a:pt x="84" y="2930"/>
                      <a:pt x="84" y="2953"/>
                      <a:pt x="95" y="2977"/>
                    </a:cubicBezTo>
                    <a:cubicBezTo>
                      <a:pt x="107" y="3012"/>
                      <a:pt x="119" y="3024"/>
                      <a:pt x="143" y="3048"/>
                    </a:cubicBezTo>
                    <a:cubicBezTo>
                      <a:pt x="143" y="3048"/>
                      <a:pt x="143" y="3060"/>
                      <a:pt x="155" y="3060"/>
                    </a:cubicBezTo>
                    <a:cubicBezTo>
                      <a:pt x="166" y="3095"/>
                      <a:pt x="178" y="3107"/>
                      <a:pt x="202" y="3142"/>
                    </a:cubicBezTo>
                    <a:cubicBezTo>
                      <a:pt x="214" y="3154"/>
                      <a:pt x="225" y="3190"/>
                      <a:pt x="237" y="3201"/>
                    </a:cubicBezTo>
                    <a:lnTo>
                      <a:pt x="261" y="3213"/>
                    </a:lnTo>
                    <a:cubicBezTo>
                      <a:pt x="273" y="3237"/>
                      <a:pt x="284" y="3261"/>
                      <a:pt x="320" y="3272"/>
                    </a:cubicBezTo>
                    <a:lnTo>
                      <a:pt x="332" y="3284"/>
                    </a:lnTo>
                    <a:cubicBezTo>
                      <a:pt x="344" y="3296"/>
                      <a:pt x="355" y="3331"/>
                      <a:pt x="391" y="3343"/>
                    </a:cubicBezTo>
                    <a:lnTo>
                      <a:pt x="403" y="3355"/>
                    </a:lnTo>
                    <a:cubicBezTo>
                      <a:pt x="414" y="3379"/>
                      <a:pt x="450" y="3402"/>
                      <a:pt x="473" y="3426"/>
                    </a:cubicBezTo>
                    <a:lnTo>
                      <a:pt x="497" y="3438"/>
                    </a:lnTo>
                    <a:cubicBezTo>
                      <a:pt x="509" y="3450"/>
                      <a:pt x="533" y="3461"/>
                      <a:pt x="556" y="3497"/>
                    </a:cubicBezTo>
                    <a:lnTo>
                      <a:pt x="568" y="3509"/>
                    </a:lnTo>
                    <a:cubicBezTo>
                      <a:pt x="592" y="3520"/>
                      <a:pt x="615" y="3532"/>
                      <a:pt x="639" y="3568"/>
                    </a:cubicBezTo>
                    <a:lnTo>
                      <a:pt x="651" y="3568"/>
                    </a:lnTo>
                    <a:cubicBezTo>
                      <a:pt x="674" y="3579"/>
                      <a:pt x="698" y="3591"/>
                      <a:pt x="733" y="3615"/>
                    </a:cubicBezTo>
                    <a:lnTo>
                      <a:pt x="757" y="3639"/>
                    </a:lnTo>
                    <a:cubicBezTo>
                      <a:pt x="792" y="3674"/>
                      <a:pt x="828" y="3686"/>
                      <a:pt x="863" y="3721"/>
                    </a:cubicBezTo>
                    <a:cubicBezTo>
                      <a:pt x="911" y="3745"/>
                      <a:pt x="946" y="3757"/>
                      <a:pt x="993" y="3792"/>
                    </a:cubicBezTo>
                    <a:cubicBezTo>
                      <a:pt x="1005" y="3792"/>
                      <a:pt x="1029" y="3804"/>
                      <a:pt x="1040" y="3804"/>
                    </a:cubicBezTo>
                    <a:cubicBezTo>
                      <a:pt x="1064" y="3816"/>
                      <a:pt x="1111" y="3828"/>
                      <a:pt x="1147" y="3851"/>
                    </a:cubicBezTo>
                    <a:cubicBezTo>
                      <a:pt x="1159" y="3851"/>
                      <a:pt x="1170" y="3863"/>
                      <a:pt x="1182" y="3863"/>
                    </a:cubicBezTo>
                    <a:cubicBezTo>
                      <a:pt x="1230" y="3875"/>
                      <a:pt x="1277" y="3910"/>
                      <a:pt x="1336" y="3922"/>
                    </a:cubicBezTo>
                    <a:lnTo>
                      <a:pt x="1348" y="3922"/>
                    </a:lnTo>
                    <a:lnTo>
                      <a:pt x="1478" y="3969"/>
                    </a:lnTo>
                    <a:cubicBezTo>
                      <a:pt x="1501" y="3969"/>
                      <a:pt x="1513" y="3981"/>
                      <a:pt x="1525" y="3981"/>
                    </a:cubicBezTo>
                    <a:cubicBezTo>
                      <a:pt x="1572" y="3993"/>
                      <a:pt x="1596" y="4017"/>
                      <a:pt x="1643" y="4017"/>
                    </a:cubicBezTo>
                    <a:cubicBezTo>
                      <a:pt x="1655" y="4017"/>
                      <a:pt x="1678" y="4028"/>
                      <a:pt x="1690" y="4028"/>
                    </a:cubicBezTo>
                    <a:cubicBezTo>
                      <a:pt x="1749" y="4040"/>
                      <a:pt x="1797" y="4052"/>
                      <a:pt x="1856" y="4076"/>
                    </a:cubicBezTo>
                    <a:lnTo>
                      <a:pt x="1879" y="4076"/>
                    </a:lnTo>
                    <a:cubicBezTo>
                      <a:pt x="1926" y="4087"/>
                      <a:pt x="1974" y="4087"/>
                      <a:pt x="2009" y="4099"/>
                    </a:cubicBezTo>
                    <a:cubicBezTo>
                      <a:pt x="2033" y="4099"/>
                      <a:pt x="2045" y="4099"/>
                      <a:pt x="2056" y="4111"/>
                    </a:cubicBezTo>
                    <a:cubicBezTo>
                      <a:pt x="2104" y="4123"/>
                      <a:pt x="2151" y="4123"/>
                      <a:pt x="2175" y="4123"/>
                    </a:cubicBezTo>
                    <a:lnTo>
                      <a:pt x="2222" y="4123"/>
                    </a:lnTo>
                    <a:cubicBezTo>
                      <a:pt x="2281" y="4147"/>
                      <a:pt x="2328" y="4147"/>
                      <a:pt x="2387" y="4147"/>
                    </a:cubicBezTo>
                    <a:lnTo>
                      <a:pt x="2411" y="4147"/>
                    </a:lnTo>
                    <a:cubicBezTo>
                      <a:pt x="2458" y="4147"/>
                      <a:pt x="2505" y="4158"/>
                      <a:pt x="2541" y="4158"/>
                    </a:cubicBezTo>
                    <a:lnTo>
                      <a:pt x="3309" y="4158"/>
                    </a:lnTo>
                    <a:cubicBezTo>
                      <a:pt x="3368" y="4158"/>
                      <a:pt x="3415" y="4147"/>
                      <a:pt x="3474" y="4147"/>
                    </a:cubicBezTo>
                    <a:lnTo>
                      <a:pt x="3486" y="4147"/>
                    </a:lnTo>
                    <a:cubicBezTo>
                      <a:pt x="3545" y="4147"/>
                      <a:pt x="3592" y="4123"/>
                      <a:pt x="3651" y="4123"/>
                    </a:cubicBezTo>
                    <a:lnTo>
                      <a:pt x="3698" y="4123"/>
                    </a:lnTo>
                    <a:cubicBezTo>
                      <a:pt x="3746" y="4123"/>
                      <a:pt x="3769" y="4111"/>
                      <a:pt x="3817" y="4111"/>
                    </a:cubicBezTo>
                    <a:cubicBezTo>
                      <a:pt x="3828" y="4111"/>
                      <a:pt x="3840" y="4111"/>
                      <a:pt x="3864" y="4099"/>
                    </a:cubicBezTo>
                    <a:cubicBezTo>
                      <a:pt x="3923" y="4087"/>
                      <a:pt x="3958" y="4087"/>
                      <a:pt x="4017" y="4076"/>
                    </a:cubicBezTo>
                    <a:cubicBezTo>
                      <a:pt x="4076" y="4052"/>
                      <a:pt x="4124" y="4040"/>
                      <a:pt x="4171" y="4028"/>
                    </a:cubicBezTo>
                    <a:cubicBezTo>
                      <a:pt x="4183" y="4028"/>
                      <a:pt x="4195" y="4017"/>
                      <a:pt x="4218" y="4017"/>
                    </a:cubicBezTo>
                    <a:cubicBezTo>
                      <a:pt x="4254" y="3993"/>
                      <a:pt x="4289" y="3981"/>
                      <a:pt x="4336" y="3981"/>
                    </a:cubicBezTo>
                    <a:cubicBezTo>
                      <a:pt x="4348" y="3981"/>
                      <a:pt x="4360" y="3969"/>
                      <a:pt x="4372" y="3969"/>
                    </a:cubicBezTo>
                    <a:cubicBezTo>
                      <a:pt x="4419" y="3957"/>
                      <a:pt x="4478" y="3934"/>
                      <a:pt x="4525" y="3910"/>
                    </a:cubicBezTo>
                    <a:cubicBezTo>
                      <a:pt x="4573" y="3898"/>
                      <a:pt x="4608" y="3863"/>
                      <a:pt x="4667" y="3851"/>
                    </a:cubicBezTo>
                    <a:cubicBezTo>
                      <a:pt x="4691" y="3851"/>
                      <a:pt x="4703" y="3839"/>
                      <a:pt x="4714" y="3839"/>
                    </a:cubicBezTo>
                    <a:cubicBezTo>
                      <a:pt x="4750" y="3816"/>
                      <a:pt x="4785" y="3804"/>
                      <a:pt x="4821" y="3792"/>
                    </a:cubicBezTo>
                    <a:cubicBezTo>
                      <a:pt x="4833" y="3792"/>
                      <a:pt x="4844" y="3780"/>
                      <a:pt x="4868" y="3780"/>
                    </a:cubicBezTo>
                    <a:cubicBezTo>
                      <a:pt x="4903" y="3745"/>
                      <a:pt x="4951" y="3733"/>
                      <a:pt x="4998" y="3698"/>
                    </a:cubicBezTo>
                    <a:cubicBezTo>
                      <a:pt x="5553" y="3379"/>
                      <a:pt x="5848" y="2930"/>
                      <a:pt x="5848" y="2504"/>
                    </a:cubicBezTo>
                    <a:lnTo>
                      <a:pt x="5848"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469281" y="6285239"/>
                <a:ext cx="513873" cy="850837"/>
              </a:xfrm>
              <a:custGeom>
                <a:avLst/>
                <a:gdLst/>
                <a:ahLst/>
                <a:cxnLst/>
                <a:rect l="l" t="t" r="r" b="b"/>
                <a:pathLst>
                  <a:path w="6463" h="10701" extrusionOk="0">
                    <a:moveTo>
                      <a:pt x="6463" y="24"/>
                    </a:moveTo>
                    <a:lnTo>
                      <a:pt x="6463" y="32"/>
                    </a:lnTo>
                    <a:lnTo>
                      <a:pt x="6463" y="32"/>
                    </a:lnTo>
                    <a:cubicBezTo>
                      <a:pt x="6463" y="30"/>
                      <a:pt x="6463" y="27"/>
                      <a:pt x="6463" y="24"/>
                    </a:cubicBezTo>
                    <a:close/>
                    <a:moveTo>
                      <a:pt x="36" y="0"/>
                    </a:moveTo>
                    <a:lnTo>
                      <a:pt x="1" y="8825"/>
                    </a:lnTo>
                    <a:cubicBezTo>
                      <a:pt x="1" y="9309"/>
                      <a:pt x="320" y="9782"/>
                      <a:pt x="946" y="10160"/>
                    </a:cubicBezTo>
                    <a:cubicBezTo>
                      <a:pt x="1584" y="10520"/>
                      <a:pt x="2408" y="10700"/>
                      <a:pt x="3229" y="10700"/>
                    </a:cubicBezTo>
                    <a:cubicBezTo>
                      <a:pt x="4050" y="10700"/>
                      <a:pt x="4868" y="10520"/>
                      <a:pt x="5494" y="10160"/>
                    </a:cubicBezTo>
                    <a:cubicBezTo>
                      <a:pt x="6120" y="9805"/>
                      <a:pt x="6427" y="9333"/>
                      <a:pt x="6427" y="8860"/>
                    </a:cubicBezTo>
                    <a:lnTo>
                      <a:pt x="6463" y="32"/>
                    </a:lnTo>
                    <a:lnTo>
                      <a:pt x="6463" y="32"/>
                    </a:lnTo>
                    <a:cubicBezTo>
                      <a:pt x="6459" y="502"/>
                      <a:pt x="6140" y="971"/>
                      <a:pt x="5529" y="1323"/>
                    </a:cubicBezTo>
                    <a:cubicBezTo>
                      <a:pt x="4903" y="1684"/>
                      <a:pt x="4079" y="1864"/>
                      <a:pt x="3255" y="1864"/>
                    </a:cubicBezTo>
                    <a:cubicBezTo>
                      <a:pt x="2431" y="1864"/>
                      <a:pt x="1607" y="1684"/>
                      <a:pt x="981" y="1323"/>
                    </a:cubicBezTo>
                    <a:cubicBezTo>
                      <a:pt x="343" y="957"/>
                      <a:pt x="36" y="47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5445334" y="6896668"/>
                <a:ext cx="561738" cy="295221"/>
              </a:xfrm>
              <a:custGeom>
                <a:avLst/>
                <a:gdLst/>
                <a:ahLst/>
                <a:cxnLst/>
                <a:rect l="l" t="t" r="r" b="b"/>
                <a:pathLst>
                  <a:path w="7065" h="3713" extrusionOk="0">
                    <a:moveTo>
                      <a:pt x="3517" y="0"/>
                    </a:moveTo>
                    <a:cubicBezTo>
                      <a:pt x="2696" y="0"/>
                      <a:pt x="1878" y="183"/>
                      <a:pt x="1252" y="550"/>
                    </a:cubicBezTo>
                    <a:cubicBezTo>
                      <a:pt x="0" y="1270"/>
                      <a:pt x="12" y="2451"/>
                      <a:pt x="1264" y="3172"/>
                    </a:cubicBezTo>
                    <a:cubicBezTo>
                      <a:pt x="1902" y="3532"/>
                      <a:pt x="2726" y="3713"/>
                      <a:pt x="3547" y="3713"/>
                    </a:cubicBezTo>
                    <a:cubicBezTo>
                      <a:pt x="4368" y="3713"/>
                      <a:pt x="5186" y="3532"/>
                      <a:pt x="5812" y="3172"/>
                    </a:cubicBezTo>
                    <a:cubicBezTo>
                      <a:pt x="7064" y="2451"/>
                      <a:pt x="7053" y="1270"/>
                      <a:pt x="5800" y="550"/>
                    </a:cubicBezTo>
                    <a:cubicBezTo>
                      <a:pt x="5162" y="183"/>
                      <a:pt x="4338" y="0"/>
                      <a:pt x="3517"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5791457" y="62871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662809" y="6428915"/>
                <a:ext cx="130635" cy="706923"/>
              </a:xfrm>
              <a:custGeom>
                <a:avLst/>
                <a:gdLst/>
                <a:ahLst/>
                <a:cxnLst/>
                <a:rect l="l" t="t" r="r" b="b"/>
                <a:pathLst>
                  <a:path w="1643" h="8891" extrusionOk="0">
                    <a:moveTo>
                      <a:pt x="36" y="1"/>
                    </a:moveTo>
                    <a:lnTo>
                      <a:pt x="0" y="8837"/>
                    </a:lnTo>
                    <a:cubicBezTo>
                      <a:pt x="260" y="8872"/>
                      <a:pt x="532" y="8890"/>
                      <a:pt x="805" y="8890"/>
                    </a:cubicBezTo>
                    <a:cubicBezTo>
                      <a:pt x="1078" y="8890"/>
                      <a:pt x="1353" y="8872"/>
                      <a:pt x="1619" y="8837"/>
                    </a:cubicBezTo>
                    <a:lnTo>
                      <a:pt x="1642" y="1"/>
                    </a:lnTo>
                    <a:lnTo>
                      <a:pt x="1642" y="1"/>
                    </a:lnTo>
                    <a:cubicBezTo>
                      <a:pt x="1377" y="48"/>
                      <a:pt x="1105" y="72"/>
                      <a:pt x="835" y="72"/>
                    </a:cubicBezTo>
                    <a:cubicBezTo>
                      <a:pt x="564" y="72"/>
                      <a:pt x="296" y="48"/>
                      <a:pt x="36"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527562" y="6378187"/>
                <a:ext cx="137155" cy="753437"/>
              </a:xfrm>
              <a:custGeom>
                <a:avLst/>
                <a:gdLst/>
                <a:ahLst/>
                <a:cxnLst/>
                <a:rect l="l" t="t" r="r" b="b"/>
                <a:pathLst>
                  <a:path w="1725" h="9476" extrusionOk="0">
                    <a:moveTo>
                      <a:pt x="24" y="1"/>
                    </a:moveTo>
                    <a:lnTo>
                      <a:pt x="0" y="8837"/>
                    </a:lnTo>
                    <a:cubicBezTo>
                      <a:pt x="71" y="8884"/>
                      <a:pt x="142" y="8943"/>
                      <a:pt x="236" y="8979"/>
                    </a:cubicBezTo>
                    <a:cubicBezTo>
                      <a:pt x="662" y="9239"/>
                      <a:pt x="1158" y="9392"/>
                      <a:pt x="1713" y="9475"/>
                    </a:cubicBezTo>
                    <a:lnTo>
                      <a:pt x="1725" y="639"/>
                    </a:lnTo>
                    <a:cubicBezTo>
                      <a:pt x="1193" y="568"/>
                      <a:pt x="674" y="403"/>
                      <a:pt x="260" y="154"/>
                    </a:cubicBezTo>
                    <a:cubicBezTo>
                      <a:pt x="177" y="107"/>
                      <a:pt x="95" y="60"/>
                      <a:pt x="2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5469281" y="62861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5445826" y="6138225"/>
                <a:ext cx="562692" cy="295221"/>
              </a:xfrm>
              <a:custGeom>
                <a:avLst/>
                <a:gdLst/>
                <a:ahLst/>
                <a:cxnLst/>
                <a:rect l="l" t="t" r="r" b="b"/>
                <a:pathLst>
                  <a:path w="7077" h="3713" extrusionOk="0">
                    <a:moveTo>
                      <a:pt x="3534" y="1"/>
                    </a:moveTo>
                    <a:cubicBezTo>
                      <a:pt x="2712" y="1"/>
                      <a:pt x="1891" y="184"/>
                      <a:pt x="1264" y="550"/>
                    </a:cubicBezTo>
                    <a:cubicBezTo>
                      <a:pt x="0" y="1271"/>
                      <a:pt x="12" y="2452"/>
                      <a:pt x="1276" y="3172"/>
                    </a:cubicBezTo>
                    <a:cubicBezTo>
                      <a:pt x="1908" y="3533"/>
                      <a:pt x="2732" y="3713"/>
                      <a:pt x="3555" y="3713"/>
                    </a:cubicBezTo>
                    <a:cubicBezTo>
                      <a:pt x="4377" y="3713"/>
                      <a:pt x="5198" y="3533"/>
                      <a:pt x="5824" y="3172"/>
                    </a:cubicBezTo>
                    <a:cubicBezTo>
                      <a:pt x="7077" y="2452"/>
                      <a:pt x="7065" y="1271"/>
                      <a:pt x="5813" y="550"/>
                    </a:cubicBezTo>
                    <a:cubicBezTo>
                      <a:pt x="5181" y="184"/>
                      <a:pt x="4357" y="1"/>
                      <a:pt x="3534" y="1"/>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5534082" y="6181002"/>
                <a:ext cx="386180" cy="210940"/>
              </a:xfrm>
              <a:custGeom>
                <a:avLst/>
                <a:gdLst/>
                <a:ahLst/>
                <a:cxnLst/>
                <a:rect l="l" t="t" r="r" b="b"/>
                <a:pathLst>
                  <a:path w="4857" h="2653" extrusionOk="0">
                    <a:moveTo>
                      <a:pt x="2429" y="0"/>
                    </a:moveTo>
                    <a:cubicBezTo>
                      <a:pt x="1929" y="0"/>
                      <a:pt x="1430" y="95"/>
                      <a:pt x="1017" y="284"/>
                    </a:cubicBezTo>
                    <a:cubicBezTo>
                      <a:pt x="958" y="319"/>
                      <a:pt x="887" y="366"/>
                      <a:pt x="828" y="390"/>
                    </a:cubicBezTo>
                    <a:cubicBezTo>
                      <a:pt x="781" y="425"/>
                      <a:pt x="722" y="461"/>
                      <a:pt x="674" y="496"/>
                    </a:cubicBezTo>
                    <a:cubicBezTo>
                      <a:pt x="1" y="981"/>
                      <a:pt x="1" y="1666"/>
                      <a:pt x="651" y="2150"/>
                    </a:cubicBezTo>
                    <a:cubicBezTo>
                      <a:pt x="710" y="2186"/>
                      <a:pt x="769" y="2233"/>
                      <a:pt x="828" y="2268"/>
                    </a:cubicBezTo>
                    <a:lnTo>
                      <a:pt x="1005" y="2351"/>
                    </a:lnTo>
                    <a:cubicBezTo>
                      <a:pt x="1424" y="2552"/>
                      <a:pt x="1935" y="2652"/>
                      <a:pt x="2445" y="2652"/>
                    </a:cubicBezTo>
                    <a:cubicBezTo>
                      <a:pt x="2954" y="2652"/>
                      <a:pt x="3462" y="2552"/>
                      <a:pt x="3876" y="2351"/>
                    </a:cubicBezTo>
                    <a:cubicBezTo>
                      <a:pt x="3911" y="2327"/>
                      <a:pt x="3970" y="2292"/>
                      <a:pt x="4029" y="2268"/>
                    </a:cubicBezTo>
                    <a:cubicBezTo>
                      <a:pt x="4088" y="2221"/>
                      <a:pt x="4147" y="2186"/>
                      <a:pt x="4206" y="2150"/>
                    </a:cubicBezTo>
                    <a:cubicBezTo>
                      <a:pt x="4856" y="1666"/>
                      <a:pt x="4856" y="981"/>
                      <a:pt x="4183" y="484"/>
                    </a:cubicBezTo>
                    <a:cubicBezTo>
                      <a:pt x="4136" y="449"/>
                      <a:pt x="4076" y="402"/>
                      <a:pt x="4017" y="378"/>
                    </a:cubicBezTo>
                    <a:lnTo>
                      <a:pt x="3840" y="284"/>
                    </a:lnTo>
                    <a:cubicBezTo>
                      <a:pt x="3427" y="95"/>
                      <a:pt x="2928" y="0"/>
                      <a:pt x="2429"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5612082" y="6219484"/>
                <a:ext cx="256499" cy="148445"/>
              </a:xfrm>
              <a:custGeom>
                <a:avLst/>
                <a:gdLst/>
                <a:ahLst/>
                <a:cxnLst/>
                <a:rect l="l" t="t" r="r" b="b"/>
                <a:pathLst>
                  <a:path w="3226" h="1867" extrusionOk="0">
                    <a:moveTo>
                      <a:pt x="378" y="0"/>
                    </a:moveTo>
                    <a:lnTo>
                      <a:pt x="154" y="83"/>
                    </a:lnTo>
                    <a:cubicBezTo>
                      <a:pt x="95" y="119"/>
                      <a:pt x="59" y="142"/>
                      <a:pt x="0" y="178"/>
                    </a:cubicBezTo>
                    <a:lnTo>
                      <a:pt x="1123" y="827"/>
                    </a:lnTo>
                    <a:lnTo>
                      <a:pt x="1453" y="1028"/>
                    </a:lnTo>
                    <a:lnTo>
                      <a:pt x="2895" y="1867"/>
                    </a:lnTo>
                    <a:cubicBezTo>
                      <a:pt x="2930" y="1843"/>
                      <a:pt x="2989" y="1808"/>
                      <a:pt x="3048" y="1784"/>
                    </a:cubicBezTo>
                    <a:cubicBezTo>
                      <a:pt x="3107" y="1737"/>
                      <a:pt x="3166" y="1702"/>
                      <a:pt x="3225" y="1666"/>
                    </a:cubicBezTo>
                    <a:lnTo>
                      <a:pt x="1796" y="827"/>
                    </a:lnTo>
                    <a:lnTo>
                      <a:pt x="1453" y="615"/>
                    </a:lnTo>
                    <a:lnTo>
                      <a:pt x="378" y="0"/>
                    </a:ln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5585764" y="6215747"/>
                <a:ext cx="266836" cy="151308"/>
              </a:xfrm>
              <a:custGeom>
                <a:avLst/>
                <a:gdLst/>
                <a:ahLst/>
                <a:cxnLst/>
                <a:rect l="l" t="t" r="r" b="b"/>
                <a:pathLst>
                  <a:path w="3356" h="1903" extrusionOk="0">
                    <a:moveTo>
                      <a:pt x="2918" y="0"/>
                    </a:moveTo>
                    <a:lnTo>
                      <a:pt x="1773" y="662"/>
                    </a:lnTo>
                    <a:lnTo>
                      <a:pt x="1430" y="874"/>
                    </a:lnTo>
                    <a:lnTo>
                      <a:pt x="1" y="1701"/>
                    </a:lnTo>
                    <a:cubicBezTo>
                      <a:pt x="60" y="1737"/>
                      <a:pt x="119" y="1784"/>
                      <a:pt x="178" y="1819"/>
                    </a:cubicBezTo>
                    <a:lnTo>
                      <a:pt x="355" y="1902"/>
                    </a:lnTo>
                    <a:lnTo>
                      <a:pt x="1784" y="1075"/>
                    </a:lnTo>
                    <a:lnTo>
                      <a:pt x="2127" y="886"/>
                    </a:lnTo>
                    <a:lnTo>
                      <a:pt x="3356" y="177"/>
                    </a:lnTo>
                    <a:cubicBezTo>
                      <a:pt x="3344" y="177"/>
                      <a:pt x="3320" y="166"/>
                      <a:pt x="3285" y="130"/>
                    </a:cubicBezTo>
                    <a:cubicBezTo>
                      <a:pt x="3178" y="83"/>
                      <a:pt x="3060" y="47"/>
                      <a:pt x="2918" y="0"/>
                    </a:cubicBezTo>
                    <a:close/>
                  </a:path>
                </a:pathLst>
              </a:custGeom>
              <a:solidFill>
                <a:schemeClr val="dk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5789057" y="6289448"/>
                <a:ext cx="191699" cy="844476"/>
              </a:xfrm>
              <a:custGeom>
                <a:avLst/>
                <a:gdLst/>
                <a:ahLst/>
                <a:cxnLst/>
                <a:rect l="l" t="t" r="r" b="b"/>
                <a:pathLst>
                  <a:path w="2411" h="10621" extrusionOk="0">
                    <a:moveTo>
                      <a:pt x="2411" y="0"/>
                    </a:moveTo>
                    <a:lnTo>
                      <a:pt x="2411" y="8"/>
                    </a:lnTo>
                    <a:lnTo>
                      <a:pt x="2411" y="8"/>
                    </a:lnTo>
                    <a:cubicBezTo>
                      <a:pt x="2411" y="6"/>
                      <a:pt x="2411" y="3"/>
                      <a:pt x="2411" y="0"/>
                    </a:cubicBezTo>
                    <a:close/>
                    <a:moveTo>
                      <a:pt x="2411" y="8"/>
                    </a:moveTo>
                    <a:lnTo>
                      <a:pt x="2411" y="8"/>
                    </a:lnTo>
                    <a:cubicBezTo>
                      <a:pt x="2407" y="478"/>
                      <a:pt x="2088" y="947"/>
                      <a:pt x="1477" y="1299"/>
                    </a:cubicBezTo>
                    <a:cubicBezTo>
                      <a:pt x="1064" y="1548"/>
                      <a:pt x="556" y="1713"/>
                      <a:pt x="24" y="1784"/>
                    </a:cubicBezTo>
                    <a:lnTo>
                      <a:pt x="1" y="10620"/>
                    </a:lnTo>
                    <a:cubicBezTo>
                      <a:pt x="532" y="10526"/>
                      <a:pt x="1028" y="10372"/>
                      <a:pt x="1442" y="10136"/>
                    </a:cubicBezTo>
                    <a:cubicBezTo>
                      <a:pt x="2068" y="9781"/>
                      <a:pt x="2375" y="9309"/>
                      <a:pt x="2375" y="8836"/>
                    </a:cubicBezTo>
                    <a:lnTo>
                      <a:pt x="2411" y="8"/>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5538773" y="6183069"/>
                <a:ext cx="367336" cy="139779"/>
              </a:xfrm>
              <a:custGeom>
                <a:avLst/>
                <a:gdLst/>
                <a:ahLst/>
                <a:cxnLst/>
                <a:rect l="l" t="t" r="r" b="b"/>
                <a:pathLst>
                  <a:path w="4620" h="1758" extrusionOk="0">
                    <a:moveTo>
                      <a:pt x="2387" y="1"/>
                    </a:moveTo>
                    <a:cubicBezTo>
                      <a:pt x="1891" y="1"/>
                      <a:pt x="1395" y="98"/>
                      <a:pt x="981" y="293"/>
                    </a:cubicBezTo>
                    <a:cubicBezTo>
                      <a:pt x="922" y="317"/>
                      <a:pt x="840" y="364"/>
                      <a:pt x="781" y="388"/>
                    </a:cubicBezTo>
                    <a:cubicBezTo>
                      <a:pt x="745" y="423"/>
                      <a:pt x="686" y="470"/>
                      <a:pt x="639" y="494"/>
                    </a:cubicBezTo>
                    <a:cubicBezTo>
                      <a:pt x="131" y="848"/>
                      <a:pt x="1" y="1344"/>
                      <a:pt x="249" y="1758"/>
                    </a:cubicBezTo>
                    <a:cubicBezTo>
                      <a:pt x="178" y="1415"/>
                      <a:pt x="344" y="1061"/>
                      <a:pt x="745" y="777"/>
                    </a:cubicBezTo>
                    <a:cubicBezTo>
                      <a:pt x="781" y="730"/>
                      <a:pt x="828" y="707"/>
                      <a:pt x="887" y="671"/>
                    </a:cubicBezTo>
                    <a:cubicBezTo>
                      <a:pt x="946" y="624"/>
                      <a:pt x="1005" y="600"/>
                      <a:pt x="1076" y="565"/>
                    </a:cubicBezTo>
                    <a:cubicBezTo>
                      <a:pt x="1489" y="376"/>
                      <a:pt x="1989" y="281"/>
                      <a:pt x="2488" y="281"/>
                    </a:cubicBezTo>
                    <a:cubicBezTo>
                      <a:pt x="2987" y="281"/>
                      <a:pt x="3486" y="376"/>
                      <a:pt x="3899" y="565"/>
                    </a:cubicBezTo>
                    <a:lnTo>
                      <a:pt x="4077" y="659"/>
                    </a:lnTo>
                    <a:cubicBezTo>
                      <a:pt x="4136" y="683"/>
                      <a:pt x="4195" y="730"/>
                      <a:pt x="4242" y="766"/>
                    </a:cubicBezTo>
                    <a:cubicBezTo>
                      <a:pt x="4419" y="884"/>
                      <a:pt x="4537" y="1014"/>
                      <a:pt x="4620" y="1167"/>
                    </a:cubicBezTo>
                    <a:cubicBezTo>
                      <a:pt x="4584" y="907"/>
                      <a:pt x="4419" y="671"/>
                      <a:pt x="4136" y="482"/>
                    </a:cubicBezTo>
                    <a:cubicBezTo>
                      <a:pt x="4088" y="447"/>
                      <a:pt x="4029" y="411"/>
                      <a:pt x="3970" y="376"/>
                    </a:cubicBezTo>
                    <a:lnTo>
                      <a:pt x="3793" y="293"/>
                    </a:lnTo>
                    <a:cubicBezTo>
                      <a:pt x="3380" y="98"/>
                      <a:pt x="2883" y="1"/>
                      <a:pt x="2387"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5844093" y="6414841"/>
                <a:ext cx="87381" cy="98672"/>
              </a:xfrm>
              <a:custGeom>
                <a:avLst/>
                <a:gdLst/>
                <a:ahLst/>
                <a:cxnLst/>
                <a:rect l="l" t="t" r="r" b="b"/>
                <a:pathLst>
                  <a:path w="1099" h="1241" extrusionOk="0">
                    <a:moveTo>
                      <a:pt x="1087" y="1"/>
                    </a:moveTo>
                    <a:lnTo>
                      <a:pt x="1087" y="8"/>
                    </a:lnTo>
                    <a:lnTo>
                      <a:pt x="1087" y="8"/>
                    </a:lnTo>
                    <a:cubicBezTo>
                      <a:pt x="1091" y="6"/>
                      <a:pt x="1095" y="3"/>
                      <a:pt x="1099" y="1"/>
                    </a:cubicBezTo>
                    <a:close/>
                    <a:moveTo>
                      <a:pt x="1087" y="8"/>
                    </a:moveTo>
                    <a:cubicBezTo>
                      <a:pt x="997" y="67"/>
                      <a:pt x="917" y="145"/>
                      <a:pt x="815" y="201"/>
                    </a:cubicBezTo>
                    <a:cubicBezTo>
                      <a:pt x="579" y="343"/>
                      <a:pt x="296" y="449"/>
                      <a:pt x="0" y="532"/>
                    </a:cubicBezTo>
                    <a:lnTo>
                      <a:pt x="0" y="1241"/>
                    </a:lnTo>
                    <a:cubicBezTo>
                      <a:pt x="284" y="1158"/>
                      <a:pt x="532" y="1040"/>
                      <a:pt x="780" y="922"/>
                    </a:cubicBezTo>
                    <a:cubicBezTo>
                      <a:pt x="898" y="863"/>
                      <a:pt x="1004" y="804"/>
                      <a:pt x="1087" y="757"/>
                    </a:cubicBezTo>
                    <a:lnTo>
                      <a:pt x="1087" y="8"/>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844093" y="6510651"/>
                <a:ext cx="87381" cy="168243"/>
              </a:xfrm>
              <a:custGeom>
                <a:avLst/>
                <a:gdLst/>
                <a:ahLst/>
                <a:cxnLst/>
                <a:rect l="l" t="t" r="r" b="b"/>
                <a:pathLst>
                  <a:path w="1099" h="2116" extrusionOk="0">
                    <a:moveTo>
                      <a:pt x="1099" y="1"/>
                    </a:moveTo>
                    <a:cubicBezTo>
                      <a:pt x="1004" y="36"/>
                      <a:pt x="922" y="95"/>
                      <a:pt x="815" y="154"/>
                    </a:cubicBezTo>
                    <a:cubicBezTo>
                      <a:pt x="579" y="308"/>
                      <a:pt x="296" y="390"/>
                      <a:pt x="0" y="461"/>
                    </a:cubicBezTo>
                    <a:lnTo>
                      <a:pt x="0" y="2115"/>
                    </a:lnTo>
                    <a:cubicBezTo>
                      <a:pt x="296" y="2032"/>
                      <a:pt x="555" y="1926"/>
                      <a:pt x="815" y="1784"/>
                    </a:cubicBezTo>
                    <a:cubicBezTo>
                      <a:pt x="922" y="1725"/>
                      <a:pt x="1004" y="1666"/>
                      <a:pt x="1099" y="1595"/>
                    </a:cubicBezTo>
                    <a:lnTo>
                      <a:pt x="1099"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47281" y="6698534"/>
                <a:ext cx="62018" cy="364474"/>
              </a:xfrm>
              <a:custGeom>
                <a:avLst/>
                <a:gdLst/>
                <a:ahLst/>
                <a:cxnLst/>
                <a:rect l="l" t="t" r="r" b="b"/>
                <a:pathLst>
                  <a:path w="780" h="4584" extrusionOk="0">
                    <a:moveTo>
                      <a:pt x="0" y="0"/>
                    </a:moveTo>
                    <a:lnTo>
                      <a:pt x="0" y="4135"/>
                    </a:lnTo>
                    <a:lnTo>
                      <a:pt x="780" y="4584"/>
                    </a:lnTo>
                    <a:lnTo>
                      <a:pt x="780" y="449"/>
                    </a:lnTo>
                    <a:lnTo>
                      <a:pt x="0" y="0"/>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547281" y="6626179"/>
                <a:ext cx="62018" cy="91198"/>
              </a:xfrm>
              <a:custGeom>
                <a:avLst/>
                <a:gdLst/>
                <a:ahLst/>
                <a:cxnLst/>
                <a:rect l="l" t="t" r="r" b="b"/>
                <a:pathLst>
                  <a:path w="780" h="1147" extrusionOk="0">
                    <a:moveTo>
                      <a:pt x="0" y="1"/>
                    </a:moveTo>
                    <a:lnTo>
                      <a:pt x="0" y="686"/>
                    </a:lnTo>
                    <a:lnTo>
                      <a:pt x="780" y="1146"/>
                    </a:lnTo>
                    <a:lnTo>
                      <a:pt x="780" y="449"/>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5547281" y="6444896"/>
                <a:ext cx="62018" cy="202989"/>
              </a:xfrm>
              <a:custGeom>
                <a:avLst/>
                <a:gdLst/>
                <a:ahLst/>
                <a:cxnLst/>
                <a:rect l="l" t="t" r="r" b="b"/>
                <a:pathLst>
                  <a:path w="780" h="2553" extrusionOk="0">
                    <a:moveTo>
                      <a:pt x="0" y="1"/>
                    </a:moveTo>
                    <a:lnTo>
                      <a:pt x="0" y="2092"/>
                    </a:lnTo>
                    <a:lnTo>
                      <a:pt x="780" y="2552"/>
                    </a:lnTo>
                    <a:lnTo>
                      <a:pt x="780" y="438"/>
                    </a:lnTo>
                    <a:lnTo>
                      <a:pt x="0" y="1"/>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5790011" y="7045511"/>
                <a:ext cx="191699" cy="216108"/>
              </a:xfrm>
              <a:custGeom>
                <a:avLst/>
                <a:gdLst/>
                <a:ahLst/>
                <a:cxnLst/>
                <a:rect l="l" t="t" r="r" b="b"/>
                <a:pathLst>
                  <a:path w="2411" h="2718" extrusionOk="0">
                    <a:moveTo>
                      <a:pt x="2410" y="1"/>
                    </a:moveTo>
                    <a:lnTo>
                      <a:pt x="2407" y="83"/>
                    </a:lnTo>
                    <a:lnTo>
                      <a:pt x="2407" y="83"/>
                    </a:lnTo>
                    <a:cubicBezTo>
                      <a:pt x="2409" y="56"/>
                      <a:pt x="2410" y="28"/>
                      <a:pt x="2410" y="1"/>
                    </a:cubicBezTo>
                    <a:close/>
                    <a:moveTo>
                      <a:pt x="2407" y="83"/>
                    </a:moveTo>
                    <a:lnTo>
                      <a:pt x="2407" y="83"/>
                    </a:lnTo>
                    <a:cubicBezTo>
                      <a:pt x="2373" y="528"/>
                      <a:pt x="2067" y="966"/>
                      <a:pt x="1477" y="1300"/>
                    </a:cubicBezTo>
                    <a:cubicBezTo>
                      <a:pt x="1064" y="1548"/>
                      <a:pt x="568" y="1714"/>
                      <a:pt x="36" y="1784"/>
                    </a:cubicBezTo>
                    <a:lnTo>
                      <a:pt x="1" y="2718"/>
                    </a:lnTo>
                    <a:cubicBezTo>
                      <a:pt x="532" y="2635"/>
                      <a:pt x="1040" y="2470"/>
                      <a:pt x="1454" y="2233"/>
                    </a:cubicBezTo>
                    <a:cubicBezTo>
                      <a:pt x="2068" y="1879"/>
                      <a:pt x="2375" y="1406"/>
                      <a:pt x="2375" y="934"/>
                    </a:cubicBezTo>
                    <a:lnTo>
                      <a:pt x="2407" y="83"/>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5467836" y="7044557"/>
                <a:ext cx="59235" cy="166335"/>
              </a:xfrm>
              <a:custGeom>
                <a:avLst/>
                <a:gdLst/>
                <a:ahLst/>
                <a:cxnLst/>
                <a:rect l="l" t="t" r="r" b="b"/>
                <a:pathLst>
                  <a:path w="745" h="2092" extrusionOk="0">
                    <a:moveTo>
                      <a:pt x="36" y="1"/>
                    </a:moveTo>
                    <a:lnTo>
                      <a:pt x="1" y="934"/>
                    </a:lnTo>
                    <a:cubicBezTo>
                      <a:pt x="1" y="1029"/>
                      <a:pt x="24" y="1135"/>
                      <a:pt x="48" y="1229"/>
                    </a:cubicBezTo>
                    <a:cubicBezTo>
                      <a:pt x="142" y="1537"/>
                      <a:pt x="355" y="1832"/>
                      <a:pt x="709" y="2092"/>
                    </a:cubicBezTo>
                    <a:lnTo>
                      <a:pt x="745" y="1170"/>
                    </a:lnTo>
                    <a:cubicBezTo>
                      <a:pt x="390" y="899"/>
                      <a:pt x="154" y="603"/>
                      <a:pt x="83" y="296"/>
                    </a:cubicBezTo>
                    <a:cubicBezTo>
                      <a:pt x="48" y="190"/>
                      <a:pt x="36" y="83"/>
                      <a:pt x="36" y="1"/>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5466881" y="6288494"/>
                <a:ext cx="59314" cy="794702"/>
              </a:xfrm>
              <a:custGeom>
                <a:avLst/>
                <a:gdLst/>
                <a:ahLst/>
                <a:cxnLst/>
                <a:rect l="l" t="t" r="r" b="b"/>
                <a:pathLst>
                  <a:path w="746" h="9995" extrusionOk="0">
                    <a:moveTo>
                      <a:pt x="36" y="0"/>
                    </a:moveTo>
                    <a:lnTo>
                      <a:pt x="1" y="8825"/>
                    </a:lnTo>
                    <a:cubicBezTo>
                      <a:pt x="1" y="8931"/>
                      <a:pt x="13" y="9037"/>
                      <a:pt x="48" y="9120"/>
                    </a:cubicBezTo>
                    <a:cubicBezTo>
                      <a:pt x="131" y="9439"/>
                      <a:pt x="355" y="9734"/>
                      <a:pt x="710" y="9994"/>
                    </a:cubicBezTo>
                    <a:lnTo>
                      <a:pt x="745" y="1170"/>
                    </a:lnTo>
                    <a:cubicBezTo>
                      <a:pt x="391" y="910"/>
                      <a:pt x="166" y="603"/>
                      <a:pt x="83" y="296"/>
                    </a:cubicBezTo>
                    <a:cubicBezTo>
                      <a:pt x="48" y="189"/>
                      <a:pt x="36" y="83"/>
                      <a:pt x="36" y="0"/>
                    </a:cubicBez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9" name="Google Shape;4139;p40"/>
            <p:cNvGrpSpPr/>
            <p:nvPr/>
          </p:nvGrpSpPr>
          <p:grpSpPr>
            <a:xfrm>
              <a:off x="7236625" y="3453800"/>
              <a:ext cx="1314274" cy="809400"/>
              <a:chOff x="5522300" y="5335650"/>
              <a:chExt cx="1314274" cy="809400"/>
            </a:xfrm>
          </p:grpSpPr>
          <p:sp>
            <p:nvSpPr>
              <p:cNvPr id="4140" name="Google Shape;4140;p40"/>
              <p:cNvSpPr/>
              <p:nvPr/>
            </p:nvSpPr>
            <p:spPr>
              <a:xfrm>
                <a:off x="5522300" y="5959482"/>
                <a:ext cx="311312" cy="185568"/>
              </a:xfrm>
              <a:custGeom>
                <a:avLst/>
                <a:gdLst/>
                <a:ahLst/>
                <a:cxnLst/>
                <a:rect l="l" t="t" r="r" b="b"/>
                <a:pathLst>
                  <a:path w="5412" h="3226" extrusionOk="0">
                    <a:moveTo>
                      <a:pt x="2730" y="0"/>
                    </a:moveTo>
                    <a:lnTo>
                      <a:pt x="1" y="1512"/>
                    </a:lnTo>
                    <a:lnTo>
                      <a:pt x="3108" y="3225"/>
                    </a:lnTo>
                    <a:lnTo>
                      <a:pt x="5033" y="3048"/>
                    </a:lnTo>
                    <a:lnTo>
                      <a:pt x="5411" y="1855"/>
                    </a:lnTo>
                    <a:lnTo>
                      <a:pt x="273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728491" y="5355380"/>
                <a:ext cx="8858" cy="72076"/>
              </a:xfrm>
              <a:custGeom>
                <a:avLst/>
                <a:gdLst/>
                <a:ahLst/>
                <a:cxnLst/>
                <a:rect l="l" t="t" r="r" b="b"/>
                <a:pathLst>
                  <a:path w="154" h="1253" extrusionOk="0">
                    <a:moveTo>
                      <a:pt x="154" y="0"/>
                    </a:moveTo>
                    <a:lnTo>
                      <a:pt x="0" y="83"/>
                    </a:lnTo>
                    <a:lnTo>
                      <a:pt x="0" y="1253"/>
                    </a:lnTo>
                    <a:lnTo>
                      <a:pt x="154" y="1170"/>
                    </a:lnTo>
                    <a:lnTo>
                      <a:pt x="154"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5720753" y="5941133"/>
                <a:ext cx="66611" cy="169231"/>
              </a:xfrm>
              <a:custGeom>
                <a:avLst/>
                <a:gdLst/>
                <a:ahLst/>
                <a:cxnLst/>
                <a:rect l="l" t="t" r="r" b="b"/>
                <a:pathLst>
                  <a:path w="1158" h="2942" extrusionOk="0">
                    <a:moveTo>
                      <a:pt x="0" y="0"/>
                    </a:moveTo>
                    <a:lnTo>
                      <a:pt x="0" y="2280"/>
                    </a:lnTo>
                    <a:lnTo>
                      <a:pt x="1158" y="2942"/>
                    </a:lnTo>
                    <a:lnTo>
                      <a:pt x="1158" y="674"/>
                    </a:lnTo>
                    <a:lnTo>
                      <a:pt x="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679279" y="5926867"/>
                <a:ext cx="33363" cy="150191"/>
              </a:xfrm>
              <a:custGeom>
                <a:avLst/>
                <a:gdLst/>
                <a:ahLst/>
                <a:cxnLst/>
                <a:rect l="l" t="t" r="r" b="b"/>
                <a:pathLst>
                  <a:path w="580" h="2611" extrusionOk="0">
                    <a:moveTo>
                      <a:pt x="1" y="0"/>
                    </a:moveTo>
                    <a:lnTo>
                      <a:pt x="1" y="2280"/>
                    </a:lnTo>
                    <a:lnTo>
                      <a:pt x="579" y="2611"/>
                    </a:lnTo>
                    <a:lnTo>
                      <a:pt x="579" y="343"/>
                    </a:lnTo>
                    <a:lnTo>
                      <a:pt x="1"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5712585" y="5941133"/>
                <a:ext cx="8226" cy="135926"/>
              </a:xfrm>
              <a:custGeom>
                <a:avLst/>
                <a:gdLst/>
                <a:ahLst/>
                <a:cxnLst/>
                <a:rect l="l" t="t" r="r" b="b"/>
                <a:pathLst>
                  <a:path w="143" h="2363" extrusionOk="0">
                    <a:moveTo>
                      <a:pt x="142" y="0"/>
                    </a:moveTo>
                    <a:lnTo>
                      <a:pt x="0" y="95"/>
                    </a:lnTo>
                    <a:lnTo>
                      <a:pt x="0" y="2363"/>
                    </a:lnTo>
                    <a:lnTo>
                      <a:pt x="142" y="2280"/>
                    </a:lnTo>
                    <a:lnTo>
                      <a:pt x="142"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5811811" y="5413133"/>
                <a:ext cx="1024763" cy="721735"/>
              </a:xfrm>
              <a:custGeom>
                <a:avLst/>
                <a:gdLst/>
                <a:ahLst/>
                <a:cxnLst/>
                <a:rect l="l" t="t" r="r" b="b"/>
                <a:pathLst>
                  <a:path w="17815" h="12547" extrusionOk="0">
                    <a:moveTo>
                      <a:pt x="17815" y="0"/>
                    </a:moveTo>
                    <a:lnTo>
                      <a:pt x="0" y="10278"/>
                    </a:lnTo>
                    <a:lnTo>
                      <a:pt x="0" y="12546"/>
                    </a:lnTo>
                    <a:lnTo>
                      <a:pt x="17815" y="2257"/>
                    </a:lnTo>
                    <a:lnTo>
                      <a:pt x="17815"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5679279" y="5335650"/>
                <a:ext cx="1157295" cy="668699"/>
              </a:xfrm>
              <a:custGeom>
                <a:avLst/>
                <a:gdLst/>
                <a:ahLst/>
                <a:cxnLst/>
                <a:rect l="l" t="t" r="r" b="b"/>
                <a:pathLst>
                  <a:path w="20119" h="11625" extrusionOk="0">
                    <a:moveTo>
                      <a:pt x="17815" y="1"/>
                    </a:moveTo>
                    <a:lnTo>
                      <a:pt x="1" y="10278"/>
                    </a:lnTo>
                    <a:lnTo>
                      <a:pt x="579" y="10621"/>
                    </a:lnTo>
                    <a:lnTo>
                      <a:pt x="721" y="10526"/>
                    </a:lnTo>
                    <a:lnTo>
                      <a:pt x="1879" y="11200"/>
                    </a:lnTo>
                    <a:lnTo>
                      <a:pt x="1737" y="11282"/>
                    </a:lnTo>
                    <a:lnTo>
                      <a:pt x="2304" y="11625"/>
                    </a:lnTo>
                    <a:lnTo>
                      <a:pt x="20119" y="1347"/>
                    </a:lnTo>
                    <a:lnTo>
                      <a:pt x="19540" y="1005"/>
                    </a:lnTo>
                    <a:lnTo>
                      <a:pt x="19398" y="1099"/>
                    </a:lnTo>
                    <a:lnTo>
                      <a:pt x="18240" y="426"/>
                    </a:lnTo>
                    <a:lnTo>
                      <a:pt x="18394" y="343"/>
                    </a:lnTo>
                    <a:lnTo>
                      <a:pt x="17815" y="1"/>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5747213" y="5525244"/>
                <a:ext cx="762518" cy="439012"/>
              </a:xfrm>
              <a:custGeom>
                <a:avLst/>
                <a:gdLst/>
                <a:ahLst/>
                <a:cxnLst/>
                <a:rect l="l" t="t" r="r" b="b"/>
                <a:pathLst>
                  <a:path w="13256" h="7632" extrusionOk="0">
                    <a:moveTo>
                      <a:pt x="12688" y="1"/>
                    </a:moveTo>
                    <a:lnTo>
                      <a:pt x="1" y="7313"/>
                    </a:lnTo>
                    <a:lnTo>
                      <a:pt x="568" y="7632"/>
                    </a:lnTo>
                    <a:lnTo>
                      <a:pt x="12688" y="639"/>
                    </a:lnTo>
                    <a:lnTo>
                      <a:pt x="13255" y="308"/>
                    </a:lnTo>
                    <a:lnTo>
                      <a:pt x="12688" y="1"/>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519166" y="5373730"/>
                <a:ext cx="250798" cy="145474"/>
              </a:xfrm>
              <a:custGeom>
                <a:avLst/>
                <a:gdLst/>
                <a:ahLst/>
                <a:cxnLst/>
                <a:rect l="l" t="t" r="r" b="b"/>
                <a:pathLst>
                  <a:path w="4360" h="2529" extrusionOk="0">
                    <a:moveTo>
                      <a:pt x="3816" y="0"/>
                    </a:moveTo>
                    <a:lnTo>
                      <a:pt x="1" y="2209"/>
                    </a:lnTo>
                    <a:lnTo>
                      <a:pt x="556" y="2528"/>
                    </a:lnTo>
                    <a:lnTo>
                      <a:pt x="3816" y="650"/>
                    </a:lnTo>
                    <a:lnTo>
                      <a:pt x="4360" y="331"/>
                    </a:lnTo>
                    <a:lnTo>
                      <a:pt x="3816"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5707810" y="5916685"/>
                <a:ext cx="38137" cy="22434"/>
              </a:xfrm>
              <a:custGeom>
                <a:avLst/>
                <a:gdLst/>
                <a:ahLst/>
                <a:cxnLst/>
                <a:rect l="l" t="t" r="r" b="b"/>
                <a:pathLst>
                  <a:path w="663" h="390" extrusionOk="0">
                    <a:moveTo>
                      <a:pt x="178" y="0"/>
                    </a:moveTo>
                    <a:lnTo>
                      <a:pt x="1" y="106"/>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5732948" y="5901730"/>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5759466" y="5886774"/>
                <a:ext cx="38137" cy="22491"/>
              </a:xfrm>
              <a:custGeom>
                <a:avLst/>
                <a:gdLst/>
                <a:ahLst/>
                <a:cxnLst/>
                <a:rect l="l" t="t" r="r" b="b"/>
                <a:pathLst>
                  <a:path w="663" h="391" extrusionOk="0">
                    <a:moveTo>
                      <a:pt x="178" y="0"/>
                    </a:moveTo>
                    <a:lnTo>
                      <a:pt x="1" y="107"/>
                    </a:lnTo>
                    <a:lnTo>
                      <a:pt x="473"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5784603" y="5871818"/>
                <a:ext cx="38137" cy="21801"/>
              </a:xfrm>
              <a:custGeom>
                <a:avLst/>
                <a:gdLst/>
                <a:ahLst/>
                <a:cxnLst/>
                <a:rect l="l" t="t" r="r" b="b"/>
                <a:pathLst>
                  <a:path w="663" h="379" extrusionOk="0">
                    <a:moveTo>
                      <a:pt x="201" y="0"/>
                    </a:moveTo>
                    <a:lnTo>
                      <a:pt x="1" y="107"/>
                    </a:lnTo>
                    <a:lnTo>
                      <a:pt x="497" y="378"/>
                    </a:lnTo>
                    <a:lnTo>
                      <a:pt x="662"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5810431" y="5857552"/>
                <a:ext cx="38770" cy="21801"/>
              </a:xfrm>
              <a:custGeom>
                <a:avLst/>
                <a:gdLst/>
                <a:ahLst/>
                <a:cxnLst/>
                <a:rect l="l" t="t" r="r" b="b"/>
                <a:pathLst>
                  <a:path w="674"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5836948" y="5841906"/>
                <a:ext cx="38080" cy="22491"/>
              </a:xfrm>
              <a:custGeom>
                <a:avLst/>
                <a:gdLst/>
                <a:ahLst/>
                <a:cxnLst/>
                <a:rect l="l" t="t" r="r" b="b"/>
                <a:pathLst>
                  <a:path w="662" h="391" extrusionOk="0">
                    <a:moveTo>
                      <a:pt x="177" y="1"/>
                    </a:moveTo>
                    <a:lnTo>
                      <a:pt x="0" y="107"/>
                    </a:lnTo>
                    <a:lnTo>
                      <a:pt x="473" y="390"/>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5862086" y="5827640"/>
                <a:ext cx="38080" cy="21801"/>
              </a:xfrm>
              <a:custGeom>
                <a:avLst/>
                <a:gdLst/>
                <a:ahLst/>
                <a:cxnLst/>
                <a:rect l="l" t="t" r="r" b="b"/>
                <a:pathLst>
                  <a:path w="662" h="379" extrusionOk="0">
                    <a:moveTo>
                      <a:pt x="189" y="1"/>
                    </a:moveTo>
                    <a:lnTo>
                      <a:pt x="0" y="107"/>
                    </a:lnTo>
                    <a:lnTo>
                      <a:pt x="485" y="379"/>
                    </a:lnTo>
                    <a:lnTo>
                      <a:pt x="662"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5887913" y="5811994"/>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5913741" y="5797038"/>
                <a:ext cx="38770" cy="23182"/>
              </a:xfrm>
              <a:custGeom>
                <a:avLst/>
                <a:gdLst/>
                <a:ahLst/>
                <a:cxnLst/>
                <a:rect l="l" t="t" r="r" b="b"/>
                <a:pathLst>
                  <a:path w="674" h="403" extrusionOk="0">
                    <a:moveTo>
                      <a:pt x="177" y="1"/>
                    </a:moveTo>
                    <a:lnTo>
                      <a:pt x="0" y="119"/>
                    </a:lnTo>
                    <a:lnTo>
                      <a:pt x="484" y="403"/>
                    </a:lnTo>
                    <a:lnTo>
                      <a:pt x="674"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5939569" y="5782773"/>
                <a:ext cx="38770" cy="21801"/>
              </a:xfrm>
              <a:custGeom>
                <a:avLst/>
                <a:gdLst/>
                <a:ahLst/>
                <a:cxnLst/>
                <a:rect l="l" t="t" r="r" b="b"/>
                <a:pathLst>
                  <a:path w="674" h="379" extrusionOk="0">
                    <a:moveTo>
                      <a:pt x="189" y="1"/>
                    </a:moveTo>
                    <a:lnTo>
                      <a:pt x="0" y="95"/>
                    </a:lnTo>
                    <a:lnTo>
                      <a:pt x="484" y="379"/>
                    </a:lnTo>
                    <a:lnTo>
                      <a:pt x="673" y="273"/>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5964706" y="5767184"/>
                <a:ext cx="39460" cy="23124"/>
              </a:xfrm>
              <a:custGeom>
                <a:avLst/>
                <a:gdLst/>
                <a:ahLst/>
                <a:cxnLst/>
                <a:rect l="l" t="t" r="r" b="b"/>
                <a:pathLst>
                  <a:path w="686" h="402" extrusionOk="0">
                    <a:moveTo>
                      <a:pt x="189" y="0"/>
                    </a:moveTo>
                    <a:lnTo>
                      <a:pt x="0" y="118"/>
                    </a:lnTo>
                    <a:lnTo>
                      <a:pt x="484" y="402"/>
                    </a:lnTo>
                    <a:lnTo>
                      <a:pt x="685"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5991166" y="5752919"/>
                <a:ext cx="38137" cy="21801"/>
              </a:xfrm>
              <a:custGeom>
                <a:avLst/>
                <a:gdLst/>
                <a:ahLst/>
                <a:cxnLst/>
                <a:rect l="l" t="t" r="r" b="b"/>
                <a:pathLst>
                  <a:path w="663" h="379" extrusionOk="0">
                    <a:moveTo>
                      <a:pt x="178" y="0"/>
                    </a:moveTo>
                    <a:lnTo>
                      <a:pt x="1" y="106"/>
                    </a:lnTo>
                    <a:lnTo>
                      <a:pt x="485"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6016994" y="5737273"/>
                <a:ext cx="38828" cy="23182"/>
              </a:xfrm>
              <a:custGeom>
                <a:avLst/>
                <a:gdLst/>
                <a:ahLst/>
                <a:cxnLst/>
                <a:rect l="l" t="t" r="r" b="b"/>
                <a:pathLst>
                  <a:path w="675" h="403" extrusionOk="0">
                    <a:moveTo>
                      <a:pt x="190" y="0"/>
                    </a:moveTo>
                    <a:lnTo>
                      <a:pt x="1" y="119"/>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042131" y="5723007"/>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068649" y="5708051"/>
                <a:ext cx="38137" cy="22491"/>
              </a:xfrm>
              <a:custGeom>
                <a:avLst/>
                <a:gdLst/>
                <a:ahLst/>
                <a:cxnLst/>
                <a:rect l="l" t="t" r="r" b="b"/>
                <a:pathLst>
                  <a:path w="663" h="391" extrusionOk="0">
                    <a:moveTo>
                      <a:pt x="178" y="0"/>
                    </a:moveTo>
                    <a:lnTo>
                      <a:pt x="1" y="119"/>
                    </a:lnTo>
                    <a:lnTo>
                      <a:pt x="485" y="390"/>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093787" y="5693095"/>
                <a:ext cx="39460" cy="22491"/>
              </a:xfrm>
              <a:custGeom>
                <a:avLst/>
                <a:gdLst/>
                <a:ahLst/>
                <a:cxnLst/>
                <a:rect l="l" t="t" r="r" b="b"/>
                <a:pathLst>
                  <a:path w="686" h="391" extrusionOk="0">
                    <a:moveTo>
                      <a:pt x="201" y="1"/>
                    </a:moveTo>
                    <a:lnTo>
                      <a:pt x="1" y="107"/>
                    </a:lnTo>
                    <a:lnTo>
                      <a:pt x="497" y="390"/>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120305" y="5678139"/>
                <a:ext cx="38080" cy="23182"/>
              </a:xfrm>
              <a:custGeom>
                <a:avLst/>
                <a:gdLst/>
                <a:ahLst/>
                <a:cxnLst/>
                <a:rect l="l" t="t" r="r" b="b"/>
                <a:pathLst>
                  <a:path w="662" h="403" extrusionOk="0">
                    <a:moveTo>
                      <a:pt x="178" y="1"/>
                    </a:moveTo>
                    <a:lnTo>
                      <a:pt x="0" y="119"/>
                    </a:lnTo>
                    <a:lnTo>
                      <a:pt x="473" y="402"/>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145442" y="5663874"/>
                <a:ext cx="38770" cy="21801"/>
              </a:xfrm>
              <a:custGeom>
                <a:avLst/>
                <a:gdLst/>
                <a:ahLst/>
                <a:cxnLst/>
                <a:rect l="l" t="t" r="r" b="b"/>
                <a:pathLst>
                  <a:path w="674" h="379" extrusionOk="0">
                    <a:moveTo>
                      <a:pt x="201" y="1"/>
                    </a:moveTo>
                    <a:lnTo>
                      <a:pt x="0" y="95"/>
                    </a:lnTo>
                    <a:lnTo>
                      <a:pt x="497" y="379"/>
                    </a:lnTo>
                    <a:lnTo>
                      <a:pt x="674" y="272"/>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171270" y="5648228"/>
                <a:ext cx="39460" cy="22491"/>
              </a:xfrm>
              <a:custGeom>
                <a:avLst/>
                <a:gdLst/>
                <a:ahLst/>
                <a:cxnLst/>
                <a:rect l="l" t="t" r="r" b="b"/>
                <a:pathLst>
                  <a:path w="686" h="391" extrusionOk="0">
                    <a:moveTo>
                      <a:pt x="189" y="1"/>
                    </a:moveTo>
                    <a:lnTo>
                      <a:pt x="0" y="107"/>
                    </a:lnTo>
                    <a:lnTo>
                      <a:pt x="485" y="391"/>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197787" y="5633962"/>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222925" y="5618373"/>
                <a:ext cx="38770" cy="22434"/>
              </a:xfrm>
              <a:custGeom>
                <a:avLst/>
                <a:gdLst/>
                <a:ahLst/>
                <a:cxnLst/>
                <a:rect l="l" t="t" r="r" b="b"/>
                <a:pathLst>
                  <a:path w="674" h="390" extrusionOk="0">
                    <a:moveTo>
                      <a:pt x="201" y="0"/>
                    </a:moveTo>
                    <a:lnTo>
                      <a:pt x="0" y="106"/>
                    </a:lnTo>
                    <a:lnTo>
                      <a:pt x="496" y="390"/>
                    </a:lnTo>
                    <a:lnTo>
                      <a:pt x="674"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248752" y="5604050"/>
                <a:ext cx="38770" cy="22491"/>
              </a:xfrm>
              <a:custGeom>
                <a:avLst/>
                <a:gdLst/>
                <a:ahLst/>
                <a:cxnLst/>
                <a:rect l="l" t="t" r="r" b="b"/>
                <a:pathLst>
                  <a:path w="674" h="391" extrusionOk="0">
                    <a:moveTo>
                      <a:pt x="189" y="1"/>
                    </a:moveTo>
                    <a:lnTo>
                      <a:pt x="0" y="107"/>
                    </a:lnTo>
                    <a:lnTo>
                      <a:pt x="484" y="391"/>
                    </a:lnTo>
                    <a:lnTo>
                      <a:pt x="673" y="285"/>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275213" y="5589152"/>
                <a:ext cx="38137" cy="21801"/>
              </a:xfrm>
              <a:custGeom>
                <a:avLst/>
                <a:gdLst/>
                <a:ahLst/>
                <a:cxnLst/>
                <a:rect l="l" t="t" r="r" b="b"/>
                <a:pathLst>
                  <a:path w="663" h="379" extrusionOk="0">
                    <a:moveTo>
                      <a:pt x="178" y="0"/>
                    </a:moveTo>
                    <a:lnTo>
                      <a:pt x="1" y="95"/>
                    </a:lnTo>
                    <a:lnTo>
                      <a:pt x="485"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300350" y="5574196"/>
                <a:ext cx="39518" cy="22491"/>
              </a:xfrm>
              <a:custGeom>
                <a:avLst/>
                <a:gdLst/>
                <a:ahLst/>
                <a:cxnLst/>
                <a:rect l="l" t="t" r="r" b="b"/>
                <a:pathLst>
                  <a:path w="687" h="391" extrusionOk="0">
                    <a:moveTo>
                      <a:pt x="190" y="0"/>
                    </a:moveTo>
                    <a:lnTo>
                      <a:pt x="1" y="107"/>
                    </a:lnTo>
                    <a:lnTo>
                      <a:pt x="485" y="390"/>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326178" y="5559240"/>
                <a:ext cx="38828" cy="21801"/>
              </a:xfrm>
              <a:custGeom>
                <a:avLst/>
                <a:gdLst/>
                <a:ahLst/>
                <a:cxnLst/>
                <a:rect l="l" t="t" r="r" b="b"/>
                <a:pathLst>
                  <a:path w="675" h="379" extrusionOk="0">
                    <a:moveTo>
                      <a:pt x="190" y="0"/>
                    </a:moveTo>
                    <a:lnTo>
                      <a:pt x="1" y="107"/>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352005" y="5544975"/>
                <a:ext cx="38828" cy="21801"/>
              </a:xfrm>
              <a:custGeom>
                <a:avLst/>
                <a:gdLst/>
                <a:ahLst/>
                <a:cxnLst/>
                <a:rect l="l" t="t" r="r" b="b"/>
                <a:pathLst>
                  <a:path w="675" h="379" extrusionOk="0">
                    <a:moveTo>
                      <a:pt x="178" y="0"/>
                    </a:moveTo>
                    <a:lnTo>
                      <a:pt x="1" y="95"/>
                    </a:lnTo>
                    <a:lnTo>
                      <a:pt x="497" y="378"/>
                    </a:lnTo>
                    <a:lnTo>
                      <a:pt x="674" y="260"/>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377833" y="5529328"/>
                <a:ext cx="38770" cy="22491"/>
              </a:xfrm>
              <a:custGeom>
                <a:avLst/>
                <a:gdLst/>
                <a:ahLst/>
                <a:cxnLst/>
                <a:rect l="l" t="t" r="r" b="b"/>
                <a:pathLst>
                  <a:path w="674" h="391" extrusionOk="0">
                    <a:moveTo>
                      <a:pt x="190" y="1"/>
                    </a:moveTo>
                    <a:lnTo>
                      <a:pt x="1"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404351" y="5514373"/>
                <a:ext cx="38080" cy="22491"/>
              </a:xfrm>
              <a:custGeom>
                <a:avLst/>
                <a:gdLst/>
                <a:ahLst/>
                <a:cxnLst/>
                <a:rect l="l" t="t" r="r" b="b"/>
                <a:pathLst>
                  <a:path w="662" h="391" extrusionOk="0">
                    <a:moveTo>
                      <a:pt x="177" y="1"/>
                    </a:moveTo>
                    <a:lnTo>
                      <a:pt x="0" y="119"/>
                    </a:lnTo>
                    <a:lnTo>
                      <a:pt x="473" y="390"/>
                    </a:lnTo>
                    <a:lnTo>
                      <a:pt x="662" y="272"/>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429488" y="5499417"/>
                <a:ext cx="38080" cy="22491"/>
              </a:xfrm>
              <a:custGeom>
                <a:avLst/>
                <a:gdLst/>
                <a:ahLst/>
                <a:cxnLst/>
                <a:rect l="l" t="t" r="r" b="b"/>
                <a:pathLst>
                  <a:path w="662" h="391" extrusionOk="0">
                    <a:moveTo>
                      <a:pt x="178" y="1"/>
                    </a:moveTo>
                    <a:lnTo>
                      <a:pt x="0" y="107"/>
                    </a:lnTo>
                    <a:lnTo>
                      <a:pt x="485"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455316" y="548446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481144" y="5470195"/>
                <a:ext cx="38080" cy="21801"/>
              </a:xfrm>
              <a:custGeom>
                <a:avLst/>
                <a:gdLst/>
                <a:ahLst/>
                <a:cxnLst/>
                <a:rect l="l" t="t" r="r" b="b"/>
                <a:pathLst>
                  <a:path w="662" h="379" extrusionOk="0">
                    <a:moveTo>
                      <a:pt x="177" y="1"/>
                    </a:moveTo>
                    <a:lnTo>
                      <a:pt x="0" y="95"/>
                    </a:lnTo>
                    <a:lnTo>
                      <a:pt x="473" y="379"/>
                    </a:lnTo>
                    <a:lnTo>
                      <a:pt x="662" y="273"/>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506971" y="5454607"/>
                <a:ext cx="38080" cy="23124"/>
              </a:xfrm>
              <a:custGeom>
                <a:avLst/>
                <a:gdLst/>
                <a:ahLst/>
                <a:cxnLst/>
                <a:rect l="l" t="t" r="r" b="b"/>
                <a:pathLst>
                  <a:path w="662" h="402" extrusionOk="0">
                    <a:moveTo>
                      <a:pt x="189" y="0"/>
                    </a:moveTo>
                    <a:lnTo>
                      <a:pt x="0" y="118"/>
                    </a:lnTo>
                    <a:lnTo>
                      <a:pt x="484" y="402"/>
                    </a:lnTo>
                    <a:lnTo>
                      <a:pt x="662"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532109" y="5440341"/>
                <a:ext cx="39460" cy="21801"/>
              </a:xfrm>
              <a:custGeom>
                <a:avLst/>
                <a:gdLst/>
                <a:ahLst/>
                <a:cxnLst/>
                <a:rect l="l" t="t" r="r" b="b"/>
                <a:pathLst>
                  <a:path w="686" h="379" extrusionOk="0">
                    <a:moveTo>
                      <a:pt x="201" y="0"/>
                    </a:moveTo>
                    <a:lnTo>
                      <a:pt x="0" y="106"/>
                    </a:lnTo>
                    <a:lnTo>
                      <a:pt x="496" y="378"/>
                    </a:lnTo>
                    <a:lnTo>
                      <a:pt x="685" y="284"/>
                    </a:lnTo>
                    <a:lnTo>
                      <a:pt x="201"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558569" y="5424695"/>
                <a:ext cx="38137" cy="23124"/>
              </a:xfrm>
              <a:custGeom>
                <a:avLst/>
                <a:gdLst/>
                <a:ahLst/>
                <a:cxnLst/>
                <a:rect l="l" t="t" r="r" b="b"/>
                <a:pathLst>
                  <a:path w="663" h="402" extrusionOk="0">
                    <a:moveTo>
                      <a:pt x="178" y="0"/>
                    </a:moveTo>
                    <a:lnTo>
                      <a:pt x="1" y="118"/>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584397" y="5410429"/>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609534" y="5395473"/>
                <a:ext cx="39518" cy="22491"/>
              </a:xfrm>
              <a:custGeom>
                <a:avLst/>
                <a:gdLst/>
                <a:ahLst/>
                <a:cxnLst/>
                <a:rect l="l" t="t" r="r" b="b"/>
                <a:pathLst>
                  <a:path w="687" h="391" extrusionOk="0">
                    <a:moveTo>
                      <a:pt x="190" y="0"/>
                    </a:moveTo>
                    <a:lnTo>
                      <a:pt x="1" y="118"/>
                    </a:lnTo>
                    <a:lnTo>
                      <a:pt x="485" y="390"/>
                    </a:lnTo>
                    <a:lnTo>
                      <a:pt x="686"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636052" y="5380518"/>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6661189" y="5365562"/>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6687017" y="5351296"/>
                <a:ext cx="38770" cy="21801"/>
              </a:xfrm>
              <a:custGeom>
                <a:avLst/>
                <a:gdLst/>
                <a:ahLst/>
                <a:cxnLst/>
                <a:rect l="l" t="t" r="r" b="b"/>
                <a:pathLst>
                  <a:path w="674" h="379" extrusionOk="0">
                    <a:moveTo>
                      <a:pt x="190" y="0"/>
                    </a:moveTo>
                    <a:lnTo>
                      <a:pt x="1" y="95"/>
                    </a:lnTo>
                    <a:lnTo>
                      <a:pt x="485" y="379"/>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94784" y="5966960"/>
                <a:ext cx="38828" cy="23124"/>
              </a:xfrm>
              <a:custGeom>
                <a:avLst/>
                <a:gdLst/>
                <a:ahLst/>
                <a:cxnLst/>
                <a:rect l="l" t="t" r="r" b="b"/>
                <a:pathLst>
                  <a:path w="675" h="402" extrusionOk="0">
                    <a:moveTo>
                      <a:pt x="190" y="0"/>
                    </a:moveTo>
                    <a:lnTo>
                      <a:pt x="1" y="118"/>
                    </a:lnTo>
                    <a:lnTo>
                      <a:pt x="485" y="402"/>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820612" y="5952695"/>
                <a:ext cx="38828" cy="21801"/>
              </a:xfrm>
              <a:custGeom>
                <a:avLst/>
                <a:gdLst/>
                <a:ahLst/>
                <a:cxnLst/>
                <a:rect l="l" t="t" r="r" b="b"/>
                <a:pathLst>
                  <a:path w="675" h="379" extrusionOk="0">
                    <a:moveTo>
                      <a:pt x="190" y="0"/>
                    </a:moveTo>
                    <a:lnTo>
                      <a:pt x="1" y="95"/>
                    </a:lnTo>
                    <a:lnTo>
                      <a:pt x="485" y="378"/>
                    </a:lnTo>
                    <a:lnTo>
                      <a:pt x="674"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847130" y="5937048"/>
                <a:ext cx="38080" cy="22491"/>
              </a:xfrm>
              <a:custGeom>
                <a:avLst/>
                <a:gdLst/>
                <a:ahLst/>
                <a:cxnLst/>
                <a:rect l="l" t="t" r="r" b="b"/>
                <a:pathLst>
                  <a:path w="662" h="391" extrusionOk="0">
                    <a:moveTo>
                      <a:pt x="166" y="0"/>
                    </a:moveTo>
                    <a:lnTo>
                      <a:pt x="0" y="107"/>
                    </a:lnTo>
                    <a:lnTo>
                      <a:pt x="485" y="390"/>
                    </a:lnTo>
                    <a:lnTo>
                      <a:pt x="662" y="284"/>
                    </a:lnTo>
                    <a:lnTo>
                      <a:pt x="166"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872267" y="5922783"/>
                <a:ext cx="39460" cy="21801"/>
              </a:xfrm>
              <a:custGeom>
                <a:avLst/>
                <a:gdLst/>
                <a:ahLst/>
                <a:cxnLst/>
                <a:rect l="l" t="t" r="r" b="b"/>
                <a:pathLst>
                  <a:path w="686" h="379" extrusionOk="0">
                    <a:moveTo>
                      <a:pt x="190" y="0"/>
                    </a:moveTo>
                    <a:lnTo>
                      <a:pt x="1" y="107"/>
                    </a:lnTo>
                    <a:lnTo>
                      <a:pt x="485" y="378"/>
                    </a:lnTo>
                    <a:lnTo>
                      <a:pt x="686"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898095" y="5907137"/>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923923" y="5892871"/>
                <a:ext cx="38770" cy="22491"/>
              </a:xfrm>
              <a:custGeom>
                <a:avLst/>
                <a:gdLst/>
                <a:ahLst/>
                <a:cxnLst/>
                <a:rect l="l" t="t" r="r" b="b"/>
                <a:pathLst>
                  <a:path w="674" h="391" extrusionOk="0">
                    <a:moveTo>
                      <a:pt x="178" y="1"/>
                    </a:moveTo>
                    <a:lnTo>
                      <a:pt x="0" y="107"/>
                    </a:lnTo>
                    <a:lnTo>
                      <a:pt x="497" y="390"/>
                    </a:lnTo>
                    <a:lnTo>
                      <a:pt x="674"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949750" y="5877915"/>
                <a:ext cx="38770" cy="21801"/>
              </a:xfrm>
              <a:custGeom>
                <a:avLst/>
                <a:gdLst/>
                <a:ahLst/>
                <a:cxnLst/>
                <a:rect l="l" t="t" r="r" b="b"/>
                <a:pathLst>
                  <a:path w="674" h="379" extrusionOk="0">
                    <a:moveTo>
                      <a:pt x="189" y="1"/>
                    </a:moveTo>
                    <a:lnTo>
                      <a:pt x="0" y="95"/>
                    </a:lnTo>
                    <a:lnTo>
                      <a:pt x="485" y="379"/>
                    </a:lnTo>
                    <a:lnTo>
                      <a:pt x="674" y="272"/>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974888" y="5862959"/>
                <a:ext cx="39460" cy="22491"/>
              </a:xfrm>
              <a:custGeom>
                <a:avLst/>
                <a:gdLst/>
                <a:ahLst/>
                <a:cxnLst/>
                <a:rect l="l" t="t" r="r" b="b"/>
                <a:pathLst>
                  <a:path w="686" h="391" extrusionOk="0">
                    <a:moveTo>
                      <a:pt x="201" y="1"/>
                    </a:moveTo>
                    <a:lnTo>
                      <a:pt x="0" y="107"/>
                    </a:lnTo>
                    <a:lnTo>
                      <a:pt x="496" y="391"/>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6001405" y="5848003"/>
                <a:ext cx="38080" cy="21801"/>
              </a:xfrm>
              <a:custGeom>
                <a:avLst/>
                <a:gdLst/>
                <a:ahLst/>
                <a:cxnLst/>
                <a:rect l="l" t="t" r="r" b="b"/>
                <a:pathLst>
                  <a:path w="662" h="379" extrusionOk="0">
                    <a:moveTo>
                      <a:pt x="177" y="1"/>
                    </a:moveTo>
                    <a:lnTo>
                      <a:pt x="0" y="107"/>
                    </a:lnTo>
                    <a:lnTo>
                      <a:pt x="484"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6026543" y="5833738"/>
                <a:ext cx="39460" cy="21801"/>
              </a:xfrm>
              <a:custGeom>
                <a:avLst/>
                <a:gdLst/>
                <a:ahLst/>
                <a:cxnLst/>
                <a:rect l="l" t="t" r="r" b="b"/>
                <a:pathLst>
                  <a:path w="686" h="379" extrusionOk="0">
                    <a:moveTo>
                      <a:pt x="201" y="1"/>
                    </a:moveTo>
                    <a:lnTo>
                      <a:pt x="0" y="95"/>
                    </a:lnTo>
                    <a:lnTo>
                      <a:pt x="496" y="379"/>
                    </a:lnTo>
                    <a:lnTo>
                      <a:pt x="685" y="261"/>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6053003" y="5818149"/>
                <a:ext cx="38828" cy="22434"/>
              </a:xfrm>
              <a:custGeom>
                <a:avLst/>
                <a:gdLst/>
                <a:ahLst/>
                <a:cxnLst/>
                <a:rect l="l" t="t" r="r" b="b"/>
                <a:pathLst>
                  <a:path w="675" h="390" extrusionOk="0">
                    <a:moveTo>
                      <a:pt x="178" y="0"/>
                    </a:moveTo>
                    <a:lnTo>
                      <a:pt x="1" y="106"/>
                    </a:lnTo>
                    <a:lnTo>
                      <a:pt x="473" y="390"/>
                    </a:lnTo>
                    <a:lnTo>
                      <a:pt x="674"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6078831" y="5803193"/>
                <a:ext cx="38137" cy="22491"/>
              </a:xfrm>
              <a:custGeom>
                <a:avLst/>
                <a:gdLst/>
                <a:ahLst/>
                <a:cxnLst/>
                <a:rect l="l" t="t" r="r" b="b"/>
                <a:pathLst>
                  <a:path w="663" h="391" extrusionOk="0">
                    <a:moveTo>
                      <a:pt x="190" y="0"/>
                    </a:moveTo>
                    <a:lnTo>
                      <a:pt x="1" y="118"/>
                    </a:lnTo>
                    <a:lnTo>
                      <a:pt x="485" y="390"/>
                    </a:lnTo>
                    <a:lnTo>
                      <a:pt x="662" y="272"/>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6103968" y="5788238"/>
                <a:ext cx="39518" cy="22491"/>
              </a:xfrm>
              <a:custGeom>
                <a:avLst/>
                <a:gdLst/>
                <a:ahLst/>
                <a:cxnLst/>
                <a:rect l="l" t="t" r="r" b="b"/>
                <a:pathLst>
                  <a:path w="687" h="391" extrusionOk="0">
                    <a:moveTo>
                      <a:pt x="202" y="0"/>
                    </a:moveTo>
                    <a:lnTo>
                      <a:pt x="1" y="107"/>
                    </a:lnTo>
                    <a:lnTo>
                      <a:pt x="497" y="390"/>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6130486" y="5773282"/>
                <a:ext cx="38137" cy="23182"/>
              </a:xfrm>
              <a:custGeom>
                <a:avLst/>
                <a:gdLst/>
                <a:ahLst/>
                <a:cxnLst/>
                <a:rect l="l" t="t" r="r" b="b"/>
                <a:pathLst>
                  <a:path w="663" h="403" extrusionOk="0">
                    <a:moveTo>
                      <a:pt x="178" y="0"/>
                    </a:moveTo>
                    <a:lnTo>
                      <a:pt x="1" y="119"/>
                    </a:lnTo>
                    <a:lnTo>
                      <a:pt x="485" y="402"/>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6156314" y="5759016"/>
                <a:ext cx="38080" cy="21801"/>
              </a:xfrm>
              <a:custGeom>
                <a:avLst/>
                <a:gdLst/>
                <a:ahLst/>
                <a:cxnLst/>
                <a:rect l="l" t="t" r="r" b="b"/>
                <a:pathLst>
                  <a:path w="662" h="379" extrusionOk="0">
                    <a:moveTo>
                      <a:pt x="189" y="0"/>
                    </a:moveTo>
                    <a:lnTo>
                      <a:pt x="0" y="95"/>
                    </a:lnTo>
                    <a:lnTo>
                      <a:pt x="485" y="378"/>
                    </a:lnTo>
                    <a:lnTo>
                      <a:pt x="662"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6181451" y="5743370"/>
                <a:ext cx="39460" cy="23182"/>
              </a:xfrm>
              <a:custGeom>
                <a:avLst/>
                <a:gdLst/>
                <a:ahLst/>
                <a:cxnLst/>
                <a:rect l="l" t="t" r="r" b="b"/>
                <a:pathLst>
                  <a:path w="686" h="403" extrusionOk="0">
                    <a:moveTo>
                      <a:pt x="190" y="1"/>
                    </a:moveTo>
                    <a:lnTo>
                      <a:pt x="1" y="119"/>
                    </a:lnTo>
                    <a:lnTo>
                      <a:pt x="485" y="402"/>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6207969" y="5729104"/>
                <a:ext cx="38080" cy="21801"/>
              </a:xfrm>
              <a:custGeom>
                <a:avLst/>
                <a:gdLst/>
                <a:ahLst/>
                <a:cxnLst/>
                <a:rect l="l" t="t" r="r" b="b"/>
                <a:pathLst>
                  <a:path w="662" h="379" extrusionOk="0">
                    <a:moveTo>
                      <a:pt x="177" y="1"/>
                    </a:moveTo>
                    <a:lnTo>
                      <a:pt x="0" y="107"/>
                    </a:lnTo>
                    <a:lnTo>
                      <a:pt x="485" y="379"/>
                    </a:lnTo>
                    <a:lnTo>
                      <a:pt x="662" y="284"/>
                    </a:lnTo>
                    <a:lnTo>
                      <a:pt x="177"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6233106" y="5713458"/>
                <a:ext cx="39460" cy="23182"/>
              </a:xfrm>
              <a:custGeom>
                <a:avLst/>
                <a:gdLst/>
                <a:ahLst/>
                <a:cxnLst/>
                <a:rect l="l" t="t" r="r" b="b"/>
                <a:pathLst>
                  <a:path w="686" h="403" extrusionOk="0">
                    <a:moveTo>
                      <a:pt x="201" y="1"/>
                    </a:moveTo>
                    <a:lnTo>
                      <a:pt x="0" y="119"/>
                    </a:lnTo>
                    <a:lnTo>
                      <a:pt x="497" y="403"/>
                    </a:lnTo>
                    <a:lnTo>
                      <a:pt x="686" y="284"/>
                    </a:lnTo>
                    <a:lnTo>
                      <a:pt x="20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6258934" y="5699193"/>
                <a:ext cx="38770" cy="22491"/>
              </a:xfrm>
              <a:custGeom>
                <a:avLst/>
                <a:gdLst/>
                <a:ahLst/>
                <a:cxnLst/>
                <a:rect l="l" t="t" r="r" b="b"/>
                <a:pathLst>
                  <a:path w="674" h="391" extrusionOk="0">
                    <a:moveTo>
                      <a:pt x="189" y="1"/>
                    </a:moveTo>
                    <a:lnTo>
                      <a:pt x="0" y="107"/>
                    </a:lnTo>
                    <a:lnTo>
                      <a:pt x="485" y="391"/>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6285394" y="5684237"/>
                <a:ext cx="38137" cy="21801"/>
              </a:xfrm>
              <a:custGeom>
                <a:avLst/>
                <a:gdLst/>
                <a:ahLst/>
                <a:cxnLst/>
                <a:rect l="l" t="t" r="r" b="b"/>
                <a:pathLst>
                  <a:path w="663" h="379" extrusionOk="0">
                    <a:moveTo>
                      <a:pt x="178" y="1"/>
                    </a:moveTo>
                    <a:lnTo>
                      <a:pt x="1" y="119"/>
                    </a:lnTo>
                    <a:lnTo>
                      <a:pt x="485" y="379"/>
                    </a:lnTo>
                    <a:lnTo>
                      <a:pt x="663" y="273"/>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6310589" y="5669338"/>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6336359" y="5654383"/>
                <a:ext cx="38828" cy="21801"/>
              </a:xfrm>
              <a:custGeom>
                <a:avLst/>
                <a:gdLst/>
                <a:ahLst/>
                <a:cxnLst/>
                <a:rect l="l" t="t" r="r" b="b"/>
                <a:pathLst>
                  <a:path w="675" h="379" extrusionOk="0">
                    <a:moveTo>
                      <a:pt x="190" y="0"/>
                    </a:moveTo>
                    <a:lnTo>
                      <a:pt x="1" y="106"/>
                    </a:lnTo>
                    <a:lnTo>
                      <a:pt x="485" y="378"/>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362187" y="5640117"/>
                <a:ext cx="38137" cy="21801"/>
              </a:xfrm>
              <a:custGeom>
                <a:avLst/>
                <a:gdLst/>
                <a:ahLst/>
                <a:cxnLst/>
                <a:rect l="l" t="t" r="r" b="b"/>
                <a:pathLst>
                  <a:path w="663" h="379" extrusionOk="0">
                    <a:moveTo>
                      <a:pt x="178" y="0"/>
                    </a:moveTo>
                    <a:lnTo>
                      <a:pt x="1" y="95"/>
                    </a:lnTo>
                    <a:lnTo>
                      <a:pt x="497"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388015" y="5624471"/>
                <a:ext cx="38828" cy="22491"/>
              </a:xfrm>
              <a:custGeom>
                <a:avLst/>
                <a:gdLst/>
                <a:ahLst/>
                <a:cxnLst/>
                <a:rect l="l" t="t" r="r" b="b"/>
                <a:pathLst>
                  <a:path w="675" h="391" extrusionOk="0">
                    <a:moveTo>
                      <a:pt x="190" y="0"/>
                    </a:moveTo>
                    <a:lnTo>
                      <a:pt x="1" y="107"/>
                    </a:lnTo>
                    <a:lnTo>
                      <a:pt x="485" y="390"/>
                    </a:lnTo>
                    <a:lnTo>
                      <a:pt x="674" y="284"/>
                    </a:lnTo>
                    <a:lnTo>
                      <a:pt x="190"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414532" y="5610205"/>
                <a:ext cx="38137" cy="21801"/>
              </a:xfrm>
              <a:custGeom>
                <a:avLst/>
                <a:gdLst/>
                <a:ahLst/>
                <a:cxnLst/>
                <a:rect l="l" t="t" r="r" b="b"/>
                <a:pathLst>
                  <a:path w="663" h="379" extrusionOk="0">
                    <a:moveTo>
                      <a:pt x="178" y="0"/>
                    </a:moveTo>
                    <a:lnTo>
                      <a:pt x="0" y="107"/>
                    </a:lnTo>
                    <a:lnTo>
                      <a:pt x="473" y="378"/>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439670" y="5594559"/>
                <a:ext cx="38137" cy="22491"/>
              </a:xfrm>
              <a:custGeom>
                <a:avLst/>
                <a:gdLst/>
                <a:ahLst/>
                <a:cxnLst/>
                <a:rect l="l" t="t" r="r" b="b"/>
                <a:pathLst>
                  <a:path w="663" h="391" extrusionOk="0">
                    <a:moveTo>
                      <a:pt x="190" y="1"/>
                    </a:moveTo>
                    <a:lnTo>
                      <a:pt x="1" y="107"/>
                    </a:lnTo>
                    <a:lnTo>
                      <a:pt x="485" y="390"/>
                    </a:lnTo>
                    <a:lnTo>
                      <a:pt x="662"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465497" y="5580293"/>
                <a:ext cx="38770" cy="22491"/>
              </a:xfrm>
              <a:custGeom>
                <a:avLst/>
                <a:gdLst/>
                <a:ahLst/>
                <a:cxnLst/>
                <a:rect l="l" t="t" r="r" b="b"/>
                <a:pathLst>
                  <a:path w="674" h="391" extrusionOk="0">
                    <a:moveTo>
                      <a:pt x="190" y="1"/>
                    </a:moveTo>
                    <a:lnTo>
                      <a:pt x="0" y="107"/>
                    </a:lnTo>
                    <a:lnTo>
                      <a:pt x="485" y="390"/>
                    </a:lnTo>
                    <a:lnTo>
                      <a:pt x="674"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491325" y="5565338"/>
                <a:ext cx="38770" cy="21801"/>
              </a:xfrm>
              <a:custGeom>
                <a:avLst/>
                <a:gdLst/>
                <a:ahLst/>
                <a:cxnLst/>
                <a:rect l="l" t="t" r="r" b="b"/>
                <a:pathLst>
                  <a:path w="674" h="379" extrusionOk="0">
                    <a:moveTo>
                      <a:pt x="178" y="1"/>
                    </a:moveTo>
                    <a:lnTo>
                      <a:pt x="0" y="95"/>
                    </a:lnTo>
                    <a:lnTo>
                      <a:pt x="485" y="379"/>
                    </a:lnTo>
                    <a:lnTo>
                      <a:pt x="674" y="272"/>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517153" y="5549691"/>
                <a:ext cx="38770" cy="23182"/>
              </a:xfrm>
              <a:custGeom>
                <a:avLst/>
                <a:gdLst/>
                <a:ahLst/>
                <a:cxnLst/>
                <a:rect l="l" t="t" r="r" b="b"/>
                <a:pathLst>
                  <a:path w="674" h="403" extrusionOk="0">
                    <a:moveTo>
                      <a:pt x="189" y="1"/>
                    </a:moveTo>
                    <a:lnTo>
                      <a:pt x="0" y="119"/>
                    </a:lnTo>
                    <a:lnTo>
                      <a:pt x="485" y="403"/>
                    </a:lnTo>
                    <a:lnTo>
                      <a:pt x="674"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542290" y="5535426"/>
                <a:ext cx="39460" cy="21801"/>
              </a:xfrm>
              <a:custGeom>
                <a:avLst/>
                <a:gdLst/>
                <a:ahLst/>
                <a:cxnLst/>
                <a:rect l="l" t="t" r="r" b="b"/>
                <a:pathLst>
                  <a:path w="686" h="379" extrusionOk="0">
                    <a:moveTo>
                      <a:pt x="189" y="1"/>
                    </a:moveTo>
                    <a:lnTo>
                      <a:pt x="0" y="107"/>
                    </a:lnTo>
                    <a:lnTo>
                      <a:pt x="485" y="379"/>
                    </a:lnTo>
                    <a:lnTo>
                      <a:pt x="686" y="284"/>
                    </a:lnTo>
                    <a:lnTo>
                      <a:pt x="189"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568808" y="5519837"/>
                <a:ext cx="38080" cy="23124"/>
              </a:xfrm>
              <a:custGeom>
                <a:avLst/>
                <a:gdLst/>
                <a:ahLst/>
                <a:cxnLst/>
                <a:rect l="l" t="t" r="r" b="b"/>
                <a:pathLst>
                  <a:path w="662" h="402" extrusionOk="0">
                    <a:moveTo>
                      <a:pt x="177" y="0"/>
                    </a:moveTo>
                    <a:lnTo>
                      <a:pt x="0" y="118"/>
                    </a:lnTo>
                    <a:lnTo>
                      <a:pt x="484" y="402"/>
                    </a:lnTo>
                    <a:lnTo>
                      <a:pt x="662" y="284"/>
                    </a:lnTo>
                    <a:lnTo>
                      <a:pt x="177"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6594636" y="5505572"/>
                <a:ext cx="38770" cy="22434"/>
              </a:xfrm>
              <a:custGeom>
                <a:avLst/>
                <a:gdLst/>
                <a:ahLst/>
                <a:cxnLst/>
                <a:rect l="l" t="t" r="r" b="b"/>
                <a:pathLst>
                  <a:path w="674" h="390" extrusionOk="0">
                    <a:moveTo>
                      <a:pt x="189" y="0"/>
                    </a:moveTo>
                    <a:lnTo>
                      <a:pt x="0" y="106"/>
                    </a:lnTo>
                    <a:lnTo>
                      <a:pt x="484" y="390"/>
                    </a:lnTo>
                    <a:lnTo>
                      <a:pt x="673" y="284"/>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6619773" y="5490616"/>
                <a:ext cx="39460" cy="22491"/>
              </a:xfrm>
              <a:custGeom>
                <a:avLst/>
                <a:gdLst/>
                <a:ahLst/>
                <a:cxnLst/>
                <a:rect l="l" t="t" r="r" b="b"/>
                <a:pathLst>
                  <a:path w="686" h="391" extrusionOk="0">
                    <a:moveTo>
                      <a:pt x="189" y="0"/>
                    </a:moveTo>
                    <a:lnTo>
                      <a:pt x="0" y="118"/>
                    </a:lnTo>
                    <a:lnTo>
                      <a:pt x="484" y="390"/>
                    </a:lnTo>
                    <a:lnTo>
                      <a:pt x="685" y="272"/>
                    </a:lnTo>
                    <a:lnTo>
                      <a:pt x="18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6646233" y="5475660"/>
                <a:ext cx="38137" cy="22491"/>
              </a:xfrm>
              <a:custGeom>
                <a:avLst/>
                <a:gdLst/>
                <a:ahLst/>
                <a:cxnLst/>
                <a:rect l="l" t="t" r="r" b="b"/>
                <a:pathLst>
                  <a:path w="663" h="391" extrusionOk="0">
                    <a:moveTo>
                      <a:pt x="178" y="0"/>
                    </a:moveTo>
                    <a:lnTo>
                      <a:pt x="1" y="107"/>
                    </a:lnTo>
                    <a:lnTo>
                      <a:pt x="485" y="390"/>
                    </a:lnTo>
                    <a:lnTo>
                      <a:pt x="662" y="284"/>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671371" y="5460704"/>
                <a:ext cx="39518" cy="23182"/>
              </a:xfrm>
              <a:custGeom>
                <a:avLst/>
                <a:gdLst/>
                <a:ahLst/>
                <a:cxnLst/>
                <a:rect l="l" t="t" r="r" b="b"/>
                <a:pathLst>
                  <a:path w="687" h="403" extrusionOk="0">
                    <a:moveTo>
                      <a:pt x="202" y="0"/>
                    </a:moveTo>
                    <a:lnTo>
                      <a:pt x="1" y="119"/>
                    </a:lnTo>
                    <a:lnTo>
                      <a:pt x="497" y="402"/>
                    </a:lnTo>
                    <a:lnTo>
                      <a:pt x="686" y="284"/>
                    </a:lnTo>
                    <a:lnTo>
                      <a:pt x="202"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697889" y="5446438"/>
                <a:ext cx="38137" cy="21801"/>
              </a:xfrm>
              <a:custGeom>
                <a:avLst/>
                <a:gdLst/>
                <a:ahLst/>
                <a:cxnLst/>
                <a:rect l="l" t="t" r="r" b="b"/>
                <a:pathLst>
                  <a:path w="663" h="379" extrusionOk="0">
                    <a:moveTo>
                      <a:pt x="178" y="0"/>
                    </a:moveTo>
                    <a:lnTo>
                      <a:pt x="1" y="95"/>
                    </a:lnTo>
                    <a:lnTo>
                      <a:pt x="473" y="378"/>
                    </a:lnTo>
                    <a:lnTo>
                      <a:pt x="662" y="272"/>
                    </a:lnTo>
                    <a:lnTo>
                      <a:pt x="178"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723026" y="5430792"/>
                <a:ext cx="38828" cy="23182"/>
              </a:xfrm>
              <a:custGeom>
                <a:avLst/>
                <a:gdLst/>
                <a:ahLst/>
                <a:cxnLst/>
                <a:rect l="l" t="t" r="r" b="b"/>
                <a:pathLst>
                  <a:path w="675" h="403" extrusionOk="0">
                    <a:moveTo>
                      <a:pt x="202" y="1"/>
                    </a:moveTo>
                    <a:lnTo>
                      <a:pt x="1" y="119"/>
                    </a:lnTo>
                    <a:lnTo>
                      <a:pt x="497" y="402"/>
                    </a:lnTo>
                    <a:lnTo>
                      <a:pt x="674" y="284"/>
                    </a:lnTo>
                    <a:lnTo>
                      <a:pt x="202"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748854" y="5416527"/>
                <a:ext cx="39460" cy="21801"/>
              </a:xfrm>
              <a:custGeom>
                <a:avLst/>
                <a:gdLst/>
                <a:ahLst/>
                <a:cxnLst/>
                <a:rect l="l" t="t" r="r" b="b"/>
                <a:pathLst>
                  <a:path w="686" h="379" extrusionOk="0">
                    <a:moveTo>
                      <a:pt x="190" y="1"/>
                    </a:moveTo>
                    <a:lnTo>
                      <a:pt x="1" y="107"/>
                    </a:lnTo>
                    <a:lnTo>
                      <a:pt x="485" y="379"/>
                    </a:lnTo>
                    <a:lnTo>
                      <a:pt x="686" y="284"/>
                    </a:lnTo>
                    <a:lnTo>
                      <a:pt x="19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775372" y="5400881"/>
                <a:ext cx="38080" cy="22491"/>
              </a:xfrm>
              <a:custGeom>
                <a:avLst/>
                <a:gdLst/>
                <a:ahLst/>
                <a:cxnLst/>
                <a:rect l="l" t="t" r="r" b="b"/>
                <a:pathLst>
                  <a:path w="662" h="391" extrusionOk="0">
                    <a:moveTo>
                      <a:pt x="178" y="1"/>
                    </a:moveTo>
                    <a:lnTo>
                      <a:pt x="0" y="107"/>
                    </a:lnTo>
                    <a:lnTo>
                      <a:pt x="473" y="391"/>
                    </a:lnTo>
                    <a:lnTo>
                      <a:pt x="662" y="284"/>
                    </a:lnTo>
                    <a:lnTo>
                      <a:pt x="178"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5779196" y="5984620"/>
                <a:ext cx="32673" cy="150249"/>
              </a:xfrm>
              <a:custGeom>
                <a:avLst/>
                <a:gdLst/>
                <a:ahLst/>
                <a:cxnLst/>
                <a:rect l="l" t="t" r="r" b="b"/>
                <a:pathLst>
                  <a:path w="568" h="2612" extrusionOk="0">
                    <a:moveTo>
                      <a:pt x="0" y="0"/>
                    </a:moveTo>
                    <a:lnTo>
                      <a:pt x="0" y="2280"/>
                    </a:lnTo>
                    <a:lnTo>
                      <a:pt x="567" y="2611"/>
                    </a:lnTo>
                    <a:lnTo>
                      <a:pt x="567" y="343"/>
                    </a:lnTo>
                    <a:lnTo>
                      <a:pt x="0" y="0"/>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477060" y="5525244"/>
                <a:ext cx="32673" cy="36757"/>
              </a:xfrm>
              <a:custGeom>
                <a:avLst/>
                <a:gdLst/>
                <a:ahLst/>
                <a:cxnLst/>
                <a:rect l="l" t="t" r="r" b="b"/>
                <a:pathLst>
                  <a:path w="568" h="639" extrusionOk="0">
                    <a:moveTo>
                      <a:pt x="0" y="1"/>
                    </a:moveTo>
                    <a:lnTo>
                      <a:pt x="0" y="639"/>
                    </a:lnTo>
                    <a:lnTo>
                      <a:pt x="567" y="308"/>
                    </a:lnTo>
                    <a:lnTo>
                      <a:pt x="0" y="1"/>
                    </a:ln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738672" y="5373730"/>
                <a:ext cx="31292" cy="37447"/>
              </a:xfrm>
              <a:custGeom>
                <a:avLst/>
                <a:gdLst/>
                <a:ahLst/>
                <a:cxnLst/>
                <a:rect l="l" t="t" r="r" b="b"/>
                <a:pathLst>
                  <a:path w="544" h="651" extrusionOk="0">
                    <a:moveTo>
                      <a:pt x="0" y="0"/>
                    </a:moveTo>
                    <a:lnTo>
                      <a:pt x="0" y="650"/>
                    </a:lnTo>
                    <a:lnTo>
                      <a:pt x="544" y="331"/>
                    </a:lnTo>
                    <a:lnTo>
                      <a:pt x="0" y="0"/>
                    </a:lnTo>
                    <a:close/>
                  </a:path>
                </a:pathLst>
              </a:custGeom>
              <a:solidFill>
                <a:srgbClr val="282A2E">
                  <a:alpha val="7044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0" name="Google Shape;4230;p40"/>
            <p:cNvGrpSpPr/>
            <p:nvPr/>
          </p:nvGrpSpPr>
          <p:grpSpPr>
            <a:xfrm>
              <a:off x="6258930" y="813427"/>
              <a:ext cx="642501" cy="606585"/>
              <a:chOff x="-4345070" y="3726402"/>
              <a:chExt cx="642501" cy="606585"/>
            </a:xfrm>
          </p:grpSpPr>
          <p:sp>
            <p:nvSpPr>
              <p:cNvPr id="4231" name="Google Shape;4231;p40"/>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4"/>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4" name="Google Shape;4244;p40"/>
            <p:cNvGrpSpPr/>
            <p:nvPr/>
          </p:nvGrpSpPr>
          <p:grpSpPr>
            <a:xfrm>
              <a:off x="7730346" y="1216362"/>
              <a:ext cx="491637" cy="986062"/>
              <a:chOff x="4225370" y="-782119"/>
              <a:chExt cx="299250" cy="600196"/>
            </a:xfrm>
          </p:grpSpPr>
          <p:sp>
            <p:nvSpPr>
              <p:cNvPr id="4245" name="Google Shape;4245;p40"/>
              <p:cNvSpPr/>
              <p:nvPr/>
            </p:nvSpPr>
            <p:spPr>
              <a:xfrm>
                <a:off x="4319042" y="-549211"/>
                <a:ext cx="115528" cy="367289"/>
              </a:xfrm>
              <a:custGeom>
                <a:avLst/>
                <a:gdLst/>
                <a:ahLst/>
                <a:cxnLst/>
                <a:rect l="l" t="t" r="r" b="b"/>
                <a:pathLst>
                  <a:path w="1501" h="4772" extrusionOk="0">
                    <a:moveTo>
                      <a:pt x="412" y="0"/>
                    </a:moveTo>
                    <a:cubicBezTo>
                      <a:pt x="341" y="0"/>
                      <a:pt x="274" y="15"/>
                      <a:pt x="213" y="46"/>
                    </a:cubicBezTo>
                    <a:cubicBezTo>
                      <a:pt x="71" y="140"/>
                      <a:pt x="1" y="282"/>
                      <a:pt x="1" y="495"/>
                    </a:cubicBezTo>
                    <a:lnTo>
                      <a:pt x="1" y="3932"/>
                    </a:lnTo>
                    <a:cubicBezTo>
                      <a:pt x="1" y="4003"/>
                      <a:pt x="60" y="4062"/>
                      <a:pt x="131" y="4062"/>
                    </a:cubicBezTo>
                    <a:cubicBezTo>
                      <a:pt x="201" y="4062"/>
                      <a:pt x="260" y="4003"/>
                      <a:pt x="260" y="3932"/>
                    </a:cubicBezTo>
                    <a:lnTo>
                      <a:pt x="260" y="495"/>
                    </a:lnTo>
                    <a:cubicBezTo>
                      <a:pt x="260" y="388"/>
                      <a:pt x="296" y="318"/>
                      <a:pt x="331" y="282"/>
                    </a:cubicBezTo>
                    <a:cubicBezTo>
                      <a:pt x="351" y="274"/>
                      <a:pt x="373" y="270"/>
                      <a:pt x="397" y="270"/>
                    </a:cubicBezTo>
                    <a:cubicBezTo>
                      <a:pt x="446" y="270"/>
                      <a:pt x="501" y="286"/>
                      <a:pt x="556" y="318"/>
                    </a:cubicBezTo>
                    <a:lnTo>
                      <a:pt x="780" y="447"/>
                    </a:lnTo>
                    <a:cubicBezTo>
                      <a:pt x="1005" y="577"/>
                      <a:pt x="1206" y="932"/>
                      <a:pt x="1206" y="1204"/>
                    </a:cubicBezTo>
                    <a:lnTo>
                      <a:pt x="1206" y="4641"/>
                    </a:lnTo>
                    <a:cubicBezTo>
                      <a:pt x="1206" y="4712"/>
                      <a:pt x="1265" y="4771"/>
                      <a:pt x="1335" y="4771"/>
                    </a:cubicBezTo>
                    <a:cubicBezTo>
                      <a:pt x="1418" y="4771"/>
                      <a:pt x="1477" y="4712"/>
                      <a:pt x="1501" y="4641"/>
                    </a:cubicBezTo>
                    <a:lnTo>
                      <a:pt x="1501" y="1204"/>
                    </a:lnTo>
                    <a:cubicBezTo>
                      <a:pt x="1501" y="826"/>
                      <a:pt x="1253" y="388"/>
                      <a:pt x="922" y="211"/>
                    </a:cubicBezTo>
                    <a:lnTo>
                      <a:pt x="709" y="81"/>
                    </a:lnTo>
                    <a:cubicBezTo>
                      <a:pt x="608" y="27"/>
                      <a:pt x="507" y="0"/>
                      <a:pt x="412"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0"/>
              <p:cNvSpPr/>
              <p:nvPr/>
            </p:nvSpPr>
            <p:spPr>
              <a:xfrm>
                <a:off x="4236300" y="-539359"/>
                <a:ext cx="275544" cy="105292"/>
              </a:xfrm>
              <a:custGeom>
                <a:avLst/>
                <a:gdLst/>
                <a:ahLst/>
                <a:cxnLst/>
                <a:rect l="l" t="t" r="r" b="b"/>
                <a:pathLst>
                  <a:path w="3580" h="1368" extrusionOk="0">
                    <a:moveTo>
                      <a:pt x="3580" y="24"/>
                    </a:moveTo>
                    <a:lnTo>
                      <a:pt x="3579" y="63"/>
                    </a:lnTo>
                    <a:lnTo>
                      <a:pt x="3579" y="63"/>
                    </a:lnTo>
                    <a:cubicBezTo>
                      <a:pt x="3580" y="50"/>
                      <a:pt x="3580" y="37"/>
                      <a:pt x="3580" y="24"/>
                    </a:cubicBezTo>
                    <a:close/>
                    <a:moveTo>
                      <a:pt x="24" y="1"/>
                    </a:moveTo>
                    <a:lnTo>
                      <a:pt x="1" y="331"/>
                    </a:lnTo>
                    <a:cubicBezTo>
                      <a:pt x="1" y="591"/>
                      <a:pt x="190" y="863"/>
                      <a:pt x="544" y="1076"/>
                    </a:cubicBezTo>
                    <a:cubicBezTo>
                      <a:pt x="887" y="1270"/>
                      <a:pt x="1338" y="1368"/>
                      <a:pt x="1792" y="1368"/>
                    </a:cubicBezTo>
                    <a:cubicBezTo>
                      <a:pt x="2245" y="1368"/>
                      <a:pt x="2700" y="1270"/>
                      <a:pt x="3048" y="1076"/>
                    </a:cubicBezTo>
                    <a:cubicBezTo>
                      <a:pt x="3391" y="863"/>
                      <a:pt x="3568" y="615"/>
                      <a:pt x="3568" y="343"/>
                    </a:cubicBezTo>
                    <a:lnTo>
                      <a:pt x="3579" y="63"/>
                    </a:lnTo>
                    <a:lnTo>
                      <a:pt x="3579" y="63"/>
                    </a:lnTo>
                    <a:cubicBezTo>
                      <a:pt x="3561" y="299"/>
                      <a:pt x="3385" y="543"/>
                      <a:pt x="3060" y="745"/>
                    </a:cubicBezTo>
                    <a:cubicBezTo>
                      <a:pt x="2724" y="946"/>
                      <a:pt x="2272" y="1046"/>
                      <a:pt x="1817" y="1046"/>
                    </a:cubicBezTo>
                    <a:cubicBezTo>
                      <a:pt x="1362" y="1046"/>
                      <a:pt x="904" y="946"/>
                      <a:pt x="556" y="745"/>
                    </a:cubicBezTo>
                    <a:cubicBezTo>
                      <a:pt x="201" y="532"/>
                      <a:pt x="24" y="272"/>
                      <a:pt x="2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0"/>
              <p:cNvSpPr/>
              <p:nvPr/>
            </p:nvSpPr>
            <p:spPr>
              <a:xfrm>
                <a:off x="4408172" y="-537512"/>
                <a:ext cx="103675" cy="100981"/>
              </a:xfrm>
              <a:custGeom>
                <a:avLst/>
                <a:gdLst/>
                <a:ahLst/>
                <a:cxnLst/>
                <a:rect l="l" t="t" r="r" b="b"/>
                <a:pathLst>
                  <a:path w="1347" h="1312" extrusionOk="0">
                    <a:moveTo>
                      <a:pt x="1347" y="0"/>
                    </a:moveTo>
                    <a:lnTo>
                      <a:pt x="1346" y="39"/>
                    </a:lnTo>
                    <a:lnTo>
                      <a:pt x="1346" y="39"/>
                    </a:lnTo>
                    <a:cubicBezTo>
                      <a:pt x="1347" y="26"/>
                      <a:pt x="1347" y="13"/>
                      <a:pt x="1347" y="0"/>
                    </a:cubicBezTo>
                    <a:close/>
                    <a:moveTo>
                      <a:pt x="1346" y="39"/>
                    </a:moveTo>
                    <a:cubicBezTo>
                      <a:pt x="1328" y="275"/>
                      <a:pt x="1152" y="519"/>
                      <a:pt x="827" y="721"/>
                    </a:cubicBezTo>
                    <a:cubicBezTo>
                      <a:pt x="591" y="851"/>
                      <a:pt x="319" y="945"/>
                      <a:pt x="24" y="981"/>
                    </a:cubicBezTo>
                    <a:lnTo>
                      <a:pt x="0" y="1311"/>
                    </a:lnTo>
                    <a:cubicBezTo>
                      <a:pt x="296" y="1264"/>
                      <a:pt x="579" y="1181"/>
                      <a:pt x="815" y="1052"/>
                    </a:cubicBezTo>
                    <a:cubicBezTo>
                      <a:pt x="1158" y="839"/>
                      <a:pt x="1335" y="591"/>
                      <a:pt x="1335" y="319"/>
                    </a:cubicBezTo>
                    <a:lnTo>
                      <a:pt x="1346" y="39"/>
                    </a:ln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0"/>
              <p:cNvSpPr/>
              <p:nvPr/>
            </p:nvSpPr>
            <p:spPr>
              <a:xfrm>
                <a:off x="4339054" y="-461159"/>
                <a:ext cx="70964" cy="27323"/>
              </a:xfrm>
              <a:custGeom>
                <a:avLst/>
                <a:gdLst/>
                <a:ahLst/>
                <a:cxnLst/>
                <a:rect l="l" t="t" r="r" b="b"/>
                <a:pathLst>
                  <a:path w="922" h="355" extrusionOk="0">
                    <a:moveTo>
                      <a:pt x="12" y="0"/>
                    </a:moveTo>
                    <a:lnTo>
                      <a:pt x="0" y="319"/>
                    </a:lnTo>
                    <a:cubicBezTo>
                      <a:pt x="148" y="343"/>
                      <a:pt x="299" y="355"/>
                      <a:pt x="449" y="355"/>
                    </a:cubicBezTo>
                    <a:cubicBezTo>
                      <a:pt x="600" y="355"/>
                      <a:pt x="751" y="343"/>
                      <a:pt x="898" y="319"/>
                    </a:cubicBezTo>
                    <a:lnTo>
                      <a:pt x="922" y="0"/>
                    </a:lnTo>
                    <a:lnTo>
                      <a:pt x="922" y="0"/>
                    </a:lnTo>
                    <a:cubicBezTo>
                      <a:pt x="780" y="18"/>
                      <a:pt x="632" y="27"/>
                      <a:pt x="480" y="27"/>
                    </a:cubicBezTo>
                    <a:cubicBezTo>
                      <a:pt x="328" y="27"/>
                      <a:pt x="172" y="18"/>
                      <a:pt x="12" y="0"/>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0"/>
              <p:cNvSpPr/>
              <p:nvPr/>
            </p:nvSpPr>
            <p:spPr>
              <a:xfrm>
                <a:off x="4264472" y="-488406"/>
                <a:ext cx="74582" cy="51876"/>
              </a:xfrm>
              <a:custGeom>
                <a:avLst/>
                <a:gdLst/>
                <a:ahLst/>
                <a:cxnLst/>
                <a:rect l="l" t="t" r="r" b="b"/>
                <a:pathLst>
                  <a:path w="969" h="674" extrusionOk="0">
                    <a:moveTo>
                      <a:pt x="24" y="0"/>
                    </a:moveTo>
                    <a:lnTo>
                      <a:pt x="0" y="319"/>
                    </a:lnTo>
                    <a:lnTo>
                      <a:pt x="142" y="414"/>
                    </a:lnTo>
                    <a:cubicBezTo>
                      <a:pt x="378" y="543"/>
                      <a:pt x="650" y="626"/>
                      <a:pt x="945" y="673"/>
                    </a:cubicBezTo>
                    <a:lnTo>
                      <a:pt x="969" y="354"/>
                    </a:lnTo>
                    <a:cubicBezTo>
                      <a:pt x="674" y="307"/>
                      <a:pt x="378" y="213"/>
                      <a:pt x="154" y="83"/>
                    </a:cubicBezTo>
                    <a:lnTo>
                      <a:pt x="24" y="0"/>
                    </a:lnTo>
                    <a:close/>
                  </a:path>
                </a:pathLst>
              </a:custGeom>
              <a:solidFill>
                <a:srgbClr val="282A2E">
                  <a:alpha val="169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0"/>
              <p:cNvSpPr/>
              <p:nvPr/>
            </p:nvSpPr>
            <p:spPr>
              <a:xfrm>
                <a:off x="4235376" y="-539359"/>
                <a:ext cx="31942" cy="75582"/>
              </a:xfrm>
              <a:custGeom>
                <a:avLst/>
                <a:gdLst/>
                <a:ahLst/>
                <a:cxnLst/>
                <a:rect l="l" t="t" r="r" b="b"/>
                <a:pathLst>
                  <a:path w="415" h="982" extrusionOk="0">
                    <a:moveTo>
                      <a:pt x="24" y="1"/>
                    </a:moveTo>
                    <a:lnTo>
                      <a:pt x="1" y="331"/>
                    </a:lnTo>
                    <a:cubicBezTo>
                      <a:pt x="1" y="390"/>
                      <a:pt x="24" y="449"/>
                      <a:pt x="36" y="497"/>
                    </a:cubicBezTo>
                    <a:cubicBezTo>
                      <a:pt x="83" y="674"/>
                      <a:pt x="213" y="827"/>
                      <a:pt x="402" y="981"/>
                    </a:cubicBezTo>
                    <a:lnTo>
                      <a:pt x="414" y="650"/>
                    </a:lnTo>
                    <a:cubicBezTo>
                      <a:pt x="225" y="508"/>
                      <a:pt x="107" y="343"/>
                      <a:pt x="48" y="166"/>
                    </a:cubicBezTo>
                    <a:cubicBezTo>
                      <a:pt x="36" y="107"/>
                      <a:pt x="24" y="48"/>
                      <a:pt x="24" y="1"/>
                    </a:cubicBezTo>
                    <a:close/>
                  </a:path>
                </a:pathLst>
              </a:custGeom>
              <a:solidFill>
                <a:srgbClr val="282A2E">
                  <a:alpha val="3648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0"/>
              <p:cNvSpPr/>
              <p:nvPr/>
            </p:nvSpPr>
            <p:spPr>
              <a:xfrm>
                <a:off x="4225370" y="-617329"/>
                <a:ext cx="299250" cy="158476"/>
              </a:xfrm>
              <a:custGeom>
                <a:avLst/>
                <a:gdLst/>
                <a:ahLst/>
                <a:cxnLst/>
                <a:rect l="l" t="t" r="r" b="b"/>
                <a:pathLst>
                  <a:path w="3888" h="2059" extrusionOk="0">
                    <a:moveTo>
                      <a:pt x="1934" y="1"/>
                    </a:moveTo>
                    <a:cubicBezTo>
                      <a:pt x="1480" y="1"/>
                      <a:pt x="1029" y="98"/>
                      <a:pt x="686" y="293"/>
                    </a:cubicBezTo>
                    <a:cubicBezTo>
                      <a:pt x="1" y="706"/>
                      <a:pt x="1" y="1356"/>
                      <a:pt x="698" y="1758"/>
                    </a:cubicBezTo>
                    <a:cubicBezTo>
                      <a:pt x="1046" y="1959"/>
                      <a:pt x="1501" y="2059"/>
                      <a:pt x="1954" y="2059"/>
                    </a:cubicBezTo>
                    <a:cubicBezTo>
                      <a:pt x="2408" y="2059"/>
                      <a:pt x="2860" y="1959"/>
                      <a:pt x="3202" y="1758"/>
                    </a:cubicBezTo>
                    <a:cubicBezTo>
                      <a:pt x="3887" y="1344"/>
                      <a:pt x="3887" y="695"/>
                      <a:pt x="3190" y="293"/>
                    </a:cubicBezTo>
                    <a:cubicBezTo>
                      <a:pt x="2842" y="98"/>
                      <a:pt x="2387" y="1"/>
                      <a:pt x="1934" y="1"/>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0"/>
              <p:cNvSpPr/>
              <p:nvPr/>
            </p:nvSpPr>
            <p:spPr>
              <a:xfrm>
                <a:off x="4252694" y="-782119"/>
                <a:ext cx="243756" cy="232827"/>
              </a:xfrm>
              <a:custGeom>
                <a:avLst/>
                <a:gdLst/>
                <a:ahLst/>
                <a:cxnLst/>
                <a:rect l="l" t="t" r="r" b="b"/>
                <a:pathLst>
                  <a:path w="3167" h="3025" extrusionOk="0">
                    <a:moveTo>
                      <a:pt x="1583" y="0"/>
                    </a:moveTo>
                    <a:cubicBezTo>
                      <a:pt x="709" y="0"/>
                      <a:pt x="0" y="709"/>
                      <a:pt x="0" y="1583"/>
                    </a:cubicBezTo>
                    <a:lnTo>
                      <a:pt x="0" y="3025"/>
                    </a:lnTo>
                    <a:lnTo>
                      <a:pt x="3166" y="3025"/>
                    </a:lnTo>
                    <a:lnTo>
                      <a:pt x="3166" y="1583"/>
                    </a:lnTo>
                    <a:cubicBezTo>
                      <a:pt x="3166" y="709"/>
                      <a:pt x="2457" y="0"/>
                      <a:pt x="1583" y="0"/>
                    </a:cubicBezTo>
                    <a:close/>
                  </a:path>
                </a:pathLst>
              </a:custGeom>
              <a:solidFill>
                <a:schemeClr val="accent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0"/>
              <p:cNvSpPr/>
              <p:nvPr/>
            </p:nvSpPr>
            <p:spPr>
              <a:xfrm>
                <a:off x="4241765" y="-619792"/>
                <a:ext cx="266461" cy="141235"/>
              </a:xfrm>
              <a:custGeom>
                <a:avLst/>
                <a:gdLst/>
                <a:ahLst/>
                <a:cxnLst/>
                <a:rect l="l" t="t" r="r" b="b"/>
                <a:pathLst>
                  <a:path w="3462" h="1835" extrusionOk="0">
                    <a:moveTo>
                      <a:pt x="1741" y="0"/>
                    </a:moveTo>
                    <a:cubicBezTo>
                      <a:pt x="1335" y="0"/>
                      <a:pt x="928" y="89"/>
                      <a:pt x="615" y="266"/>
                    </a:cubicBezTo>
                    <a:cubicBezTo>
                      <a:pt x="0" y="620"/>
                      <a:pt x="0" y="1211"/>
                      <a:pt x="615" y="1565"/>
                    </a:cubicBezTo>
                    <a:cubicBezTo>
                      <a:pt x="721" y="1648"/>
                      <a:pt x="851" y="1683"/>
                      <a:pt x="981" y="1731"/>
                    </a:cubicBezTo>
                    <a:cubicBezTo>
                      <a:pt x="1075" y="1743"/>
                      <a:pt x="1158" y="1778"/>
                      <a:pt x="1253" y="1790"/>
                    </a:cubicBezTo>
                    <a:cubicBezTo>
                      <a:pt x="1406" y="1819"/>
                      <a:pt x="1569" y="1834"/>
                      <a:pt x="1731" y="1834"/>
                    </a:cubicBezTo>
                    <a:cubicBezTo>
                      <a:pt x="1894" y="1834"/>
                      <a:pt x="2056" y="1819"/>
                      <a:pt x="2210" y="1790"/>
                    </a:cubicBezTo>
                    <a:cubicBezTo>
                      <a:pt x="2304" y="1778"/>
                      <a:pt x="2387" y="1766"/>
                      <a:pt x="2481" y="1731"/>
                    </a:cubicBezTo>
                    <a:cubicBezTo>
                      <a:pt x="2611" y="1683"/>
                      <a:pt x="2729" y="1624"/>
                      <a:pt x="2847" y="1565"/>
                    </a:cubicBezTo>
                    <a:cubicBezTo>
                      <a:pt x="3462" y="1199"/>
                      <a:pt x="3450" y="620"/>
                      <a:pt x="2859" y="266"/>
                    </a:cubicBezTo>
                    <a:cubicBezTo>
                      <a:pt x="2552" y="89"/>
                      <a:pt x="2148" y="0"/>
                      <a:pt x="1741" y="0"/>
                    </a:cubicBezTo>
                    <a:close/>
                  </a:path>
                </a:pathLst>
              </a:custGeom>
              <a:solidFill>
                <a:srgbClr val="EBEAEA">
                  <a:alpha val="5346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0"/>
              <p:cNvSpPr/>
              <p:nvPr/>
            </p:nvSpPr>
            <p:spPr>
              <a:xfrm>
                <a:off x="4317194" y="-682136"/>
                <a:ext cx="102829" cy="199192"/>
              </a:xfrm>
              <a:custGeom>
                <a:avLst/>
                <a:gdLst/>
                <a:ahLst/>
                <a:cxnLst/>
                <a:rect l="l" t="t" r="r" b="b"/>
                <a:pathLst>
                  <a:path w="1336" h="2588" extrusionOk="0">
                    <a:moveTo>
                      <a:pt x="1" y="1"/>
                    </a:moveTo>
                    <a:lnTo>
                      <a:pt x="1" y="1667"/>
                    </a:lnTo>
                    <a:lnTo>
                      <a:pt x="1" y="2529"/>
                    </a:lnTo>
                    <a:cubicBezTo>
                      <a:pt x="95" y="2553"/>
                      <a:pt x="178" y="2564"/>
                      <a:pt x="273" y="2588"/>
                    </a:cubicBezTo>
                    <a:lnTo>
                      <a:pt x="273" y="1548"/>
                    </a:lnTo>
                    <a:lnTo>
                      <a:pt x="273" y="1159"/>
                    </a:lnTo>
                    <a:lnTo>
                      <a:pt x="1336" y="60"/>
                    </a:lnTo>
                    <a:lnTo>
                      <a:pt x="1"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0"/>
              <p:cNvSpPr/>
              <p:nvPr/>
            </p:nvSpPr>
            <p:spPr>
              <a:xfrm>
                <a:off x="4375383" y="-654812"/>
                <a:ext cx="57418" cy="171868"/>
              </a:xfrm>
              <a:custGeom>
                <a:avLst/>
                <a:gdLst/>
                <a:ahLst/>
                <a:cxnLst/>
                <a:rect l="l" t="t" r="r" b="b"/>
                <a:pathLst>
                  <a:path w="746" h="2233" extrusionOk="0">
                    <a:moveTo>
                      <a:pt x="745" y="0"/>
                    </a:moveTo>
                    <a:lnTo>
                      <a:pt x="1" y="815"/>
                    </a:lnTo>
                    <a:lnTo>
                      <a:pt x="1" y="1489"/>
                    </a:lnTo>
                    <a:lnTo>
                      <a:pt x="474" y="1760"/>
                    </a:lnTo>
                    <a:lnTo>
                      <a:pt x="474" y="2233"/>
                    </a:lnTo>
                    <a:cubicBezTo>
                      <a:pt x="568" y="2221"/>
                      <a:pt x="651"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0"/>
              <p:cNvSpPr/>
              <p:nvPr/>
            </p:nvSpPr>
            <p:spPr>
              <a:xfrm>
                <a:off x="4264471" y="-759567"/>
                <a:ext cx="98287" cy="95902"/>
              </a:xfrm>
              <a:custGeom>
                <a:avLst/>
                <a:gdLst/>
                <a:ahLst/>
                <a:cxnLst/>
                <a:rect l="l" t="t" r="r" b="b"/>
                <a:pathLst>
                  <a:path w="1277" h="1246" extrusionOk="0">
                    <a:moveTo>
                      <a:pt x="898" y="0"/>
                    </a:moveTo>
                    <a:cubicBezTo>
                      <a:pt x="713" y="0"/>
                      <a:pt x="484" y="119"/>
                      <a:pt x="308" y="345"/>
                    </a:cubicBezTo>
                    <a:cubicBezTo>
                      <a:pt x="60" y="652"/>
                      <a:pt x="1" y="1030"/>
                      <a:pt x="190" y="1184"/>
                    </a:cubicBezTo>
                    <a:cubicBezTo>
                      <a:pt x="245" y="1225"/>
                      <a:pt x="314" y="1246"/>
                      <a:pt x="391" y="1246"/>
                    </a:cubicBezTo>
                    <a:cubicBezTo>
                      <a:pt x="577" y="1246"/>
                      <a:pt x="806" y="1126"/>
                      <a:pt x="981" y="901"/>
                    </a:cubicBezTo>
                    <a:cubicBezTo>
                      <a:pt x="1241" y="593"/>
                      <a:pt x="1277" y="215"/>
                      <a:pt x="1099" y="62"/>
                    </a:cubicBezTo>
                    <a:cubicBezTo>
                      <a:pt x="1044" y="20"/>
                      <a:pt x="975" y="0"/>
                      <a:pt x="898" y="0"/>
                    </a:cubicBezTo>
                    <a:close/>
                  </a:path>
                </a:pathLst>
              </a:custGeom>
              <a:solidFill>
                <a:schemeClr val="accent6"/>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7" name="Google Shape;4257;p40"/>
            <p:cNvGrpSpPr/>
            <p:nvPr/>
          </p:nvGrpSpPr>
          <p:grpSpPr>
            <a:xfrm>
              <a:off x="5954623" y="2724050"/>
              <a:ext cx="373850" cy="899213"/>
              <a:chOff x="10985382" y="-7411116"/>
              <a:chExt cx="815553" cy="1961633"/>
            </a:xfrm>
          </p:grpSpPr>
          <p:sp>
            <p:nvSpPr>
              <p:cNvPr id="4258" name="Google Shape;4258;p40"/>
              <p:cNvSpPr/>
              <p:nvPr/>
            </p:nvSpPr>
            <p:spPr>
              <a:xfrm>
                <a:off x="11219661" y="-6589108"/>
                <a:ext cx="358461" cy="1139625"/>
              </a:xfrm>
              <a:custGeom>
                <a:avLst/>
                <a:gdLst/>
                <a:ahLst/>
                <a:cxnLst/>
                <a:rect l="l" t="t" r="r" b="b"/>
                <a:pathLst>
                  <a:path w="1501" h="4772" extrusionOk="0">
                    <a:moveTo>
                      <a:pt x="412" y="1"/>
                    </a:moveTo>
                    <a:cubicBezTo>
                      <a:pt x="341" y="1"/>
                      <a:pt x="274" y="16"/>
                      <a:pt x="213" y="46"/>
                    </a:cubicBezTo>
                    <a:cubicBezTo>
                      <a:pt x="71" y="141"/>
                      <a:pt x="0" y="283"/>
                      <a:pt x="0" y="495"/>
                    </a:cubicBezTo>
                    <a:lnTo>
                      <a:pt x="0" y="3933"/>
                    </a:lnTo>
                    <a:cubicBezTo>
                      <a:pt x="0" y="4004"/>
                      <a:pt x="59" y="4063"/>
                      <a:pt x="130" y="4063"/>
                    </a:cubicBezTo>
                    <a:cubicBezTo>
                      <a:pt x="201" y="4063"/>
                      <a:pt x="260" y="4004"/>
                      <a:pt x="260" y="3933"/>
                    </a:cubicBezTo>
                    <a:lnTo>
                      <a:pt x="260" y="495"/>
                    </a:lnTo>
                    <a:cubicBezTo>
                      <a:pt x="260" y="389"/>
                      <a:pt x="296" y="318"/>
                      <a:pt x="343" y="283"/>
                    </a:cubicBezTo>
                    <a:cubicBezTo>
                      <a:pt x="363" y="275"/>
                      <a:pt x="384" y="271"/>
                      <a:pt x="406" y="271"/>
                    </a:cubicBezTo>
                    <a:cubicBezTo>
                      <a:pt x="450" y="271"/>
                      <a:pt x="500" y="287"/>
                      <a:pt x="555" y="318"/>
                    </a:cubicBezTo>
                    <a:lnTo>
                      <a:pt x="780" y="448"/>
                    </a:lnTo>
                    <a:cubicBezTo>
                      <a:pt x="1004" y="578"/>
                      <a:pt x="1205" y="932"/>
                      <a:pt x="1205" y="1204"/>
                    </a:cubicBezTo>
                    <a:lnTo>
                      <a:pt x="1205" y="4642"/>
                    </a:lnTo>
                    <a:cubicBezTo>
                      <a:pt x="1205" y="4713"/>
                      <a:pt x="1264" y="4772"/>
                      <a:pt x="1347" y="4772"/>
                    </a:cubicBezTo>
                    <a:cubicBezTo>
                      <a:pt x="1418" y="4772"/>
                      <a:pt x="1477" y="4713"/>
                      <a:pt x="1501" y="4642"/>
                    </a:cubicBezTo>
                    <a:lnTo>
                      <a:pt x="1501" y="1204"/>
                    </a:lnTo>
                    <a:cubicBezTo>
                      <a:pt x="1501" y="826"/>
                      <a:pt x="1252" y="389"/>
                      <a:pt x="934" y="212"/>
                    </a:cubicBezTo>
                    <a:lnTo>
                      <a:pt x="709" y="82"/>
                    </a:lnTo>
                    <a:cubicBezTo>
                      <a:pt x="608" y="28"/>
                      <a:pt x="507" y="1"/>
                      <a:pt x="412"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0"/>
              <p:cNvSpPr/>
              <p:nvPr/>
            </p:nvSpPr>
            <p:spPr>
              <a:xfrm>
                <a:off x="11019294" y="-6544210"/>
                <a:ext cx="747969" cy="280846"/>
              </a:xfrm>
              <a:custGeom>
                <a:avLst/>
                <a:gdLst/>
                <a:ahLst/>
                <a:cxnLst/>
                <a:rect l="l" t="t" r="r" b="b"/>
                <a:pathLst>
                  <a:path w="3132" h="1176" extrusionOk="0">
                    <a:moveTo>
                      <a:pt x="3131" y="0"/>
                    </a:moveTo>
                    <a:lnTo>
                      <a:pt x="3124" y="87"/>
                    </a:lnTo>
                    <a:lnTo>
                      <a:pt x="3124" y="87"/>
                    </a:lnTo>
                    <a:cubicBezTo>
                      <a:pt x="3129" y="58"/>
                      <a:pt x="3131" y="29"/>
                      <a:pt x="3131" y="0"/>
                    </a:cubicBezTo>
                    <a:close/>
                    <a:moveTo>
                      <a:pt x="12" y="0"/>
                    </a:moveTo>
                    <a:lnTo>
                      <a:pt x="1" y="272"/>
                    </a:lnTo>
                    <a:cubicBezTo>
                      <a:pt x="1" y="496"/>
                      <a:pt x="142" y="733"/>
                      <a:pt x="449" y="910"/>
                    </a:cubicBezTo>
                    <a:cubicBezTo>
                      <a:pt x="757" y="1087"/>
                      <a:pt x="1155" y="1176"/>
                      <a:pt x="1554" y="1176"/>
                    </a:cubicBezTo>
                    <a:cubicBezTo>
                      <a:pt x="1953" y="1176"/>
                      <a:pt x="2351" y="1087"/>
                      <a:pt x="2659" y="910"/>
                    </a:cubicBezTo>
                    <a:cubicBezTo>
                      <a:pt x="2966" y="733"/>
                      <a:pt x="3107" y="508"/>
                      <a:pt x="3107" y="272"/>
                    </a:cubicBezTo>
                    <a:lnTo>
                      <a:pt x="3124" y="87"/>
                    </a:lnTo>
                    <a:lnTo>
                      <a:pt x="3124" y="87"/>
                    </a:lnTo>
                    <a:cubicBezTo>
                      <a:pt x="3088" y="289"/>
                      <a:pt x="2929" y="471"/>
                      <a:pt x="2670" y="626"/>
                    </a:cubicBezTo>
                    <a:cubicBezTo>
                      <a:pt x="2369" y="804"/>
                      <a:pt x="1970" y="892"/>
                      <a:pt x="1572" y="892"/>
                    </a:cubicBezTo>
                    <a:cubicBezTo>
                      <a:pt x="1173" y="892"/>
                      <a:pt x="774" y="804"/>
                      <a:pt x="473" y="626"/>
                    </a:cubicBezTo>
                    <a:cubicBezTo>
                      <a:pt x="154" y="449"/>
                      <a:pt x="12" y="237"/>
                      <a:pt x="12" y="0"/>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0"/>
              <p:cNvSpPr/>
              <p:nvPr/>
            </p:nvSpPr>
            <p:spPr>
              <a:xfrm>
                <a:off x="11484748" y="-6544210"/>
                <a:ext cx="282518" cy="273921"/>
              </a:xfrm>
              <a:custGeom>
                <a:avLst/>
                <a:gdLst/>
                <a:ahLst/>
                <a:cxnLst/>
                <a:rect l="l" t="t" r="r" b="b"/>
                <a:pathLst>
                  <a:path w="1183" h="1147" extrusionOk="0">
                    <a:moveTo>
                      <a:pt x="1182" y="0"/>
                    </a:moveTo>
                    <a:lnTo>
                      <a:pt x="1175" y="87"/>
                    </a:lnTo>
                    <a:lnTo>
                      <a:pt x="1175" y="87"/>
                    </a:lnTo>
                    <a:cubicBezTo>
                      <a:pt x="1180" y="58"/>
                      <a:pt x="1182" y="29"/>
                      <a:pt x="1182" y="0"/>
                    </a:cubicBezTo>
                    <a:close/>
                    <a:moveTo>
                      <a:pt x="1175" y="87"/>
                    </a:moveTo>
                    <a:cubicBezTo>
                      <a:pt x="1139" y="289"/>
                      <a:pt x="980" y="471"/>
                      <a:pt x="721" y="626"/>
                    </a:cubicBezTo>
                    <a:cubicBezTo>
                      <a:pt x="509" y="744"/>
                      <a:pt x="261" y="827"/>
                      <a:pt x="13" y="863"/>
                    </a:cubicBezTo>
                    <a:lnTo>
                      <a:pt x="1" y="1146"/>
                    </a:lnTo>
                    <a:cubicBezTo>
                      <a:pt x="261" y="1099"/>
                      <a:pt x="497" y="1028"/>
                      <a:pt x="710" y="910"/>
                    </a:cubicBezTo>
                    <a:cubicBezTo>
                      <a:pt x="1017" y="733"/>
                      <a:pt x="1158" y="508"/>
                      <a:pt x="1158" y="272"/>
                    </a:cubicBezTo>
                    <a:lnTo>
                      <a:pt x="1175" y="87"/>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0"/>
              <p:cNvSpPr/>
              <p:nvPr/>
            </p:nvSpPr>
            <p:spPr>
              <a:xfrm>
                <a:off x="11295844" y="-6338350"/>
                <a:ext cx="192007" cy="76421"/>
              </a:xfrm>
              <a:custGeom>
                <a:avLst/>
                <a:gdLst/>
                <a:ahLst/>
                <a:cxnLst/>
                <a:rect l="l" t="t" r="r" b="b"/>
                <a:pathLst>
                  <a:path w="804" h="320" extrusionOk="0">
                    <a:moveTo>
                      <a:pt x="24" y="1"/>
                    </a:moveTo>
                    <a:lnTo>
                      <a:pt x="0" y="284"/>
                    </a:lnTo>
                    <a:cubicBezTo>
                      <a:pt x="130" y="308"/>
                      <a:pt x="263" y="320"/>
                      <a:pt x="396" y="320"/>
                    </a:cubicBezTo>
                    <a:cubicBezTo>
                      <a:pt x="529" y="320"/>
                      <a:pt x="662" y="308"/>
                      <a:pt x="792" y="284"/>
                    </a:cubicBezTo>
                    <a:lnTo>
                      <a:pt x="804" y="1"/>
                    </a:lnTo>
                    <a:lnTo>
                      <a:pt x="804" y="1"/>
                    </a:lnTo>
                    <a:cubicBezTo>
                      <a:pt x="679" y="18"/>
                      <a:pt x="550" y="27"/>
                      <a:pt x="418" y="27"/>
                    </a:cubicBezTo>
                    <a:cubicBezTo>
                      <a:pt x="287" y="27"/>
                      <a:pt x="154" y="18"/>
                      <a:pt x="24" y="1"/>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0"/>
              <p:cNvSpPr/>
              <p:nvPr/>
            </p:nvSpPr>
            <p:spPr>
              <a:xfrm>
                <a:off x="11098342" y="-6411694"/>
                <a:ext cx="203232" cy="141378"/>
              </a:xfrm>
              <a:custGeom>
                <a:avLst/>
                <a:gdLst/>
                <a:ahLst/>
                <a:cxnLst/>
                <a:rect l="l" t="t" r="r" b="b"/>
                <a:pathLst>
                  <a:path w="851" h="592" extrusionOk="0">
                    <a:moveTo>
                      <a:pt x="12" y="0"/>
                    </a:moveTo>
                    <a:lnTo>
                      <a:pt x="0" y="284"/>
                    </a:lnTo>
                    <a:cubicBezTo>
                      <a:pt x="48" y="308"/>
                      <a:pt x="71" y="319"/>
                      <a:pt x="118" y="355"/>
                    </a:cubicBezTo>
                    <a:cubicBezTo>
                      <a:pt x="331" y="473"/>
                      <a:pt x="567" y="544"/>
                      <a:pt x="827" y="591"/>
                    </a:cubicBezTo>
                    <a:lnTo>
                      <a:pt x="851" y="308"/>
                    </a:lnTo>
                    <a:cubicBezTo>
                      <a:pt x="591" y="272"/>
                      <a:pt x="343" y="189"/>
                      <a:pt x="130" y="71"/>
                    </a:cubicBezTo>
                    <a:cubicBezTo>
                      <a:pt x="95" y="48"/>
                      <a:pt x="48" y="24"/>
                      <a:pt x="12" y="0"/>
                    </a:cubicBezTo>
                    <a:close/>
                  </a:path>
                </a:pathLst>
              </a:custGeom>
              <a:solidFill>
                <a:srgbClr val="EBEAEA">
                  <a:alpha val="27669"/>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0"/>
              <p:cNvSpPr/>
              <p:nvPr/>
            </p:nvSpPr>
            <p:spPr>
              <a:xfrm>
                <a:off x="11019294" y="-6549942"/>
                <a:ext cx="84779" cy="200605"/>
              </a:xfrm>
              <a:custGeom>
                <a:avLst/>
                <a:gdLst/>
                <a:ahLst/>
                <a:cxnLst/>
                <a:rect l="l" t="t" r="r" b="b"/>
                <a:pathLst>
                  <a:path w="355" h="840" extrusionOk="0">
                    <a:moveTo>
                      <a:pt x="12" y="1"/>
                    </a:moveTo>
                    <a:lnTo>
                      <a:pt x="1" y="284"/>
                    </a:lnTo>
                    <a:cubicBezTo>
                      <a:pt x="1" y="331"/>
                      <a:pt x="1" y="390"/>
                      <a:pt x="12" y="426"/>
                    </a:cubicBezTo>
                    <a:cubicBezTo>
                      <a:pt x="60" y="579"/>
                      <a:pt x="154" y="721"/>
                      <a:pt x="331" y="839"/>
                    </a:cubicBezTo>
                    <a:lnTo>
                      <a:pt x="355" y="568"/>
                    </a:lnTo>
                    <a:cubicBezTo>
                      <a:pt x="190" y="450"/>
                      <a:pt x="71" y="320"/>
                      <a:pt x="24" y="154"/>
                    </a:cubicBezTo>
                    <a:cubicBezTo>
                      <a:pt x="12" y="107"/>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0"/>
              <p:cNvSpPr/>
              <p:nvPr/>
            </p:nvSpPr>
            <p:spPr>
              <a:xfrm>
                <a:off x="10985382" y="-6760101"/>
                <a:ext cx="815553" cy="429151"/>
              </a:xfrm>
              <a:custGeom>
                <a:avLst/>
                <a:gdLst/>
                <a:ahLst/>
                <a:cxnLst/>
                <a:rect l="l" t="t" r="r" b="b"/>
                <a:pathLst>
                  <a:path w="3415" h="1797" extrusionOk="0">
                    <a:moveTo>
                      <a:pt x="1705" y="1"/>
                    </a:moveTo>
                    <a:cubicBezTo>
                      <a:pt x="1309" y="1"/>
                      <a:pt x="916" y="89"/>
                      <a:pt x="615" y="266"/>
                    </a:cubicBezTo>
                    <a:cubicBezTo>
                      <a:pt x="1" y="621"/>
                      <a:pt x="1" y="1176"/>
                      <a:pt x="615" y="1530"/>
                    </a:cubicBezTo>
                    <a:cubicBezTo>
                      <a:pt x="916" y="1708"/>
                      <a:pt x="1315" y="1796"/>
                      <a:pt x="1714" y="1796"/>
                    </a:cubicBezTo>
                    <a:cubicBezTo>
                      <a:pt x="2112" y="1796"/>
                      <a:pt x="2511" y="1708"/>
                      <a:pt x="2812" y="1530"/>
                    </a:cubicBezTo>
                    <a:cubicBezTo>
                      <a:pt x="3415" y="1176"/>
                      <a:pt x="3415" y="621"/>
                      <a:pt x="2812" y="266"/>
                    </a:cubicBezTo>
                    <a:cubicBezTo>
                      <a:pt x="2499" y="89"/>
                      <a:pt x="2101" y="1"/>
                      <a:pt x="1705"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0"/>
              <p:cNvSpPr/>
              <p:nvPr/>
            </p:nvSpPr>
            <p:spPr>
              <a:xfrm>
                <a:off x="11053206" y="-7215764"/>
                <a:ext cx="677279" cy="847316"/>
              </a:xfrm>
              <a:custGeom>
                <a:avLst/>
                <a:gdLst/>
                <a:ahLst/>
                <a:cxnLst/>
                <a:rect l="l" t="t" r="r" b="b"/>
                <a:pathLst>
                  <a:path w="2836" h="3548" extrusionOk="0">
                    <a:moveTo>
                      <a:pt x="2835" y="1"/>
                    </a:moveTo>
                    <a:lnTo>
                      <a:pt x="2835" y="5"/>
                    </a:lnTo>
                    <a:lnTo>
                      <a:pt x="2835" y="5"/>
                    </a:lnTo>
                    <a:cubicBezTo>
                      <a:pt x="2835" y="3"/>
                      <a:pt x="2835" y="2"/>
                      <a:pt x="2835" y="1"/>
                    </a:cubicBezTo>
                    <a:close/>
                    <a:moveTo>
                      <a:pt x="12" y="1"/>
                    </a:moveTo>
                    <a:lnTo>
                      <a:pt x="0" y="2730"/>
                    </a:lnTo>
                    <a:cubicBezTo>
                      <a:pt x="0" y="2942"/>
                      <a:pt x="130" y="3143"/>
                      <a:pt x="414" y="3308"/>
                    </a:cubicBezTo>
                    <a:cubicBezTo>
                      <a:pt x="685" y="3468"/>
                      <a:pt x="1049" y="3548"/>
                      <a:pt x="1412" y="3548"/>
                    </a:cubicBezTo>
                    <a:cubicBezTo>
                      <a:pt x="1775" y="3548"/>
                      <a:pt x="2138" y="3468"/>
                      <a:pt x="2410" y="3308"/>
                    </a:cubicBezTo>
                    <a:cubicBezTo>
                      <a:pt x="2694" y="3143"/>
                      <a:pt x="2824" y="2942"/>
                      <a:pt x="2824" y="2730"/>
                    </a:cubicBezTo>
                    <a:lnTo>
                      <a:pt x="2835" y="5"/>
                    </a:lnTo>
                    <a:lnTo>
                      <a:pt x="2835" y="5"/>
                    </a:lnTo>
                    <a:cubicBezTo>
                      <a:pt x="2834" y="204"/>
                      <a:pt x="2704" y="415"/>
                      <a:pt x="2422" y="580"/>
                    </a:cubicBezTo>
                    <a:cubicBezTo>
                      <a:pt x="2150" y="739"/>
                      <a:pt x="1790" y="819"/>
                      <a:pt x="1428" y="819"/>
                    </a:cubicBezTo>
                    <a:cubicBezTo>
                      <a:pt x="1066" y="819"/>
                      <a:pt x="703" y="739"/>
                      <a:pt x="426" y="580"/>
                    </a:cubicBezTo>
                    <a:cubicBezTo>
                      <a:pt x="154" y="426"/>
                      <a:pt x="12" y="202"/>
                      <a:pt x="12"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0"/>
              <p:cNvSpPr/>
              <p:nvPr/>
            </p:nvSpPr>
            <p:spPr>
              <a:xfrm>
                <a:off x="11476389" y="-7215764"/>
                <a:ext cx="254099" cy="838241"/>
              </a:xfrm>
              <a:custGeom>
                <a:avLst/>
                <a:gdLst/>
                <a:ahLst/>
                <a:cxnLst/>
                <a:rect l="l" t="t" r="r" b="b"/>
                <a:pathLst>
                  <a:path w="1064" h="3510" extrusionOk="0">
                    <a:moveTo>
                      <a:pt x="1063" y="1"/>
                    </a:moveTo>
                    <a:lnTo>
                      <a:pt x="1063" y="5"/>
                    </a:lnTo>
                    <a:lnTo>
                      <a:pt x="1063" y="5"/>
                    </a:lnTo>
                    <a:cubicBezTo>
                      <a:pt x="1063" y="3"/>
                      <a:pt x="1063" y="2"/>
                      <a:pt x="1063" y="1"/>
                    </a:cubicBezTo>
                    <a:close/>
                    <a:moveTo>
                      <a:pt x="1063" y="5"/>
                    </a:moveTo>
                    <a:cubicBezTo>
                      <a:pt x="1062" y="204"/>
                      <a:pt x="932" y="415"/>
                      <a:pt x="650" y="580"/>
                    </a:cubicBezTo>
                    <a:cubicBezTo>
                      <a:pt x="473" y="674"/>
                      <a:pt x="248" y="757"/>
                      <a:pt x="12" y="780"/>
                    </a:cubicBezTo>
                    <a:lnTo>
                      <a:pt x="0" y="3509"/>
                    </a:lnTo>
                    <a:cubicBezTo>
                      <a:pt x="237" y="3486"/>
                      <a:pt x="461" y="3415"/>
                      <a:pt x="638" y="3308"/>
                    </a:cubicBezTo>
                    <a:cubicBezTo>
                      <a:pt x="922" y="3143"/>
                      <a:pt x="1052" y="2942"/>
                      <a:pt x="1052" y="2730"/>
                    </a:cubicBezTo>
                    <a:lnTo>
                      <a:pt x="1063" y="5"/>
                    </a:ln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0"/>
              <p:cNvSpPr/>
              <p:nvPr/>
            </p:nvSpPr>
            <p:spPr>
              <a:xfrm>
                <a:off x="11307068" y="-7029487"/>
                <a:ext cx="172424" cy="658891"/>
              </a:xfrm>
              <a:custGeom>
                <a:avLst/>
                <a:gdLst/>
                <a:ahLst/>
                <a:cxnLst/>
                <a:rect l="l" t="t" r="r" b="b"/>
                <a:pathLst>
                  <a:path w="722" h="2759" extrusionOk="0">
                    <a:moveTo>
                      <a:pt x="12" y="0"/>
                    </a:moveTo>
                    <a:lnTo>
                      <a:pt x="0" y="2741"/>
                    </a:lnTo>
                    <a:cubicBezTo>
                      <a:pt x="119" y="2753"/>
                      <a:pt x="237" y="2759"/>
                      <a:pt x="355" y="2759"/>
                    </a:cubicBezTo>
                    <a:cubicBezTo>
                      <a:pt x="473" y="2759"/>
                      <a:pt x="591" y="2753"/>
                      <a:pt x="709" y="2741"/>
                    </a:cubicBezTo>
                    <a:lnTo>
                      <a:pt x="721" y="0"/>
                    </a:lnTo>
                    <a:lnTo>
                      <a:pt x="721" y="0"/>
                    </a:lnTo>
                    <a:cubicBezTo>
                      <a:pt x="603" y="24"/>
                      <a:pt x="485" y="36"/>
                      <a:pt x="367" y="36"/>
                    </a:cubicBezTo>
                    <a:cubicBezTo>
                      <a:pt x="249" y="36"/>
                      <a:pt x="130" y="24"/>
                      <a:pt x="12" y="0"/>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FDB013"/>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rgbClr val="1E8AC2"/>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0"/>
              <p:cNvSpPr/>
              <p:nvPr/>
            </p:nvSpPr>
            <p:spPr>
              <a:xfrm>
                <a:off x="11126522" y="-7094445"/>
                <a:ext cx="183649" cy="719788"/>
              </a:xfrm>
              <a:custGeom>
                <a:avLst/>
                <a:gdLst/>
                <a:ahLst/>
                <a:cxnLst/>
                <a:rect l="l" t="t" r="r" b="b"/>
                <a:pathLst>
                  <a:path w="769" h="3014" extrusionOk="0">
                    <a:moveTo>
                      <a:pt x="24" y="1"/>
                    </a:moveTo>
                    <a:lnTo>
                      <a:pt x="0" y="2730"/>
                    </a:lnTo>
                    <a:cubicBezTo>
                      <a:pt x="36" y="2753"/>
                      <a:pt x="60" y="2789"/>
                      <a:pt x="107" y="2800"/>
                    </a:cubicBezTo>
                    <a:cubicBezTo>
                      <a:pt x="296" y="2907"/>
                      <a:pt x="520" y="2978"/>
                      <a:pt x="756" y="3013"/>
                    </a:cubicBezTo>
                    <a:lnTo>
                      <a:pt x="768" y="272"/>
                    </a:lnTo>
                    <a:cubicBezTo>
                      <a:pt x="532" y="249"/>
                      <a:pt x="319" y="178"/>
                      <a:pt x="119" y="72"/>
                    </a:cubicBezTo>
                    <a:cubicBezTo>
                      <a:pt x="95" y="36"/>
                      <a:pt x="48" y="24"/>
                      <a:pt x="24"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0"/>
              <p:cNvSpPr/>
              <p:nvPr/>
            </p:nvSpPr>
            <p:spPr>
              <a:xfrm>
                <a:off x="11053206" y="-7215764"/>
                <a:ext cx="79287" cy="776149"/>
              </a:xfrm>
              <a:custGeom>
                <a:avLst/>
                <a:gdLst/>
                <a:ahLst/>
                <a:cxnLst/>
                <a:rect l="l" t="t" r="r" b="b"/>
                <a:pathLst>
                  <a:path w="332" h="3250" extrusionOk="0">
                    <a:moveTo>
                      <a:pt x="12" y="1"/>
                    </a:moveTo>
                    <a:lnTo>
                      <a:pt x="0" y="2730"/>
                    </a:lnTo>
                    <a:cubicBezTo>
                      <a:pt x="0" y="2777"/>
                      <a:pt x="0" y="2824"/>
                      <a:pt x="12" y="2860"/>
                    </a:cubicBezTo>
                    <a:cubicBezTo>
                      <a:pt x="59" y="3001"/>
                      <a:pt x="154" y="3131"/>
                      <a:pt x="307" y="3249"/>
                    </a:cubicBezTo>
                    <a:lnTo>
                      <a:pt x="331" y="521"/>
                    </a:lnTo>
                    <a:cubicBezTo>
                      <a:pt x="166" y="402"/>
                      <a:pt x="71" y="272"/>
                      <a:pt x="36" y="131"/>
                    </a:cubicBezTo>
                    <a:cubicBezTo>
                      <a:pt x="12" y="83"/>
                      <a:pt x="12" y="48"/>
                      <a:pt x="12" y="1"/>
                    </a:cubicBez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0"/>
              <p:cNvSpPr/>
              <p:nvPr/>
            </p:nvSpPr>
            <p:spPr>
              <a:xfrm>
                <a:off x="11022159" y="-7411116"/>
                <a:ext cx="745103" cy="390940"/>
              </a:xfrm>
              <a:custGeom>
                <a:avLst/>
                <a:gdLst/>
                <a:ahLst/>
                <a:cxnLst/>
                <a:rect l="l" t="t" r="r" b="b"/>
                <a:pathLst>
                  <a:path w="3120" h="1637" extrusionOk="0">
                    <a:moveTo>
                      <a:pt x="1554" y="1"/>
                    </a:moveTo>
                    <a:cubicBezTo>
                      <a:pt x="1193" y="1"/>
                      <a:pt x="833" y="80"/>
                      <a:pt x="556" y="240"/>
                    </a:cubicBezTo>
                    <a:cubicBezTo>
                      <a:pt x="0" y="559"/>
                      <a:pt x="12" y="1067"/>
                      <a:pt x="556" y="1398"/>
                    </a:cubicBezTo>
                    <a:cubicBezTo>
                      <a:pt x="833" y="1557"/>
                      <a:pt x="1196" y="1637"/>
                      <a:pt x="1558" y="1637"/>
                    </a:cubicBezTo>
                    <a:cubicBezTo>
                      <a:pt x="1920" y="1637"/>
                      <a:pt x="2280" y="1557"/>
                      <a:pt x="2552" y="1398"/>
                    </a:cubicBezTo>
                    <a:cubicBezTo>
                      <a:pt x="3119" y="1090"/>
                      <a:pt x="3095" y="571"/>
                      <a:pt x="2552" y="240"/>
                    </a:cubicBezTo>
                    <a:cubicBezTo>
                      <a:pt x="2274" y="80"/>
                      <a:pt x="1914" y="1"/>
                      <a:pt x="1554" y="1"/>
                    </a:cubicBezTo>
                    <a:close/>
                  </a:path>
                </a:pathLst>
              </a:custGeom>
              <a:solidFill>
                <a:schemeClr val="lt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0"/>
              <p:cNvSpPr/>
              <p:nvPr/>
            </p:nvSpPr>
            <p:spPr>
              <a:xfrm>
                <a:off x="11216795" y="-7001306"/>
                <a:ext cx="316191" cy="618053"/>
              </a:xfrm>
              <a:custGeom>
                <a:avLst/>
                <a:gdLst/>
                <a:ahLst/>
                <a:cxnLst/>
                <a:rect l="l" t="t" r="r" b="b"/>
                <a:pathLst>
                  <a:path w="1324" h="2588" extrusionOk="0">
                    <a:moveTo>
                      <a:pt x="0" y="1"/>
                    </a:moveTo>
                    <a:lnTo>
                      <a:pt x="0" y="1678"/>
                    </a:lnTo>
                    <a:lnTo>
                      <a:pt x="0" y="2529"/>
                    </a:lnTo>
                    <a:cubicBezTo>
                      <a:pt x="83" y="2564"/>
                      <a:pt x="166" y="2576"/>
                      <a:pt x="260" y="2588"/>
                    </a:cubicBezTo>
                    <a:lnTo>
                      <a:pt x="260" y="1560"/>
                    </a:lnTo>
                    <a:lnTo>
                      <a:pt x="260" y="1158"/>
                    </a:lnTo>
                    <a:lnTo>
                      <a:pt x="1324" y="60"/>
                    </a:lnTo>
                    <a:lnTo>
                      <a:pt x="0" y="1"/>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0"/>
              <p:cNvSpPr/>
              <p:nvPr/>
            </p:nvSpPr>
            <p:spPr>
              <a:xfrm>
                <a:off x="11394475" y="-6919392"/>
                <a:ext cx="177917" cy="533274"/>
              </a:xfrm>
              <a:custGeom>
                <a:avLst/>
                <a:gdLst/>
                <a:ahLst/>
                <a:cxnLst/>
                <a:rect l="l" t="t" r="r" b="b"/>
                <a:pathLst>
                  <a:path w="745" h="2233" extrusionOk="0">
                    <a:moveTo>
                      <a:pt x="745" y="0"/>
                    </a:moveTo>
                    <a:lnTo>
                      <a:pt x="1" y="815"/>
                    </a:lnTo>
                    <a:lnTo>
                      <a:pt x="1" y="1489"/>
                    </a:lnTo>
                    <a:lnTo>
                      <a:pt x="473" y="1760"/>
                    </a:lnTo>
                    <a:lnTo>
                      <a:pt x="473" y="2233"/>
                    </a:lnTo>
                    <a:cubicBezTo>
                      <a:pt x="568" y="2221"/>
                      <a:pt x="650" y="2186"/>
                      <a:pt x="745" y="2174"/>
                    </a:cubicBezTo>
                    <a:lnTo>
                      <a:pt x="745" y="1217"/>
                    </a:lnTo>
                    <a:lnTo>
                      <a:pt x="745" y="402"/>
                    </a:lnTo>
                    <a:lnTo>
                      <a:pt x="74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40"/>
            <p:cNvGrpSpPr/>
            <p:nvPr/>
          </p:nvGrpSpPr>
          <p:grpSpPr>
            <a:xfrm>
              <a:off x="7527910" y="2799450"/>
              <a:ext cx="301969" cy="562336"/>
              <a:chOff x="7686885" y="2546950"/>
              <a:chExt cx="301969" cy="562336"/>
            </a:xfrm>
          </p:grpSpPr>
          <p:sp>
            <p:nvSpPr>
              <p:cNvPr id="4276" name="Google Shape;4276;p40"/>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0"/>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0"/>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0"/>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0"/>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0"/>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0"/>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974F80E5-3DB0-5256-3FB4-CE92AA959E47}"/>
              </a:ext>
            </a:extLst>
          </p:cNvPr>
          <p:cNvPicPr>
            <a:picLocks noChangeAspect="1"/>
          </p:cNvPicPr>
          <p:nvPr/>
        </p:nvPicPr>
        <p:blipFill>
          <a:blip r:embed="rId3"/>
          <a:stretch>
            <a:fillRect/>
          </a:stretch>
        </p:blipFill>
        <p:spPr>
          <a:xfrm>
            <a:off x="892058" y="1487655"/>
            <a:ext cx="2724290" cy="2425825"/>
          </a:xfrm>
          <a:prstGeom prst="rect">
            <a:avLst/>
          </a:prstGeom>
        </p:spPr>
      </p:pic>
      <p:pic>
        <p:nvPicPr>
          <p:cNvPr id="5" name="Picture 4">
            <a:extLst>
              <a:ext uri="{FF2B5EF4-FFF2-40B4-BE49-F238E27FC236}">
                <a16:creationId xmlns:a16="http://schemas.microsoft.com/office/drawing/2014/main" id="{1FD4A00B-6524-7FCA-E9B7-026716C2C250}"/>
              </a:ext>
            </a:extLst>
          </p:cNvPr>
          <p:cNvPicPr>
            <a:picLocks noChangeAspect="1"/>
          </p:cNvPicPr>
          <p:nvPr/>
        </p:nvPicPr>
        <p:blipFill>
          <a:blip r:embed="rId4"/>
          <a:stretch>
            <a:fillRect/>
          </a:stretch>
        </p:blipFill>
        <p:spPr>
          <a:xfrm>
            <a:off x="3883847" y="1499976"/>
            <a:ext cx="2101958" cy="2406774"/>
          </a:xfrm>
          <a:prstGeom prst="rect">
            <a:avLst/>
          </a:prstGeom>
        </p:spPr>
      </p:pic>
    </p:spTree>
    <p:extLst>
      <p:ext uri="{BB962C8B-B14F-4D97-AF65-F5344CB8AC3E}">
        <p14:creationId xmlns:p14="http://schemas.microsoft.com/office/powerpoint/2010/main" val="3353202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83"/>
        <p:cNvGrpSpPr/>
        <p:nvPr/>
      </p:nvGrpSpPr>
      <p:grpSpPr>
        <a:xfrm>
          <a:off x="0" y="0"/>
          <a:ext cx="0" cy="0"/>
          <a:chOff x="0" y="0"/>
          <a:chExt cx="0" cy="0"/>
        </a:xfrm>
      </p:grpSpPr>
      <p:sp>
        <p:nvSpPr>
          <p:cNvPr id="10385" name="Google Shape;10385;p73"/>
          <p:cNvSpPr txBox="1">
            <a:spLocks noGrp="1"/>
          </p:cNvSpPr>
          <p:nvPr>
            <p:ph type="title"/>
          </p:nvPr>
        </p:nvSpPr>
        <p:spPr>
          <a:xfrm>
            <a:off x="2496775" y="445025"/>
            <a:ext cx="592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References</a:t>
            </a:r>
            <a:endParaRPr dirty="0"/>
          </a:p>
        </p:txBody>
      </p:sp>
      <p:grpSp>
        <p:nvGrpSpPr>
          <p:cNvPr id="10387" name="Google Shape;10387;p73"/>
          <p:cNvGrpSpPr/>
          <p:nvPr/>
        </p:nvGrpSpPr>
        <p:grpSpPr>
          <a:xfrm>
            <a:off x="347325" y="391075"/>
            <a:ext cx="1617000" cy="4383600"/>
            <a:chOff x="347325" y="391075"/>
            <a:chExt cx="1617000" cy="4383600"/>
          </a:xfrm>
        </p:grpSpPr>
        <p:grpSp>
          <p:nvGrpSpPr>
            <p:cNvPr id="10388" name="Google Shape;10388;p73"/>
            <p:cNvGrpSpPr/>
            <p:nvPr/>
          </p:nvGrpSpPr>
          <p:grpSpPr>
            <a:xfrm>
              <a:off x="347325" y="391075"/>
              <a:ext cx="1617000" cy="4383600"/>
              <a:chOff x="347325" y="391075"/>
              <a:chExt cx="1617000" cy="4383600"/>
            </a:xfrm>
          </p:grpSpPr>
          <p:sp>
            <p:nvSpPr>
              <p:cNvPr id="10389" name="Google Shape;10389;p73"/>
              <p:cNvSpPr/>
              <p:nvPr/>
            </p:nvSpPr>
            <p:spPr>
              <a:xfrm>
                <a:off x="347325" y="391075"/>
                <a:ext cx="1617000" cy="43836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90" name="Google Shape;10390;p73"/>
              <p:cNvGrpSpPr/>
              <p:nvPr/>
            </p:nvGrpSpPr>
            <p:grpSpPr>
              <a:xfrm>
                <a:off x="353442" y="396182"/>
                <a:ext cx="1605669" cy="4373106"/>
                <a:chOff x="350250" y="391075"/>
                <a:chExt cx="771400" cy="2099225"/>
              </a:xfrm>
            </p:grpSpPr>
            <p:sp>
              <p:nvSpPr>
                <p:cNvPr id="10391" name="Google Shape;10391;p73"/>
                <p:cNvSpPr/>
                <p:nvPr/>
              </p:nvSpPr>
              <p:spPr>
                <a:xfrm>
                  <a:off x="377000" y="2486150"/>
                  <a:ext cx="13150" cy="1700"/>
                </a:xfrm>
                <a:custGeom>
                  <a:avLst/>
                  <a:gdLst/>
                  <a:ahLst/>
                  <a:cxnLst/>
                  <a:rect l="l" t="t" r="r" b="b"/>
                  <a:pathLst>
                    <a:path w="526" h="68" extrusionOk="0">
                      <a:moveTo>
                        <a:pt x="201" y="0"/>
                      </a:moveTo>
                      <a:cubicBezTo>
                        <a:pt x="136" y="0"/>
                        <a:pt x="68" y="9"/>
                        <a:pt x="0" y="29"/>
                      </a:cubicBezTo>
                      <a:lnTo>
                        <a:pt x="78" y="68"/>
                      </a:lnTo>
                      <a:lnTo>
                        <a:pt x="526" y="68"/>
                      </a:lnTo>
                      <a:cubicBezTo>
                        <a:pt x="437" y="30"/>
                        <a:pt x="324" y="0"/>
                        <a:pt x="2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2" name="Google Shape;10392;p73"/>
                <p:cNvSpPr/>
                <p:nvPr/>
              </p:nvSpPr>
              <p:spPr>
                <a:xfrm>
                  <a:off x="350725" y="1569075"/>
                  <a:ext cx="2950" cy="6350"/>
                </a:xfrm>
                <a:custGeom>
                  <a:avLst/>
                  <a:gdLst/>
                  <a:ahLst/>
                  <a:cxnLst/>
                  <a:rect l="l" t="t" r="r" b="b"/>
                  <a:pathLst>
                    <a:path w="118" h="254" extrusionOk="0">
                      <a:moveTo>
                        <a:pt x="1" y="0"/>
                      </a:moveTo>
                      <a:lnTo>
                        <a:pt x="1" y="253"/>
                      </a:lnTo>
                      <a:lnTo>
                        <a:pt x="20" y="234"/>
                      </a:lnTo>
                      <a:cubicBezTo>
                        <a:pt x="98" y="176"/>
                        <a:pt x="118" y="117"/>
                        <a:pt x="79" y="59"/>
                      </a:cubicBezTo>
                      <a:cubicBezTo>
                        <a:pt x="59" y="39"/>
                        <a:pt x="20"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3" name="Google Shape;10393;p73"/>
                <p:cNvSpPr/>
                <p:nvPr/>
              </p:nvSpPr>
              <p:spPr>
                <a:xfrm>
                  <a:off x="350725" y="1585425"/>
                  <a:ext cx="31650" cy="23075"/>
                </a:xfrm>
                <a:custGeom>
                  <a:avLst/>
                  <a:gdLst/>
                  <a:ahLst/>
                  <a:cxnLst/>
                  <a:rect l="l" t="t" r="r" b="b"/>
                  <a:pathLst>
                    <a:path w="1266" h="923" extrusionOk="0">
                      <a:moveTo>
                        <a:pt x="1128" y="1"/>
                      </a:moveTo>
                      <a:cubicBezTo>
                        <a:pt x="1110" y="1"/>
                        <a:pt x="1090" y="3"/>
                        <a:pt x="1071" y="8"/>
                      </a:cubicBezTo>
                      <a:lnTo>
                        <a:pt x="1" y="630"/>
                      </a:lnTo>
                      <a:lnTo>
                        <a:pt x="1" y="922"/>
                      </a:lnTo>
                      <a:lnTo>
                        <a:pt x="1188" y="241"/>
                      </a:lnTo>
                      <a:cubicBezTo>
                        <a:pt x="1246" y="202"/>
                        <a:pt x="1265" y="144"/>
                        <a:pt x="1246" y="66"/>
                      </a:cubicBezTo>
                      <a:cubicBezTo>
                        <a:pt x="1231" y="23"/>
                        <a:pt x="1184" y="1"/>
                        <a:pt x="1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4" name="Google Shape;10394;p73"/>
                <p:cNvSpPr/>
                <p:nvPr/>
              </p:nvSpPr>
              <p:spPr>
                <a:xfrm>
                  <a:off x="350725" y="1601950"/>
                  <a:ext cx="60350" cy="39625"/>
                </a:xfrm>
                <a:custGeom>
                  <a:avLst/>
                  <a:gdLst/>
                  <a:ahLst/>
                  <a:cxnLst/>
                  <a:rect l="l" t="t" r="r" b="b"/>
                  <a:pathLst>
                    <a:path w="2414" h="1585" extrusionOk="0">
                      <a:moveTo>
                        <a:pt x="2277" y="1"/>
                      </a:moveTo>
                      <a:cubicBezTo>
                        <a:pt x="2259" y="1"/>
                        <a:pt x="2240" y="3"/>
                        <a:pt x="2219" y="8"/>
                      </a:cubicBezTo>
                      <a:lnTo>
                        <a:pt x="1" y="1292"/>
                      </a:lnTo>
                      <a:lnTo>
                        <a:pt x="1" y="1584"/>
                      </a:lnTo>
                      <a:lnTo>
                        <a:pt x="2335" y="242"/>
                      </a:lnTo>
                      <a:cubicBezTo>
                        <a:pt x="2413" y="203"/>
                        <a:pt x="2413" y="125"/>
                        <a:pt x="2394" y="47"/>
                      </a:cubicBezTo>
                      <a:cubicBezTo>
                        <a:pt x="2365" y="19"/>
                        <a:pt x="2326" y="1"/>
                        <a:pt x="22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5" name="Google Shape;10395;p73"/>
                <p:cNvSpPr/>
                <p:nvPr/>
              </p:nvSpPr>
              <p:spPr>
                <a:xfrm>
                  <a:off x="350725" y="1619000"/>
                  <a:ext cx="89525" cy="56125"/>
                </a:xfrm>
                <a:custGeom>
                  <a:avLst/>
                  <a:gdLst/>
                  <a:ahLst/>
                  <a:cxnLst/>
                  <a:rect l="l" t="t" r="r" b="b"/>
                  <a:pathLst>
                    <a:path w="3581" h="2245" extrusionOk="0">
                      <a:moveTo>
                        <a:pt x="3405" y="0"/>
                      </a:moveTo>
                      <a:cubicBezTo>
                        <a:pt x="3386" y="0"/>
                        <a:pt x="3367" y="2"/>
                        <a:pt x="3347" y="7"/>
                      </a:cubicBezTo>
                      <a:lnTo>
                        <a:pt x="1" y="1953"/>
                      </a:lnTo>
                      <a:lnTo>
                        <a:pt x="1" y="2245"/>
                      </a:lnTo>
                      <a:lnTo>
                        <a:pt x="3483" y="221"/>
                      </a:lnTo>
                      <a:cubicBezTo>
                        <a:pt x="3561" y="182"/>
                        <a:pt x="3581" y="105"/>
                        <a:pt x="3522" y="66"/>
                      </a:cubicBezTo>
                      <a:cubicBezTo>
                        <a:pt x="3508" y="22"/>
                        <a:pt x="3460" y="0"/>
                        <a:pt x="34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6" name="Google Shape;10396;p73"/>
                <p:cNvSpPr/>
                <p:nvPr/>
              </p:nvSpPr>
              <p:spPr>
                <a:xfrm>
                  <a:off x="350725" y="1635525"/>
                  <a:ext cx="118225" cy="72675"/>
                </a:xfrm>
                <a:custGeom>
                  <a:avLst/>
                  <a:gdLst/>
                  <a:ahLst/>
                  <a:cxnLst/>
                  <a:rect l="l" t="t" r="r" b="b"/>
                  <a:pathLst>
                    <a:path w="4729" h="2907" extrusionOk="0">
                      <a:moveTo>
                        <a:pt x="4583" y="0"/>
                      </a:moveTo>
                      <a:cubicBezTo>
                        <a:pt x="4567" y="0"/>
                        <a:pt x="4550" y="3"/>
                        <a:pt x="4534" y="8"/>
                      </a:cubicBezTo>
                      <a:lnTo>
                        <a:pt x="1" y="2615"/>
                      </a:lnTo>
                      <a:lnTo>
                        <a:pt x="1" y="2907"/>
                      </a:lnTo>
                      <a:lnTo>
                        <a:pt x="4651" y="222"/>
                      </a:lnTo>
                      <a:cubicBezTo>
                        <a:pt x="4690" y="202"/>
                        <a:pt x="4728" y="125"/>
                        <a:pt x="4690" y="47"/>
                      </a:cubicBezTo>
                      <a:cubicBezTo>
                        <a:pt x="4675" y="18"/>
                        <a:pt x="4630" y="0"/>
                        <a:pt x="4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7" name="Google Shape;10397;p73"/>
                <p:cNvSpPr/>
                <p:nvPr/>
              </p:nvSpPr>
              <p:spPr>
                <a:xfrm>
                  <a:off x="377975" y="1651575"/>
                  <a:ext cx="120150" cy="71225"/>
                </a:xfrm>
                <a:custGeom>
                  <a:avLst/>
                  <a:gdLst/>
                  <a:ahLst/>
                  <a:cxnLst/>
                  <a:rect l="l" t="t" r="r" b="b"/>
                  <a:pathLst>
                    <a:path w="4806" h="2849" extrusionOk="0">
                      <a:moveTo>
                        <a:pt x="4657" y="0"/>
                      </a:moveTo>
                      <a:cubicBezTo>
                        <a:pt x="4642" y="0"/>
                        <a:pt x="4626" y="3"/>
                        <a:pt x="4611" y="8"/>
                      </a:cubicBezTo>
                      <a:lnTo>
                        <a:pt x="0" y="2673"/>
                      </a:lnTo>
                      <a:cubicBezTo>
                        <a:pt x="39" y="2673"/>
                        <a:pt x="59" y="2693"/>
                        <a:pt x="59" y="2693"/>
                      </a:cubicBezTo>
                      <a:cubicBezTo>
                        <a:pt x="137" y="2751"/>
                        <a:pt x="175" y="2790"/>
                        <a:pt x="234" y="2848"/>
                      </a:cubicBezTo>
                      <a:lnTo>
                        <a:pt x="4728" y="241"/>
                      </a:lnTo>
                      <a:cubicBezTo>
                        <a:pt x="4767" y="202"/>
                        <a:pt x="4806" y="144"/>
                        <a:pt x="4767" y="66"/>
                      </a:cubicBezTo>
                      <a:cubicBezTo>
                        <a:pt x="4752" y="22"/>
                        <a:pt x="4705" y="0"/>
                        <a:pt x="46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8" name="Google Shape;10398;p73"/>
                <p:cNvSpPr/>
                <p:nvPr/>
              </p:nvSpPr>
              <p:spPr>
                <a:xfrm>
                  <a:off x="1108500" y="1424450"/>
                  <a:ext cx="13150" cy="12350"/>
                </a:xfrm>
                <a:custGeom>
                  <a:avLst/>
                  <a:gdLst/>
                  <a:ahLst/>
                  <a:cxnLst/>
                  <a:rect l="l" t="t" r="r" b="b"/>
                  <a:pathLst>
                    <a:path w="526" h="494" extrusionOk="0">
                      <a:moveTo>
                        <a:pt x="146" y="0"/>
                      </a:moveTo>
                      <a:cubicBezTo>
                        <a:pt x="93" y="0"/>
                        <a:pt x="35" y="22"/>
                        <a:pt x="20" y="66"/>
                      </a:cubicBezTo>
                      <a:cubicBezTo>
                        <a:pt x="1" y="105"/>
                        <a:pt x="1" y="182"/>
                        <a:pt x="59" y="221"/>
                      </a:cubicBezTo>
                      <a:lnTo>
                        <a:pt x="526" y="494"/>
                      </a:lnTo>
                      <a:lnTo>
                        <a:pt x="526" y="202"/>
                      </a:lnTo>
                      <a:lnTo>
                        <a:pt x="195" y="7"/>
                      </a:lnTo>
                      <a:cubicBezTo>
                        <a:pt x="181" y="2"/>
                        <a:pt x="164"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9" name="Google Shape;10399;p73"/>
                <p:cNvSpPr/>
                <p:nvPr/>
              </p:nvSpPr>
              <p:spPr>
                <a:xfrm>
                  <a:off x="1079800" y="1441375"/>
                  <a:ext cx="41850" cy="29000"/>
                </a:xfrm>
                <a:custGeom>
                  <a:avLst/>
                  <a:gdLst/>
                  <a:ahLst/>
                  <a:cxnLst/>
                  <a:rect l="l" t="t" r="r" b="b"/>
                  <a:pathLst>
                    <a:path w="1674" h="1160" extrusionOk="0">
                      <a:moveTo>
                        <a:pt x="120" y="0"/>
                      </a:moveTo>
                      <a:cubicBezTo>
                        <a:pt x="72" y="0"/>
                        <a:pt x="33" y="18"/>
                        <a:pt x="20" y="70"/>
                      </a:cubicBezTo>
                      <a:cubicBezTo>
                        <a:pt x="1" y="108"/>
                        <a:pt x="1" y="186"/>
                        <a:pt x="79" y="225"/>
                      </a:cubicBezTo>
                      <a:lnTo>
                        <a:pt x="1674" y="1159"/>
                      </a:lnTo>
                      <a:lnTo>
                        <a:pt x="1674" y="867"/>
                      </a:lnTo>
                      <a:lnTo>
                        <a:pt x="195" y="11"/>
                      </a:lnTo>
                      <a:cubicBezTo>
                        <a:pt x="169" y="5"/>
                        <a:pt x="144" y="0"/>
                        <a:pt x="1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0" name="Google Shape;10400;p73"/>
                <p:cNvSpPr/>
                <p:nvPr/>
              </p:nvSpPr>
              <p:spPr>
                <a:xfrm>
                  <a:off x="1050625" y="1457775"/>
                  <a:ext cx="70550" cy="45175"/>
                </a:xfrm>
                <a:custGeom>
                  <a:avLst/>
                  <a:gdLst/>
                  <a:ahLst/>
                  <a:cxnLst/>
                  <a:rect l="l" t="t" r="r" b="b"/>
                  <a:pathLst>
                    <a:path w="2822" h="1807" extrusionOk="0">
                      <a:moveTo>
                        <a:pt x="144" y="1"/>
                      </a:moveTo>
                      <a:cubicBezTo>
                        <a:pt x="103" y="1"/>
                        <a:pt x="61" y="28"/>
                        <a:pt x="20" y="56"/>
                      </a:cubicBezTo>
                      <a:cubicBezTo>
                        <a:pt x="1" y="114"/>
                        <a:pt x="1" y="192"/>
                        <a:pt x="78" y="231"/>
                      </a:cubicBezTo>
                      <a:lnTo>
                        <a:pt x="2822" y="1807"/>
                      </a:lnTo>
                      <a:lnTo>
                        <a:pt x="2822" y="1515"/>
                      </a:lnTo>
                      <a:lnTo>
                        <a:pt x="195" y="17"/>
                      </a:lnTo>
                      <a:cubicBezTo>
                        <a:pt x="178" y="5"/>
                        <a:pt x="161" y="1"/>
                        <a:pt x="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1" name="Google Shape;10401;p73"/>
                <p:cNvSpPr/>
                <p:nvPr/>
              </p:nvSpPr>
              <p:spPr>
                <a:xfrm>
                  <a:off x="1021925" y="1474100"/>
                  <a:ext cx="99725" cy="62400"/>
                </a:xfrm>
                <a:custGeom>
                  <a:avLst/>
                  <a:gdLst/>
                  <a:ahLst/>
                  <a:cxnLst/>
                  <a:rect l="l" t="t" r="r" b="b"/>
                  <a:pathLst>
                    <a:path w="3989" h="2496" extrusionOk="0">
                      <a:moveTo>
                        <a:pt x="154" y="1"/>
                      </a:moveTo>
                      <a:cubicBezTo>
                        <a:pt x="97" y="1"/>
                        <a:pt x="52" y="32"/>
                        <a:pt x="20" y="64"/>
                      </a:cubicBezTo>
                      <a:cubicBezTo>
                        <a:pt x="1" y="122"/>
                        <a:pt x="1" y="181"/>
                        <a:pt x="79" y="239"/>
                      </a:cubicBezTo>
                      <a:lnTo>
                        <a:pt x="3989" y="2496"/>
                      </a:lnTo>
                      <a:lnTo>
                        <a:pt x="3989" y="2204"/>
                      </a:lnTo>
                      <a:lnTo>
                        <a:pt x="195" y="6"/>
                      </a:lnTo>
                      <a:cubicBezTo>
                        <a:pt x="181" y="2"/>
                        <a:pt x="167" y="1"/>
                        <a:pt x="1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2" name="Google Shape;10402;p73"/>
                <p:cNvSpPr/>
                <p:nvPr/>
              </p:nvSpPr>
              <p:spPr>
                <a:xfrm>
                  <a:off x="993225" y="1491100"/>
                  <a:ext cx="128425" cy="78975"/>
                </a:xfrm>
                <a:custGeom>
                  <a:avLst/>
                  <a:gdLst/>
                  <a:ahLst/>
                  <a:cxnLst/>
                  <a:rect l="l" t="t" r="r" b="b"/>
                  <a:pathLst>
                    <a:path w="5137" h="3159" extrusionOk="0">
                      <a:moveTo>
                        <a:pt x="117" y="1"/>
                      </a:moveTo>
                      <a:cubicBezTo>
                        <a:pt x="79" y="1"/>
                        <a:pt x="43" y="19"/>
                        <a:pt x="20" y="65"/>
                      </a:cubicBezTo>
                      <a:cubicBezTo>
                        <a:pt x="1" y="123"/>
                        <a:pt x="1" y="182"/>
                        <a:pt x="79" y="240"/>
                      </a:cubicBezTo>
                      <a:lnTo>
                        <a:pt x="5137" y="3158"/>
                      </a:lnTo>
                      <a:lnTo>
                        <a:pt x="5137" y="2867"/>
                      </a:lnTo>
                      <a:lnTo>
                        <a:pt x="195" y="26"/>
                      </a:lnTo>
                      <a:cubicBezTo>
                        <a:pt x="171" y="10"/>
                        <a:pt x="144"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3" name="Google Shape;10403;p73"/>
                <p:cNvSpPr/>
                <p:nvPr/>
              </p:nvSpPr>
              <p:spPr>
                <a:xfrm>
                  <a:off x="964050" y="1507600"/>
                  <a:ext cx="157125" cy="95050"/>
                </a:xfrm>
                <a:custGeom>
                  <a:avLst/>
                  <a:gdLst/>
                  <a:ahLst/>
                  <a:cxnLst/>
                  <a:rect l="l" t="t" r="r" b="b"/>
                  <a:pathLst>
                    <a:path w="6285" h="3802" extrusionOk="0">
                      <a:moveTo>
                        <a:pt x="160" y="1"/>
                      </a:moveTo>
                      <a:cubicBezTo>
                        <a:pt x="120" y="1"/>
                        <a:pt x="69" y="23"/>
                        <a:pt x="40" y="66"/>
                      </a:cubicBezTo>
                      <a:cubicBezTo>
                        <a:pt x="1" y="105"/>
                        <a:pt x="1" y="183"/>
                        <a:pt x="78" y="242"/>
                      </a:cubicBezTo>
                      <a:lnTo>
                        <a:pt x="6285" y="3802"/>
                      </a:lnTo>
                      <a:lnTo>
                        <a:pt x="6285" y="3510"/>
                      </a:lnTo>
                      <a:lnTo>
                        <a:pt x="195" y="8"/>
                      </a:lnTo>
                      <a:cubicBezTo>
                        <a:pt x="185" y="3"/>
                        <a:pt x="173" y="1"/>
                        <a:pt x="1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4" name="Google Shape;10404;p73"/>
                <p:cNvSpPr/>
                <p:nvPr/>
              </p:nvSpPr>
              <p:spPr>
                <a:xfrm>
                  <a:off x="935850" y="1524150"/>
                  <a:ext cx="185800" cy="112075"/>
                </a:xfrm>
                <a:custGeom>
                  <a:avLst/>
                  <a:gdLst/>
                  <a:ahLst/>
                  <a:cxnLst/>
                  <a:rect l="l" t="t" r="r" b="b"/>
                  <a:pathLst>
                    <a:path w="7432" h="4483" extrusionOk="0">
                      <a:moveTo>
                        <a:pt x="137" y="0"/>
                      </a:moveTo>
                      <a:cubicBezTo>
                        <a:pt x="82" y="0"/>
                        <a:pt x="34" y="22"/>
                        <a:pt x="20" y="66"/>
                      </a:cubicBezTo>
                      <a:cubicBezTo>
                        <a:pt x="0" y="105"/>
                        <a:pt x="0" y="183"/>
                        <a:pt x="59" y="222"/>
                      </a:cubicBezTo>
                      <a:lnTo>
                        <a:pt x="7432" y="4482"/>
                      </a:lnTo>
                      <a:lnTo>
                        <a:pt x="7432" y="4190"/>
                      </a:lnTo>
                      <a:lnTo>
                        <a:pt x="195" y="8"/>
                      </a:lnTo>
                      <a:cubicBezTo>
                        <a:pt x="175" y="3"/>
                        <a:pt x="156"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5" name="Google Shape;10405;p73"/>
                <p:cNvSpPr/>
                <p:nvPr/>
              </p:nvSpPr>
              <p:spPr>
                <a:xfrm>
                  <a:off x="907150" y="1541050"/>
                  <a:ext cx="214500" cy="128725"/>
                </a:xfrm>
                <a:custGeom>
                  <a:avLst/>
                  <a:gdLst/>
                  <a:ahLst/>
                  <a:cxnLst/>
                  <a:rect l="l" t="t" r="r" b="b"/>
                  <a:pathLst>
                    <a:path w="8580" h="5149" extrusionOk="0">
                      <a:moveTo>
                        <a:pt x="112" y="1"/>
                      </a:moveTo>
                      <a:cubicBezTo>
                        <a:pt x="68" y="1"/>
                        <a:pt x="32" y="14"/>
                        <a:pt x="20" y="51"/>
                      </a:cubicBezTo>
                      <a:cubicBezTo>
                        <a:pt x="0" y="110"/>
                        <a:pt x="0" y="188"/>
                        <a:pt x="78" y="227"/>
                      </a:cubicBezTo>
                      <a:lnTo>
                        <a:pt x="8580" y="5149"/>
                      </a:lnTo>
                      <a:lnTo>
                        <a:pt x="8580" y="4857"/>
                      </a:lnTo>
                      <a:lnTo>
                        <a:pt x="195" y="13"/>
                      </a:lnTo>
                      <a:cubicBezTo>
                        <a:pt x="166" y="5"/>
                        <a:pt x="138" y="1"/>
                        <a:pt x="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6" name="Google Shape;10406;p73"/>
                <p:cNvSpPr/>
                <p:nvPr/>
              </p:nvSpPr>
              <p:spPr>
                <a:xfrm>
                  <a:off x="877975" y="1557850"/>
                  <a:ext cx="243200" cy="144525"/>
                </a:xfrm>
                <a:custGeom>
                  <a:avLst/>
                  <a:gdLst/>
                  <a:ahLst/>
                  <a:cxnLst/>
                  <a:rect l="l" t="t" r="r" b="b"/>
                  <a:pathLst>
                    <a:path w="9728" h="5781" extrusionOk="0">
                      <a:moveTo>
                        <a:pt x="128" y="0"/>
                      </a:moveTo>
                      <a:cubicBezTo>
                        <a:pt x="92" y="0"/>
                        <a:pt x="56" y="17"/>
                        <a:pt x="20" y="41"/>
                      </a:cubicBezTo>
                      <a:cubicBezTo>
                        <a:pt x="0" y="99"/>
                        <a:pt x="0" y="177"/>
                        <a:pt x="78" y="216"/>
                      </a:cubicBezTo>
                      <a:lnTo>
                        <a:pt x="9728" y="5780"/>
                      </a:lnTo>
                      <a:lnTo>
                        <a:pt x="9728" y="5527"/>
                      </a:lnTo>
                      <a:lnTo>
                        <a:pt x="195" y="21"/>
                      </a:lnTo>
                      <a:cubicBezTo>
                        <a:pt x="172" y="7"/>
                        <a:pt x="150" y="0"/>
                        <a:pt x="1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7" name="Google Shape;10407;p73"/>
                <p:cNvSpPr/>
                <p:nvPr/>
              </p:nvSpPr>
              <p:spPr>
                <a:xfrm>
                  <a:off x="849275" y="1574025"/>
                  <a:ext cx="272375" cy="161900"/>
                </a:xfrm>
                <a:custGeom>
                  <a:avLst/>
                  <a:gdLst/>
                  <a:ahLst/>
                  <a:cxnLst/>
                  <a:rect l="l" t="t" r="r" b="b"/>
                  <a:pathLst>
                    <a:path w="10895" h="6476" extrusionOk="0">
                      <a:moveTo>
                        <a:pt x="131" y="0"/>
                      </a:moveTo>
                      <a:cubicBezTo>
                        <a:pt x="84" y="0"/>
                        <a:pt x="47" y="28"/>
                        <a:pt x="20" y="55"/>
                      </a:cubicBezTo>
                      <a:cubicBezTo>
                        <a:pt x="0" y="114"/>
                        <a:pt x="0" y="172"/>
                        <a:pt x="78" y="230"/>
                      </a:cubicBezTo>
                      <a:lnTo>
                        <a:pt x="10895" y="6476"/>
                      </a:lnTo>
                      <a:lnTo>
                        <a:pt x="10895" y="6184"/>
                      </a:lnTo>
                      <a:lnTo>
                        <a:pt x="195" y="16"/>
                      </a:lnTo>
                      <a:cubicBezTo>
                        <a:pt x="172" y="5"/>
                        <a:pt x="151"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8" name="Google Shape;10408;p73"/>
                <p:cNvSpPr/>
                <p:nvPr/>
              </p:nvSpPr>
              <p:spPr>
                <a:xfrm>
                  <a:off x="820575" y="1590700"/>
                  <a:ext cx="301075" cy="178775"/>
                </a:xfrm>
                <a:custGeom>
                  <a:avLst/>
                  <a:gdLst/>
                  <a:ahLst/>
                  <a:cxnLst/>
                  <a:rect l="l" t="t" r="r" b="b"/>
                  <a:pathLst>
                    <a:path w="12043" h="7151" extrusionOk="0">
                      <a:moveTo>
                        <a:pt x="124" y="0"/>
                      </a:moveTo>
                      <a:cubicBezTo>
                        <a:pt x="83" y="0"/>
                        <a:pt x="52" y="17"/>
                        <a:pt x="39" y="69"/>
                      </a:cubicBezTo>
                      <a:cubicBezTo>
                        <a:pt x="0" y="128"/>
                        <a:pt x="0" y="186"/>
                        <a:pt x="78" y="244"/>
                      </a:cubicBezTo>
                      <a:lnTo>
                        <a:pt x="12043" y="7151"/>
                      </a:lnTo>
                      <a:lnTo>
                        <a:pt x="12043" y="6859"/>
                      </a:lnTo>
                      <a:lnTo>
                        <a:pt x="195" y="11"/>
                      </a:lnTo>
                      <a:cubicBezTo>
                        <a:pt x="169" y="4"/>
                        <a:pt x="145" y="0"/>
                        <a:pt x="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9" name="Google Shape;10409;p73"/>
                <p:cNvSpPr/>
                <p:nvPr/>
              </p:nvSpPr>
              <p:spPr>
                <a:xfrm>
                  <a:off x="791400" y="1607325"/>
                  <a:ext cx="329775" cy="194750"/>
                </a:xfrm>
                <a:custGeom>
                  <a:avLst/>
                  <a:gdLst/>
                  <a:ahLst/>
                  <a:cxnLst/>
                  <a:rect l="l" t="t" r="r" b="b"/>
                  <a:pathLst>
                    <a:path w="13191" h="7790" extrusionOk="0">
                      <a:moveTo>
                        <a:pt x="159" y="0"/>
                      </a:moveTo>
                      <a:cubicBezTo>
                        <a:pt x="119" y="0"/>
                        <a:pt x="68" y="22"/>
                        <a:pt x="39" y="66"/>
                      </a:cubicBezTo>
                      <a:cubicBezTo>
                        <a:pt x="0" y="105"/>
                        <a:pt x="0" y="182"/>
                        <a:pt x="78" y="241"/>
                      </a:cubicBezTo>
                      <a:lnTo>
                        <a:pt x="13191" y="7789"/>
                      </a:lnTo>
                      <a:lnTo>
                        <a:pt x="13191" y="7498"/>
                      </a:lnTo>
                      <a:lnTo>
                        <a:pt x="195" y="7"/>
                      </a:lnTo>
                      <a:cubicBezTo>
                        <a:pt x="185" y="3"/>
                        <a:pt x="173" y="0"/>
                        <a:pt x="1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0" name="Google Shape;10410;p73"/>
                <p:cNvSpPr/>
                <p:nvPr/>
              </p:nvSpPr>
              <p:spPr>
                <a:xfrm>
                  <a:off x="763175" y="1623850"/>
                  <a:ext cx="358475" cy="211775"/>
                </a:xfrm>
                <a:custGeom>
                  <a:avLst/>
                  <a:gdLst/>
                  <a:ahLst/>
                  <a:cxnLst/>
                  <a:rect l="l" t="t" r="r" b="b"/>
                  <a:pathLst>
                    <a:path w="14339" h="8471" extrusionOk="0">
                      <a:moveTo>
                        <a:pt x="138" y="1"/>
                      </a:moveTo>
                      <a:cubicBezTo>
                        <a:pt x="82" y="1"/>
                        <a:pt x="35" y="22"/>
                        <a:pt x="20" y="66"/>
                      </a:cubicBezTo>
                      <a:cubicBezTo>
                        <a:pt x="1" y="105"/>
                        <a:pt x="1" y="183"/>
                        <a:pt x="59" y="222"/>
                      </a:cubicBezTo>
                      <a:lnTo>
                        <a:pt x="14339" y="8471"/>
                      </a:lnTo>
                      <a:lnTo>
                        <a:pt x="14339" y="8179"/>
                      </a:lnTo>
                      <a:lnTo>
                        <a:pt x="195" y="8"/>
                      </a:lnTo>
                      <a:cubicBezTo>
                        <a:pt x="176" y="3"/>
                        <a:pt x="156" y="1"/>
                        <a:pt x="1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1" name="Google Shape;10411;p73"/>
                <p:cNvSpPr/>
                <p:nvPr/>
              </p:nvSpPr>
              <p:spPr>
                <a:xfrm>
                  <a:off x="734475" y="1640775"/>
                  <a:ext cx="387175" cy="228425"/>
                </a:xfrm>
                <a:custGeom>
                  <a:avLst/>
                  <a:gdLst/>
                  <a:ahLst/>
                  <a:cxnLst/>
                  <a:rect l="l" t="t" r="r" b="b"/>
                  <a:pathLst>
                    <a:path w="15487" h="9137" extrusionOk="0">
                      <a:moveTo>
                        <a:pt x="120" y="1"/>
                      </a:moveTo>
                      <a:cubicBezTo>
                        <a:pt x="72" y="1"/>
                        <a:pt x="33" y="18"/>
                        <a:pt x="20" y="70"/>
                      </a:cubicBezTo>
                      <a:cubicBezTo>
                        <a:pt x="1" y="109"/>
                        <a:pt x="1" y="187"/>
                        <a:pt x="79" y="226"/>
                      </a:cubicBezTo>
                      <a:lnTo>
                        <a:pt x="15487" y="9136"/>
                      </a:lnTo>
                      <a:lnTo>
                        <a:pt x="15487" y="8844"/>
                      </a:lnTo>
                      <a:lnTo>
                        <a:pt x="195" y="12"/>
                      </a:lnTo>
                      <a:cubicBezTo>
                        <a:pt x="169" y="5"/>
                        <a:pt x="144"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2" name="Google Shape;10412;p73"/>
                <p:cNvSpPr/>
                <p:nvPr/>
              </p:nvSpPr>
              <p:spPr>
                <a:xfrm>
                  <a:off x="705300" y="1657400"/>
                  <a:ext cx="415875" cy="244375"/>
                </a:xfrm>
                <a:custGeom>
                  <a:avLst/>
                  <a:gdLst/>
                  <a:ahLst/>
                  <a:cxnLst/>
                  <a:rect l="l" t="t" r="r" b="b"/>
                  <a:pathLst>
                    <a:path w="16635" h="9775" extrusionOk="0">
                      <a:moveTo>
                        <a:pt x="148" y="1"/>
                      </a:moveTo>
                      <a:cubicBezTo>
                        <a:pt x="105" y="1"/>
                        <a:pt x="63" y="19"/>
                        <a:pt x="20" y="47"/>
                      </a:cubicBezTo>
                      <a:cubicBezTo>
                        <a:pt x="1" y="106"/>
                        <a:pt x="1" y="183"/>
                        <a:pt x="78" y="222"/>
                      </a:cubicBezTo>
                      <a:lnTo>
                        <a:pt x="16635" y="9775"/>
                      </a:lnTo>
                      <a:lnTo>
                        <a:pt x="16635" y="9483"/>
                      </a:lnTo>
                      <a:lnTo>
                        <a:pt x="195" y="8"/>
                      </a:lnTo>
                      <a:cubicBezTo>
                        <a:pt x="179" y="3"/>
                        <a:pt x="164" y="1"/>
                        <a:pt x="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3" name="Google Shape;10413;p73"/>
                <p:cNvSpPr/>
                <p:nvPr/>
              </p:nvSpPr>
              <p:spPr>
                <a:xfrm>
                  <a:off x="851700" y="1163425"/>
                  <a:ext cx="269475" cy="160550"/>
                </a:xfrm>
                <a:custGeom>
                  <a:avLst/>
                  <a:gdLst/>
                  <a:ahLst/>
                  <a:cxnLst/>
                  <a:rect l="l" t="t" r="r" b="b"/>
                  <a:pathLst>
                    <a:path w="10779" h="6422" extrusionOk="0">
                      <a:moveTo>
                        <a:pt x="10779" y="1"/>
                      </a:moveTo>
                      <a:lnTo>
                        <a:pt x="78" y="6168"/>
                      </a:lnTo>
                      <a:cubicBezTo>
                        <a:pt x="20" y="6246"/>
                        <a:pt x="0" y="6324"/>
                        <a:pt x="59" y="6363"/>
                      </a:cubicBezTo>
                      <a:cubicBezTo>
                        <a:pt x="78" y="6421"/>
                        <a:pt x="117" y="6421"/>
                        <a:pt x="156" y="6421"/>
                      </a:cubicBezTo>
                      <a:cubicBezTo>
                        <a:pt x="176" y="6421"/>
                        <a:pt x="195" y="6421"/>
                        <a:pt x="195" y="6382"/>
                      </a:cubicBezTo>
                      <a:lnTo>
                        <a:pt x="10779" y="293"/>
                      </a:lnTo>
                      <a:lnTo>
                        <a:pt x="107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4" name="Google Shape;10414;p73"/>
                <p:cNvSpPr/>
                <p:nvPr/>
              </p:nvSpPr>
              <p:spPr>
                <a:xfrm>
                  <a:off x="824950" y="1132300"/>
                  <a:ext cx="296225" cy="176100"/>
                </a:xfrm>
                <a:custGeom>
                  <a:avLst/>
                  <a:gdLst/>
                  <a:ahLst/>
                  <a:cxnLst/>
                  <a:rect l="l" t="t" r="r" b="b"/>
                  <a:pathLst>
                    <a:path w="11849" h="7044" extrusionOk="0">
                      <a:moveTo>
                        <a:pt x="11849" y="1"/>
                      </a:moveTo>
                      <a:lnTo>
                        <a:pt x="78" y="6771"/>
                      </a:lnTo>
                      <a:cubicBezTo>
                        <a:pt x="20" y="6849"/>
                        <a:pt x="0" y="6927"/>
                        <a:pt x="59" y="7005"/>
                      </a:cubicBezTo>
                      <a:cubicBezTo>
                        <a:pt x="78" y="7044"/>
                        <a:pt x="117" y="7044"/>
                        <a:pt x="156" y="7044"/>
                      </a:cubicBezTo>
                      <a:cubicBezTo>
                        <a:pt x="176" y="7044"/>
                        <a:pt x="195" y="7044"/>
                        <a:pt x="195" y="7024"/>
                      </a:cubicBezTo>
                      <a:lnTo>
                        <a:pt x="11849" y="293"/>
                      </a:lnTo>
                      <a:lnTo>
                        <a:pt x="118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5" name="Google Shape;10415;p73"/>
                <p:cNvSpPr/>
                <p:nvPr/>
              </p:nvSpPr>
              <p:spPr>
                <a:xfrm>
                  <a:off x="798200" y="1101175"/>
                  <a:ext cx="322500" cy="191650"/>
                </a:xfrm>
                <a:custGeom>
                  <a:avLst/>
                  <a:gdLst/>
                  <a:ahLst/>
                  <a:cxnLst/>
                  <a:rect l="l" t="t" r="r" b="b"/>
                  <a:pathLst>
                    <a:path w="12900" h="7666" extrusionOk="0">
                      <a:moveTo>
                        <a:pt x="12899" y="1"/>
                      </a:moveTo>
                      <a:lnTo>
                        <a:pt x="59" y="7413"/>
                      </a:lnTo>
                      <a:cubicBezTo>
                        <a:pt x="20" y="7491"/>
                        <a:pt x="0" y="7569"/>
                        <a:pt x="20" y="7608"/>
                      </a:cubicBezTo>
                      <a:cubicBezTo>
                        <a:pt x="59" y="7666"/>
                        <a:pt x="98" y="7666"/>
                        <a:pt x="117" y="7666"/>
                      </a:cubicBezTo>
                      <a:cubicBezTo>
                        <a:pt x="156" y="7666"/>
                        <a:pt x="176" y="7666"/>
                        <a:pt x="176" y="7647"/>
                      </a:cubicBezTo>
                      <a:lnTo>
                        <a:pt x="12899" y="293"/>
                      </a:lnTo>
                      <a:lnTo>
                        <a:pt x="128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6" name="Google Shape;10416;p73"/>
                <p:cNvSpPr/>
                <p:nvPr/>
              </p:nvSpPr>
              <p:spPr>
                <a:xfrm>
                  <a:off x="771450" y="1070050"/>
                  <a:ext cx="349250" cy="207700"/>
                </a:xfrm>
                <a:custGeom>
                  <a:avLst/>
                  <a:gdLst/>
                  <a:ahLst/>
                  <a:cxnLst/>
                  <a:rect l="l" t="t" r="r" b="b"/>
                  <a:pathLst>
                    <a:path w="13970" h="8308" extrusionOk="0">
                      <a:moveTo>
                        <a:pt x="13969" y="1"/>
                      </a:moveTo>
                      <a:lnTo>
                        <a:pt x="59" y="8036"/>
                      </a:lnTo>
                      <a:cubicBezTo>
                        <a:pt x="20" y="8113"/>
                        <a:pt x="0" y="8172"/>
                        <a:pt x="20" y="8250"/>
                      </a:cubicBezTo>
                      <a:cubicBezTo>
                        <a:pt x="59" y="8308"/>
                        <a:pt x="98" y="8308"/>
                        <a:pt x="117" y="8308"/>
                      </a:cubicBezTo>
                      <a:cubicBezTo>
                        <a:pt x="156" y="8308"/>
                        <a:pt x="176" y="8308"/>
                        <a:pt x="176" y="8269"/>
                      </a:cubicBezTo>
                      <a:lnTo>
                        <a:pt x="13969" y="292"/>
                      </a:lnTo>
                      <a:lnTo>
                        <a:pt x="139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7" name="Google Shape;10417;p73"/>
                <p:cNvSpPr/>
                <p:nvPr/>
              </p:nvSpPr>
              <p:spPr>
                <a:xfrm>
                  <a:off x="744700" y="1039400"/>
                  <a:ext cx="376475" cy="222300"/>
                </a:xfrm>
                <a:custGeom>
                  <a:avLst/>
                  <a:gdLst/>
                  <a:ahLst/>
                  <a:cxnLst/>
                  <a:rect l="l" t="t" r="r" b="b"/>
                  <a:pathLst>
                    <a:path w="15059" h="8892" extrusionOk="0">
                      <a:moveTo>
                        <a:pt x="15059" y="1"/>
                      </a:moveTo>
                      <a:lnTo>
                        <a:pt x="59" y="8658"/>
                      </a:lnTo>
                      <a:cubicBezTo>
                        <a:pt x="0" y="8717"/>
                        <a:pt x="0" y="8795"/>
                        <a:pt x="20" y="8853"/>
                      </a:cubicBezTo>
                      <a:cubicBezTo>
                        <a:pt x="59" y="8892"/>
                        <a:pt x="98" y="8892"/>
                        <a:pt x="117" y="8892"/>
                      </a:cubicBezTo>
                      <a:cubicBezTo>
                        <a:pt x="156" y="8892"/>
                        <a:pt x="175" y="8892"/>
                        <a:pt x="175" y="8872"/>
                      </a:cubicBezTo>
                      <a:lnTo>
                        <a:pt x="15059" y="293"/>
                      </a:lnTo>
                      <a:lnTo>
                        <a:pt x="150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8" name="Google Shape;10418;p73"/>
                <p:cNvSpPr/>
                <p:nvPr/>
              </p:nvSpPr>
              <p:spPr>
                <a:xfrm>
                  <a:off x="717450" y="1008775"/>
                  <a:ext cx="403725" cy="237850"/>
                </a:xfrm>
                <a:custGeom>
                  <a:avLst/>
                  <a:gdLst/>
                  <a:ahLst/>
                  <a:cxnLst/>
                  <a:rect l="l" t="t" r="r" b="b"/>
                  <a:pathLst>
                    <a:path w="16149" h="9514" extrusionOk="0">
                      <a:moveTo>
                        <a:pt x="16149" y="0"/>
                      </a:moveTo>
                      <a:lnTo>
                        <a:pt x="79" y="9300"/>
                      </a:lnTo>
                      <a:cubicBezTo>
                        <a:pt x="20" y="9319"/>
                        <a:pt x="1" y="9397"/>
                        <a:pt x="40" y="9455"/>
                      </a:cubicBezTo>
                      <a:cubicBezTo>
                        <a:pt x="79" y="9514"/>
                        <a:pt x="118" y="9514"/>
                        <a:pt x="137" y="9514"/>
                      </a:cubicBezTo>
                      <a:cubicBezTo>
                        <a:pt x="176" y="9514"/>
                        <a:pt x="195" y="9514"/>
                        <a:pt x="195" y="9494"/>
                      </a:cubicBezTo>
                      <a:lnTo>
                        <a:pt x="16149" y="273"/>
                      </a:lnTo>
                      <a:lnTo>
                        <a:pt x="161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9" name="Google Shape;10419;p73"/>
                <p:cNvSpPr/>
                <p:nvPr/>
              </p:nvSpPr>
              <p:spPr>
                <a:xfrm>
                  <a:off x="690700" y="977150"/>
                  <a:ext cx="430475" cy="253425"/>
                </a:xfrm>
                <a:custGeom>
                  <a:avLst/>
                  <a:gdLst/>
                  <a:ahLst/>
                  <a:cxnLst/>
                  <a:rect l="l" t="t" r="r" b="b"/>
                  <a:pathLst>
                    <a:path w="17219" h="10137" extrusionOk="0">
                      <a:moveTo>
                        <a:pt x="17219" y="1"/>
                      </a:moveTo>
                      <a:lnTo>
                        <a:pt x="79" y="9903"/>
                      </a:lnTo>
                      <a:cubicBezTo>
                        <a:pt x="20" y="9962"/>
                        <a:pt x="1" y="10039"/>
                        <a:pt x="40" y="10098"/>
                      </a:cubicBezTo>
                      <a:cubicBezTo>
                        <a:pt x="79" y="10137"/>
                        <a:pt x="118" y="10137"/>
                        <a:pt x="137" y="10137"/>
                      </a:cubicBezTo>
                      <a:cubicBezTo>
                        <a:pt x="176" y="10137"/>
                        <a:pt x="195" y="10137"/>
                        <a:pt x="195" y="10117"/>
                      </a:cubicBezTo>
                      <a:lnTo>
                        <a:pt x="17219" y="293"/>
                      </a:lnTo>
                      <a:lnTo>
                        <a:pt x="172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0" name="Google Shape;10420;p73"/>
                <p:cNvSpPr/>
                <p:nvPr/>
              </p:nvSpPr>
              <p:spPr>
                <a:xfrm>
                  <a:off x="663950" y="946025"/>
                  <a:ext cx="456750" cy="269475"/>
                </a:xfrm>
                <a:custGeom>
                  <a:avLst/>
                  <a:gdLst/>
                  <a:ahLst/>
                  <a:cxnLst/>
                  <a:rect l="l" t="t" r="r" b="b"/>
                  <a:pathLst>
                    <a:path w="18270" h="10779" extrusionOk="0">
                      <a:moveTo>
                        <a:pt x="18269" y="1"/>
                      </a:moveTo>
                      <a:lnTo>
                        <a:pt x="40" y="10526"/>
                      </a:lnTo>
                      <a:cubicBezTo>
                        <a:pt x="20" y="10584"/>
                        <a:pt x="1" y="10662"/>
                        <a:pt x="20" y="10720"/>
                      </a:cubicBezTo>
                      <a:cubicBezTo>
                        <a:pt x="40" y="10779"/>
                        <a:pt x="98" y="10779"/>
                        <a:pt x="118" y="10779"/>
                      </a:cubicBezTo>
                      <a:cubicBezTo>
                        <a:pt x="137" y="10779"/>
                        <a:pt x="176" y="10779"/>
                        <a:pt x="176" y="10759"/>
                      </a:cubicBezTo>
                      <a:lnTo>
                        <a:pt x="18269" y="292"/>
                      </a:lnTo>
                      <a:lnTo>
                        <a:pt x="1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1" name="Google Shape;10421;p73"/>
                <p:cNvSpPr/>
                <p:nvPr/>
              </p:nvSpPr>
              <p:spPr>
                <a:xfrm>
                  <a:off x="610450" y="969850"/>
                  <a:ext cx="368225" cy="214525"/>
                </a:xfrm>
                <a:custGeom>
                  <a:avLst/>
                  <a:gdLst/>
                  <a:ahLst/>
                  <a:cxnLst/>
                  <a:rect l="l" t="t" r="r" b="b"/>
                  <a:pathLst>
                    <a:path w="14729" h="8581" extrusionOk="0">
                      <a:moveTo>
                        <a:pt x="14514" y="1"/>
                      </a:moveTo>
                      <a:lnTo>
                        <a:pt x="79" y="8367"/>
                      </a:lnTo>
                      <a:cubicBezTo>
                        <a:pt x="20" y="8386"/>
                        <a:pt x="1" y="8464"/>
                        <a:pt x="20" y="8542"/>
                      </a:cubicBezTo>
                      <a:cubicBezTo>
                        <a:pt x="40" y="8561"/>
                        <a:pt x="98" y="8581"/>
                        <a:pt x="118" y="8581"/>
                      </a:cubicBezTo>
                      <a:cubicBezTo>
                        <a:pt x="137" y="8581"/>
                        <a:pt x="176" y="8581"/>
                        <a:pt x="176" y="8561"/>
                      </a:cubicBezTo>
                      <a:lnTo>
                        <a:pt x="14728" y="137"/>
                      </a:lnTo>
                      <a:cubicBezTo>
                        <a:pt x="14709" y="137"/>
                        <a:pt x="14689" y="118"/>
                        <a:pt x="14670" y="118"/>
                      </a:cubicBezTo>
                      <a:cubicBezTo>
                        <a:pt x="14612" y="98"/>
                        <a:pt x="14573" y="40"/>
                        <a:pt x="14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2" name="Google Shape;10422;p73"/>
                <p:cNvSpPr/>
                <p:nvPr/>
              </p:nvSpPr>
              <p:spPr>
                <a:xfrm>
                  <a:off x="598300" y="1143975"/>
                  <a:ext cx="26775" cy="15600"/>
                </a:xfrm>
                <a:custGeom>
                  <a:avLst/>
                  <a:gdLst/>
                  <a:ahLst/>
                  <a:cxnLst/>
                  <a:rect l="l" t="t" r="r" b="b"/>
                  <a:pathLst>
                    <a:path w="1071" h="624" extrusionOk="0">
                      <a:moveTo>
                        <a:pt x="818" y="1"/>
                      </a:moveTo>
                      <a:lnTo>
                        <a:pt x="0" y="487"/>
                      </a:lnTo>
                      <a:lnTo>
                        <a:pt x="234" y="623"/>
                      </a:lnTo>
                      <a:lnTo>
                        <a:pt x="1070"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3" name="Google Shape;10423;p73"/>
                <p:cNvSpPr/>
                <p:nvPr/>
              </p:nvSpPr>
              <p:spPr>
                <a:xfrm>
                  <a:off x="625050" y="1128425"/>
                  <a:ext cx="26775" cy="15575"/>
                </a:xfrm>
                <a:custGeom>
                  <a:avLst/>
                  <a:gdLst/>
                  <a:ahLst/>
                  <a:cxnLst/>
                  <a:rect l="l" t="t" r="r" b="b"/>
                  <a:pathLst>
                    <a:path w="1071" h="623" extrusionOk="0">
                      <a:moveTo>
                        <a:pt x="818" y="0"/>
                      </a:moveTo>
                      <a:lnTo>
                        <a:pt x="0" y="467"/>
                      </a:lnTo>
                      <a:lnTo>
                        <a:pt x="234" y="623"/>
                      </a:lnTo>
                      <a:lnTo>
                        <a:pt x="1070"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4" name="Google Shape;10424;p73"/>
                <p:cNvSpPr/>
                <p:nvPr/>
              </p:nvSpPr>
              <p:spPr>
                <a:xfrm>
                  <a:off x="732550" y="1066650"/>
                  <a:ext cx="26775" cy="15100"/>
                </a:xfrm>
                <a:custGeom>
                  <a:avLst/>
                  <a:gdLst/>
                  <a:ahLst/>
                  <a:cxnLst/>
                  <a:rect l="l" t="t" r="r" b="b"/>
                  <a:pathLst>
                    <a:path w="1071" h="604" extrusionOk="0">
                      <a:moveTo>
                        <a:pt x="837" y="0"/>
                      </a:moveTo>
                      <a:lnTo>
                        <a:pt x="0" y="467"/>
                      </a:lnTo>
                      <a:lnTo>
                        <a:pt x="253" y="604"/>
                      </a:lnTo>
                      <a:lnTo>
                        <a:pt x="1070" y="117"/>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5" name="Google Shape;10425;p73"/>
                <p:cNvSpPr/>
                <p:nvPr/>
              </p:nvSpPr>
              <p:spPr>
                <a:xfrm>
                  <a:off x="651800" y="1112850"/>
                  <a:ext cx="26775" cy="15600"/>
                </a:xfrm>
                <a:custGeom>
                  <a:avLst/>
                  <a:gdLst/>
                  <a:ahLst/>
                  <a:cxnLst/>
                  <a:rect l="l" t="t" r="r" b="b"/>
                  <a:pathLst>
                    <a:path w="1071" h="624" extrusionOk="0">
                      <a:moveTo>
                        <a:pt x="818" y="1"/>
                      </a:moveTo>
                      <a:lnTo>
                        <a:pt x="0" y="487"/>
                      </a:lnTo>
                      <a:lnTo>
                        <a:pt x="234" y="623"/>
                      </a:lnTo>
                      <a:lnTo>
                        <a:pt x="1071"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6" name="Google Shape;10426;p73"/>
                <p:cNvSpPr/>
                <p:nvPr/>
              </p:nvSpPr>
              <p:spPr>
                <a:xfrm>
                  <a:off x="705800" y="1081725"/>
                  <a:ext cx="26750" cy="16075"/>
                </a:xfrm>
                <a:custGeom>
                  <a:avLst/>
                  <a:gdLst/>
                  <a:ahLst/>
                  <a:cxnLst/>
                  <a:rect l="l" t="t" r="r" b="b"/>
                  <a:pathLst>
                    <a:path w="1070" h="643" extrusionOk="0">
                      <a:moveTo>
                        <a:pt x="837" y="1"/>
                      </a:moveTo>
                      <a:lnTo>
                        <a:pt x="0" y="487"/>
                      </a:lnTo>
                      <a:lnTo>
                        <a:pt x="253" y="643"/>
                      </a:lnTo>
                      <a:lnTo>
                        <a:pt x="1070" y="156"/>
                      </a:lnTo>
                      <a:lnTo>
                        <a:pt x="8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7" name="Google Shape;10427;p73"/>
                <p:cNvSpPr/>
                <p:nvPr/>
              </p:nvSpPr>
              <p:spPr>
                <a:xfrm>
                  <a:off x="678550" y="1097775"/>
                  <a:ext cx="27250" cy="15100"/>
                </a:xfrm>
                <a:custGeom>
                  <a:avLst/>
                  <a:gdLst/>
                  <a:ahLst/>
                  <a:cxnLst/>
                  <a:rect l="l" t="t" r="r" b="b"/>
                  <a:pathLst>
                    <a:path w="1090" h="604" extrusionOk="0">
                      <a:moveTo>
                        <a:pt x="857" y="1"/>
                      </a:moveTo>
                      <a:lnTo>
                        <a:pt x="1" y="448"/>
                      </a:lnTo>
                      <a:lnTo>
                        <a:pt x="234" y="604"/>
                      </a:lnTo>
                      <a:lnTo>
                        <a:pt x="1090" y="117"/>
                      </a:lnTo>
                      <a:lnTo>
                        <a:pt x="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8" name="Google Shape;10428;p73"/>
                <p:cNvSpPr/>
                <p:nvPr/>
              </p:nvSpPr>
              <p:spPr>
                <a:xfrm>
                  <a:off x="759300" y="853625"/>
                  <a:ext cx="361875" cy="213050"/>
                </a:xfrm>
                <a:custGeom>
                  <a:avLst/>
                  <a:gdLst/>
                  <a:ahLst/>
                  <a:cxnLst/>
                  <a:rect l="l" t="t" r="r" b="b"/>
                  <a:pathLst>
                    <a:path w="14475" h="8522" extrusionOk="0">
                      <a:moveTo>
                        <a:pt x="14475" y="0"/>
                      </a:moveTo>
                      <a:lnTo>
                        <a:pt x="0" y="8366"/>
                      </a:lnTo>
                      <a:lnTo>
                        <a:pt x="253" y="8521"/>
                      </a:lnTo>
                      <a:lnTo>
                        <a:pt x="14475" y="292"/>
                      </a:lnTo>
                      <a:lnTo>
                        <a:pt x="14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9" name="Google Shape;10429;p73"/>
                <p:cNvSpPr/>
                <p:nvPr/>
              </p:nvSpPr>
              <p:spPr>
                <a:xfrm>
                  <a:off x="583700" y="1159050"/>
                  <a:ext cx="14125" cy="9750"/>
                </a:xfrm>
                <a:custGeom>
                  <a:avLst/>
                  <a:gdLst/>
                  <a:ahLst/>
                  <a:cxnLst/>
                  <a:rect l="l" t="t" r="r" b="b"/>
                  <a:pathLst>
                    <a:path w="565" h="390" extrusionOk="0">
                      <a:moveTo>
                        <a:pt x="312" y="1"/>
                      </a:moveTo>
                      <a:lnTo>
                        <a:pt x="79" y="176"/>
                      </a:lnTo>
                      <a:cubicBezTo>
                        <a:pt x="20" y="195"/>
                        <a:pt x="1" y="254"/>
                        <a:pt x="20" y="332"/>
                      </a:cubicBezTo>
                      <a:cubicBezTo>
                        <a:pt x="40" y="390"/>
                        <a:pt x="98" y="390"/>
                        <a:pt x="118" y="390"/>
                      </a:cubicBezTo>
                      <a:cubicBezTo>
                        <a:pt x="137" y="390"/>
                        <a:pt x="176" y="390"/>
                        <a:pt x="176" y="371"/>
                      </a:cubicBezTo>
                      <a:lnTo>
                        <a:pt x="56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0" name="Google Shape;10430;p73"/>
                <p:cNvSpPr/>
                <p:nvPr/>
              </p:nvSpPr>
              <p:spPr>
                <a:xfrm>
                  <a:off x="598300" y="1112850"/>
                  <a:ext cx="26775" cy="15600"/>
                </a:xfrm>
                <a:custGeom>
                  <a:avLst/>
                  <a:gdLst/>
                  <a:ahLst/>
                  <a:cxnLst/>
                  <a:rect l="l" t="t" r="r" b="b"/>
                  <a:pathLst>
                    <a:path w="1071" h="624" extrusionOk="0">
                      <a:moveTo>
                        <a:pt x="818" y="1"/>
                      </a:moveTo>
                      <a:lnTo>
                        <a:pt x="0" y="487"/>
                      </a:lnTo>
                      <a:lnTo>
                        <a:pt x="234" y="623"/>
                      </a:lnTo>
                      <a:lnTo>
                        <a:pt x="1070"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1" name="Google Shape;10431;p73"/>
                <p:cNvSpPr/>
                <p:nvPr/>
              </p:nvSpPr>
              <p:spPr>
                <a:xfrm>
                  <a:off x="625050" y="1097775"/>
                  <a:ext cx="26775" cy="15100"/>
                </a:xfrm>
                <a:custGeom>
                  <a:avLst/>
                  <a:gdLst/>
                  <a:ahLst/>
                  <a:cxnLst/>
                  <a:rect l="l" t="t" r="r" b="b"/>
                  <a:pathLst>
                    <a:path w="1071" h="604" extrusionOk="0">
                      <a:moveTo>
                        <a:pt x="818" y="1"/>
                      </a:moveTo>
                      <a:lnTo>
                        <a:pt x="0" y="448"/>
                      </a:lnTo>
                      <a:lnTo>
                        <a:pt x="234" y="604"/>
                      </a:lnTo>
                      <a:lnTo>
                        <a:pt x="1070"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2" name="Google Shape;10432;p73"/>
                <p:cNvSpPr/>
                <p:nvPr/>
              </p:nvSpPr>
              <p:spPr>
                <a:xfrm>
                  <a:off x="571550" y="1128425"/>
                  <a:ext cx="26775" cy="15575"/>
                </a:xfrm>
                <a:custGeom>
                  <a:avLst/>
                  <a:gdLst/>
                  <a:ahLst/>
                  <a:cxnLst/>
                  <a:rect l="l" t="t" r="r" b="b"/>
                  <a:pathLst>
                    <a:path w="1071" h="623" extrusionOk="0">
                      <a:moveTo>
                        <a:pt x="818" y="0"/>
                      </a:moveTo>
                      <a:lnTo>
                        <a:pt x="0" y="467"/>
                      </a:lnTo>
                      <a:lnTo>
                        <a:pt x="234" y="623"/>
                      </a:lnTo>
                      <a:lnTo>
                        <a:pt x="1070"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3" name="Google Shape;10433;p73"/>
                <p:cNvSpPr/>
                <p:nvPr/>
              </p:nvSpPr>
              <p:spPr>
                <a:xfrm>
                  <a:off x="651800" y="1081725"/>
                  <a:ext cx="26775" cy="16075"/>
                </a:xfrm>
                <a:custGeom>
                  <a:avLst/>
                  <a:gdLst/>
                  <a:ahLst/>
                  <a:cxnLst/>
                  <a:rect l="l" t="t" r="r" b="b"/>
                  <a:pathLst>
                    <a:path w="1071" h="643" extrusionOk="0">
                      <a:moveTo>
                        <a:pt x="818" y="1"/>
                      </a:moveTo>
                      <a:lnTo>
                        <a:pt x="0"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4" name="Google Shape;10434;p73"/>
                <p:cNvSpPr/>
                <p:nvPr/>
              </p:nvSpPr>
              <p:spPr>
                <a:xfrm>
                  <a:off x="732550" y="857025"/>
                  <a:ext cx="334150" cy="193100"/>
                </a:xfrm>
                <a:custGeom>
                  <a:avLst/>
                  <a:gdLst/>
                  <a:ahLst/>
                  <a:cxnLst/>
                  <a:rect l="l" t="t" r="r" b="b"/>
                  <a:pathLst>
                    <a:path w="13366" h="7724" extrusionOk="0">
                      <a:moveTo>
                        <a:pt x="13152" y="0"/>
                      </a:moveTo>
                      <a:lnTo>
                        <a:pt x="0" y="7588"/>
                      </a:lnTo>
                      <a:lnTo>
                        <a:pt x="253" y="7724"/>
                      </a:lnTo>
                      <a:lnTo>
                        <a:pt x="13366" y="156"/>
                      </a:lnTo>
                      <a:cubicBezTo>
                        <a:pt x="13346" y="136"/>
                        <a:pt x="13327" y="136"/>
                        <a:pt x="13307" y="117"/>
                      </a:cubicBezTo>
                      <a:cubicBezTo>
                        <a:pt x="13249" y="98"/>
                        <a:pt x="13210" y="39"/>
                        <a:pt x="1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5" name="Google Shape;10435;p73"/>
                <p:cNvSpPr/>
                <p:nvPr/>
              </p:nvSpPr>
              <p:spPr>
                <a:xfrm>
                  <a:off x="705800" y="1050600"/>
                  <a:ext cx="26750" cy="16075"/>
                </a:xfrm>
                <a:custGeom>
                  <a:avLst/>
                  <a:gdLst/>
                  <a:ahLst/>
                  <a:cxnLst/>
                  <a:rect l="l" t="t" r="r" b="b"/>
                  <a:pathLst>
                    <a:path w="1070" h="643" extrusionOk="0">
                      <a:moveTo>
                        <a:pt x="837" y="0"/>
                      </a:moveTo>
                      <a:lnTo>
                        <a:pt x="0" y="487"/>
                      </a:lnTo>
                      <a:lnTo>
                        <a:pt x="253" y="642"/>
                      </a:lnTo>
                      <a:lnTo>
                        <a:pt x="1070" y="156"/>
                      </a:lnTo>
                      <a:lnTo>
                        <a:pt x="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6" name="Google Shape;10436;p73"/>
                <p:cNvSpPr/>
                <p:nvPr/>
              </p:nvSpPr>
              <p:spPr>
                <a:xfrm>
                  <a:off x="556475" y="1143975"/>
                  <a:ext cx="13650" cy="9750"/>
                </a:xfrm>
                <a:custGeom>
                  <a:avLst/>
                  <a:gdLst/>
                  <a:ahLst/>
                  <a:cxnLst/>
                  <a:rect l="l" t="t" r="r" b="b"/>
                  <a:pathLst>
                    <a:path w="546" h="390" extrusionOk="0">
                      <a:moveTo>
                        <a:pt x="312" y="1"/>
                      </a:moveTo>
                      <a:lnTo>
                        <a:pt x="59" y="156"/>
                      </a:lnTo>
                      <a:cubicBezTo>
                        <a:pt x="20" y="195"/>
                        <a:pt x="0" y="254"/>
                        <a:pt x="20" y="331"/>
                      </a:cubicBezTo>
                      <a:cubicBezTo>
                        <a:pt x="39" y="390"/>
                        <a:pt x="78" y="390"/>
                        <a:pt x="117" y="390"/>
                      </a:cubicBezTo>
                      <a:cubicBezTo>
                        <a:pt x="137" y="390"/>
                        <a:pt x="156" y="390"/>
                        <a:pt x="156" y="351"/>
                      </a:cubicBezTo>
                      <a:lnTo>
                        <a:pt x="54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7" name="Google Shape;10437;p73"/>
                <p:cNvSpPr/>
                <p:nvPr/>
              </p:nvSpPr>
              <p:spPr>
                <a:xfrm>
                  <a:off x="678550" y="1066650"/>
                  <a:ext cx="27250" cy="15100"/>
                </a:xfrm>
                <a:custGeom>
                  <a:avLst/>
                  <a:gdLst/>
                  <a:ahLst/>
                  <a:cxnLst/>
                  <a:rect l="l" t="t" r="r" b="b"/>
                  <a:pathLst>
                    <a:path w="1090" h="604" extrusionOk="0">
                      <a:moveTo>
                        <a:pt x="857" y="0"/>
                      </a:moveTo>
                      <a:lnTo>
                        <a:pt x="1" y="467"/>
                      </a:lnTo>
                      <a:lnTo>
                        <a:pt x="234" y="604"/>
                      </a:lnTo>
                      <a:lnTo>
                        <a:pt x="109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8" name="Google Shape;10438;p73"/>
                <p:cNvSpPr/>
                <p:nvPr/>
              </p:nvSpPr>
              <p:spPr>
                <a:xfrm>
                  <a:off x="598300" y="1081725"/>
                  <a:ext cx="26775" cy="16075"/>
                </a:xfrm>
                <a:custGeom>
                  <a:avLst/>
                  <a:gdLst/>
                  <a:ahLst/>
                  <a:cxnLst/>
                  <a:rect l="l" t="t" r="r" b="b"/>
                  <a:pathLst>
                    <a:path w="1071" h="643" extrusionOk="0">
                      <a:moveTo>
                        <a:pt x="818" y="1"/>
                      </a:moveTo>
                      <a:lnTo>
                        <a:pt x="0" y="487"/>
                      </a:lnTo>
                      <a:lnTo>
                        <a:pt x="234" y="643"/>
                      </a:lnTo>
                      <a:lnTo>
                        <a:pt x="1070"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9" name="Google Shape;10439;p73"/>
                <p:cNvSpPr/>
                <p:nvPr/>
              </p:nvSpPr>
              <p:spPr>
                <a:xfrm>
                  <a:off x="529725" y="1127925"/>
                  <a:ext cx="13650" cy="9750"/>
                </a:xfrm>
                <a:custGeom>
                  <a:avLst/>
                  <a:gdLst/>
                  <a:ahLst/>
                  <a:cxnLst/>
                  <a:rect l="l" t="t" r="r" b="b"/>
                  <a:pathLst>
                    <a:path w="546" h="390" extrusionOk="0">
                      <a:moveTo>
                        <a:pt x="312" y="1"/>
                      </a:moveTo>
                      <a:lnTo>
                        <a:pt x="59" y="176"/>
                      </a:lnTo>
                      <a:cubicBezTo>
                        <a:pt x="20" y="195"/>
                        <a:pt x="0" y="273"/>
                        <a:pt x="20" y="351"/>
                      </a:cubicBezTo>
                      <a:cubicBezTo>
                        <a:pt x="39" y="390"/>
                        <a:pt x="78" y="390"/>
                        <a:pt x="117" y="390"/>
                      </a:cubicBezTo>
                      <a:cubicBezTo>
                        <a:pt x="136" y="390"/>
                        <a:pt x="156" y="390"/>
                        <a:pt x="156" y="370"/>
                      </a:cubicBezTo>
                      <a:lnTo>
                        <a:pt x="545" y="156"/>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0" name="Google Shape;10440;p73"/>
                <p:cNvSpPr/>
                <p:nvPr/>
              </p:nvSpPr>
              <p:spPr>
                <a:xfrm>
                  <a:off x="544300" y="1112850"/>
                  <a:ext cx="27275" cy="15600"/>
                </a:xfrm>
                <a:custGeom>
                  <a:avLst/>
                  <a:gdLst/>
                  <a:ahLst/>
                  <a:cxnLst/>
                  <a:rect l="l" t="t" r="r" b="b"/>
                  <a:pathLst>
                    <a:path w="1091" h="624" extrusionOk="0">
                      <a:moveTo>
                        <a:pt x="838" y="1"/>
                      </a:moveTo>
                      <a:lnTo>
                        <a:pt x="1" y="487"/>
                      </a:lnTo>
                      <a:lnTo>
                        <a:pt x="234" y="623"/>
                      </a:lnTo>
                      <a:lnTo>
                        <a:pt x="1090" y="137"/>
                      </a:lnTo>
                      <a:lnTo>
                        <a:pt x="8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1" name="Google Shape;10441;p73"/>
                <p:cNvSpPr/>
                <p:nvPr/>
              </p:nvSpPr>
              <p:spPr>
                <a:xfrm>
                  <a:off x="625050" y="1066650"/>
                  <a:ext cx="26775" cy="15100"/>
                </a:xfrm>
                <a:custGeom>
                  <a:avLst/>
                  <a:gdLst/>
                  <a:ahLst/>
                  <a:cxnLst/>
                  <a:rect l="l" t="t" r="r" b="b"/>
                  <a:pathLst>
                    <a:path w="1071" h="604" extrusionOk="0">
                      <a:moveTo>
                        <a:pt x="818" y="0"/>
                      </a:moveTo>
                      <a:lnTo>
                        <a:pt x="0" y="467"/>
                      </a:lnTo>
                      <a:lnTo>
                        <a:pt x="234" y="604"/>
                      </a:lnTo>
                      <a:lnTo>
                        <a:pt x="1070"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2" name="Google Shape;10442;p73"/>
                <p:cNvSpPr/>
                <p:nvPr/>
              </p:nvSpPr>
              <p:spPr>
                <a:xfrm>
                  <a:off x="651800" y="1050600"/>
                  <a:ext cx="26775" cy="16075"/>
                </a:xfrm>
                <a:custGeom>
                  <a:avLst/>
                  <a:gdLst/>
                  <a:ahLst/>
                  <a:cxnLst/>
                  <a:rect l="l" t="t" r="r" b="b"/>
                  <a:pathLst>
                    <a:path w="1071" h="643" extrusionOk="0">
                      <a:moveTo>
                        <a:pt x="818" y="0"/>
                      </a:moveTo>
                      <a:lnTo>
                        <a:pt x="0"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3" name="Google Shape;10443;p73"/>
                <p:cNvSpPr/>
                <p:nvPr/>
              </p:nvSpPr>
              <p:spPr>
                <a:xfrm>
                  <a:off x="571550" y="1097775"/>
                  <a:ext cx="26775" cy="15100"/>
                </a:xfrm>
                <a:custGeom>
                  <a:avLst/>
                  <a:gdLst/>
                  <a:ahLst/>
                  <a:cxnLst/>
                  <a:rect l="l" t="t" r="r" b="b"/>
                  <a:pathLst>
                    <a:path w="1071" h="604" extrusionOk="0">
                      <a:moveTo>
                        <a:pt x="818" y="1"/>
                      </a:moveTo>
                      <a:lnTo>
                        <a:pt x="0" y="448"/>
                      </a:lnTo>
                      <a:lnTo>
                        <a:pt x="234" y="604"/>
                      </a:lnTo>
                      <a:lnTo>
                        <a:pt x="1070"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4" name="Google Shape;10444;p73"/>
                <p:cNvSpPr/>
                <p:nvPr/>
              </p:nvSpPr>
              <p:spPr>
                <a:xfrm>
                  <a:off x="705300" y="877925"/>
                  <a:ext cx="271900" cy="157625"/>
                </a:xfrm>
                <a:custGeom>
                  <a:avLst/>
                  <a:gdLst/>
                  <a:ahLst/>
                  <a:cxnLst/>
                  <a:rect l="l" t="t" r="r" b="b"/>
                  <a:pathLst>
                    <a:path w="10876" h="6305" extrusionOk="0">
                      <a:moveTo>
                        <a:pt x="10642" y="1"/>
                      </a:moveTo>
                      <a:lnTo>
                        <a:pt x="1" y="6149"/>
                      </a:lnTo>
                      <a:lnTo>
                        <a:pt x="234" y="6304"/>
                      </a:lnTo>
                      <a:lnTo>
                        <a:pt x="10876" y="156"/>
                      </a:lnTo>
                      <a:cubicBezTo>
                        <a:pt x="10837" y="156"/>
                        <a:pt x="10818" y="137"/>
                        <a:pt x="10798" y="137"/>
                      </a:cubicBezTo>
                      <a:cubicBezTo>
                        <a:pt x="10740" y="98"/>
                        <a:pt x="10701" y="59"/>
                        <a:pt x="106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5" name="Google Shape;10445;p73"/>
                <p:cNvSpPr/>
                <p:nvPr/>
              </p:nvSpPr>
              <p:spPr>
                <a:xfrm>
                  <a:off x="678550" y="1035525"/>
                  <a:ext cx="27250" cy="15100"/>
                </a:xfrm>
                <a:custGeom>
                  <a:avLst/>
                  <a:gdLst/>
                  <a:ahLst/>
                  <a:cxnLst/>
                  <a:rect l="l" t="t" r="r" b="b"/>
                  <a:pathLst>
                    <a:path w="1090" h="604" extrusionOk="0">
                      <a:moveTo>
                        <a:pt x="857" y="0"/>
                      </a:moveTo>
                      <a:lnTo>
                        <a:pt x="1" y="467"/>
                      </a:lnTo>
                      <a:lnTo>
                        <a:pt x="234" y="603"/>
                      </a:lnTo>
                      <a:lnTo>
                        <a:pt x="1090" y="117"/>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6" name="Google Shape;10446;p73"/>
                <p:cNvSpPr/>
                <p:nvPr/>
              </p:nvSpPr>
              <p:spPr>
                <a:xfrm>
                  <a:off x="502975" y="1112850"/>
                  <a:ext cx="13650" cy="9750"/>
                </a:xfrm>
                <a:custGeom>
                  <a:avLst/>
                  <a:gdLst/>
                  <a:ahLst/>
                  <a:cxnLst/>
                  <a:rect l="l" t="t" r="r" b="b"/>
                  <a:pathLst>
                    <a:path w="546" h="390" extrusionOk="0">
                      <a:moveTo>
                        <a:pt x="312" y="1"/>
                      </a:moveTo>
                      <a:lnTo>
                        <a:pt x="59" y="156"/>
                      </a:lnTo>
                      <a:cubicBezTo>
                        <a:pt x="20" y="195"/>
                        <a:pt x="0" y="254"/>
                        <a:pt x="20" y="331"/>
                      </a:cubicBezTo>
                      <a:cubicBezTo>
                        <a:pt x="39" y="390"/>
                        <a:pt x="98" y="390"/>
                        <a:pt x="117" y="390"/>
                      </a:cubicBezTo>
                      <a:cubicBezTo>
                        <a:pt x="136" y="390"/>
                        <a:pt x="156" y="390"/>
                        <a:pt x="156" y="370"/>
                      </a:cubicBezTo>
                      <a:lnTo>
                        <a:pt x="545" y="137"/>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7" name="Google Shape;10447;p73"/>
                <p:cNvSpPr/>
                <p:nvPr/>
              </p:nvSpPr>
              <p:spPr>
                <a:xfrm>
                  <a:off x="517550" y="1097775"/>
                  <a:ext cx="26775" cy="15100"/>
                </a:xfrm>
                <a:custGeom>
                  <a:avLst/>
                  <a:gdLst/>
                  <a:ahLst/>
                  <a:cxnLst/>
                  <a:rect l="l" t="t" r="r" b="b"/>
                  <a:pathLst>
                    <a:path w="1071" h="604" extrusionOk="0">
                      <a:moveTo>
                        <a:pt x="818" y="1"/>
                      </a:moveTo>
                      <a:lnTo>
                        <a:pt x="1" y="448"/>
                      </a:lnTo>
                      <a:lnTo>
                        <a:pt x="234" y="604"/>
                      </a:lnTo>
                      <a:lnTo>
                        <a:pt x="1071" y="11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8" name="Google Shape;10448;p73"/>
                <p:cNvSpPr/>
                <p:nvPr/>
              </p:nvSpPr>
              <p:spPr>
                <a:xfrm>
                  <a:off x="651800" y="1019475"/>
                  <a:ext cx="26775" cy="16075"/>
                </a:xfrm>
                <a:custGeom>
                  <a:avLst/>
                  <a:gdLst/>
                  <a:ahLst/>
                  <a:cxnLst/>
                  <a:rect l="l" t="t" r="r" b="b"/>
                  <a:pathLst>
                    <a:path w="1071" h="643" extrusionOk="0">
                      <a:moveTo>
                        <a:pt x="818" y="0"/>
                      </a:moveTo>
                      <a:lnTo>
                        <a:pt x="0"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9" name="Google Shape;10449;p73"/>
                <p:cNvSpPr/>
                <p:nvPr/>
              </p:nvSpPr>
              <p:spPr>
                <a:xfrm>
                  <a:off x="598300" y="1050600"/>
                  <a:ext cx="26775" cy="16075"/>
                </a:xfrm>
                <a:custGeom>
                  <a:avLst/>
                  <a:gdLst/>
                  <a:ahLst/>
                  <a:cxnLst/>
                  <a:rect l="l" t="t" r="r" b="b"/>
                  <a:pathLst>
                    <a:path w="1071" h="643" extrusionOk="0">
                      <a:moveTo>
                        <a:pt x="818" y="0"/>
                      </a:moveTo>
                      <a:lnTo>
                        <a:pt x="0" y="487"/>
                      </a:lnTo>
                      <a:lnTo>
                        <a:pt x="234" y="642"/>
                      </a:lnTo>
                      <a:lnTo>
                        <a:pt x="1070"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0" name="Google Shape;10450;p73"/>
                <p:cNvSpPr/>
                <p:nvPr/>
              </p:nvSpPr>
              <p:spPr>
                <a:xfrm>
                  <a:off x="625050" y="1035525"/>
                  <a:ext cx="26775" cy="15100"/>
                </a:xfrm>
                <a:custGeom>
                  <a:avLst/>
                  <a:gdLst/>
                  <a:ahLst/>
                  <a:cxnLst/>
                  <a:rect l="l" t="t" r="r" b="b"/>
                  <a:pathLst>
                    <a:path w="1071" h="604" extrusionOk="0">
                      <a:moveTo>
                        <a:pt x="818" y="0"/>
                      </a:moveTo>
                      <a:lnTo>
                        <a:pt x="0" y="467"/>
                      </a:lnTo>
                      <a:lnTo>
                        <a:pt x="234" y="603"/>
                      </a:lnTo>
                      <a:lnTo>
                        <a:pt x="1070"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1" name="Google Shape;10451;p73"/>
                <p:cNvSpPr/>
                <p:nvPr/>
              </p:nvSpPr>
              <p:spPr>
                <a:xfrm>
                  <a:off x="678550" y="760725"/>
                  <a:ext cx="442625" cy="258775"/>
                </a:xfrm>
                <a:custGeom>
                  <a:avLst/>
                  <a:gdLst/>
                  <a:ahLst/>
                  <a:cxnLst/>
                  <a:rect l="l" t="t" r="r" b="b"/>
                  <a:pathLst>
                    <a:path w="17705" h="10351" extrusionOk="0">
                      <a:moveTo>
                        <a:pt x="17705" y="0"/>
                      </a:moveTo>
                      <a:lnTo>
                        <a:pt x="1" y="10214"/>
                      </a:lnTo>
                      <a:lnTo>
                        <a:pt x="234" y="10350"/>
                      </a:lnTo>
                      <a:lnTo>
                        <a:pt x="17705" y="292"/>
                      </a:lnTo>
                      <a:lnTo>
                        <a:pt x="177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2" name="Google Shape;10452;p73"/>
                <p:cNvSpPr/>
                <p:nvPr/>
              </p:nvSpPr>
              <p:spPr>
                <a:xfrm>
                  <a:off x="571550" y="1066650"/>
                  <a:ext cx="26775" cy="15100"/>
                </a:xfrm>
                <a:custGeom>
                  <a:avLst/>
                  <a:gdLst/>
                  <a:ahLst/>
                  <a:cxnLst/>
                  <a:rect l="l" t="t" r="r" b="b"/>
                  <a:pathLst>
                    <a:path w="1071" h="604" extrusionOk="0">
                      <a:moveTo>
                        <a:pt x="818" y="0"/>
                      </a:moveTo>
                      <a:lnTo>
                        <a:pt x="0" y="467"/>
                      </a:lnTo>
                      <a:lnTo>
                        <a:pt x="234" y="604"/>
                      </a:lnTo>
                      <a:lnTo>
                        <a:pt x="1070"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3" name="Google Shape;10453;p73"/>
                <p:cNvSpPr/>
                <p:nvPr/>
              </p:nvSpPr>
              <p:spPr>
                <a:xfrm>
                  <a:off x="544300" y="1081725"/>
                  <a:ext cx="27275" cy="16075"/>
                </a:xfrm>
                <a:custGeom>
                  <a:avLst/>
                  <a:gdLst/>
                  <a:ahLst/>
                  <a:cxnLst/>
                  <a:rect l="l" t="t" r="r" b="b"/>
                  <a:pathLst>
                    <a:path w="1091" h="643" extrusionOk="0">
                      <a:moveTo>
                        <a:pt x="838" y="1"/>
                      </a:moveTo>
                      <a:lnTo>
                        <a:pt x="1" y="487"/>
                      </a:lnTo>
                      <a:lnTo>
                        <a:pt x="234" y="643"/>
                      </a:lnTo>
                      <a:lnTo>
                        <a:pt x="1090" y="156"/>
                      </a:lnTo>
                      <a:lnTo>
                        <a:pt x="8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4" name="Google Shape;10454;p73"/>
                <p:cNvSpPr/>
                <p:nvPr/>
              </p:nvSpPr>
              <p:spPr>
                <a:xfrm>
                  <a:off x="598300" y="1019475"/>
                  <a:ext cx="26775" cy="16075"/>
                </a:xfrm>
                <a:custGeom>
                  <a:avLst/>
                  <a:gdLst/>
                  <a:ahLst/>
                  <a:cxnLst/>
                  <a:rect l="l" t="t" r="r" b="b"/>
                  <a:pathLst>
                    <a:path w="1071" h="643" extrusionOk="0">
                      <a:moveTo>
                        <a:pt x="818" y="0"/>
                      </a:moveTo>
                      <a:lnTo>
                        <a:pt x="0" y="487"/>
                      </a:lnTo>
                      <a:lnTo>
                        <a:pt x="234" y="642"/>
                      </a:lnTo>
                      <a:lnTo>
                        <a:pt x="1070"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5" name="Google Shape;10455;p73"/>
                <p:cNvSpPr/>
                <p:nvPr/>
              </p:nvSpPr>
              <p:spPr>
                <a:xfrm>
                  <a:off x="571550" y="1035525"/>
                  <a:ext cx="26775" cy="15100"/>
                </a:xfrm>
                <a:custGeom>
                  <a:avLst/>
                  <a:gdLst/>
                  <a:ahLst/>
                  <a:cxnLst/>
                  <a:rect l="l" t="t" r="r" b="b"/>
                  <a:pathLst>
                    <a:path w="1071" h="604" extrusionOk="0">
                      <a:moveTo>
                        <a:pt x="818" y="0"/>
                      </a:moveTo>
                      <a:lnTo>
                        <a:pt x="0" y="467"/>
                      </a:lnTo>
                      <a:lnTo>
                        <a:pt x="234" y="603"/>
                      </a:lnTo>
                      <a:lnTo>
                        <a:pt x="1070"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6" name="Google Shape;10456;p73"/>
                <p:cNvSpPr/>
                <p:nvPr/>
              </p:nvSpPr>
              <p:spPr>
                <a:xfrm>
                  <a:off x="544300" y="1050600"/>
                  <a:ext cx="27275" cy="16075"/>
                </a:xfrm>
                <a:custGeom>
                  <a:avLst/>
                  <a:gdLst/>
                  <a:ahLst/>
                  <a:cxnLst/>
                  <a:rect l="l" t="t" r="r" b="b"/>
                  <a:pathLst>
                    <a:path w="1091" h="643" extrusionOk="0">
                      <a:moveTo>
                        <a:pt x="838" y="0"/>
                      </a:moveTo>
                      <a:lnTo>
                        <a:pt x="1" y="487"/>
                      </a:lnTo>
                      <a:lnTo>
                        <a:pt x="234" y="642"/>
                      </a:lnTo>
                      <a:lnTo>
                        <a:pt x="1090" y="156"/>
                      </a:lnTo>
                      <a:lnTo>
                        <a:pt x="8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7" name="Google Shape;10457;p73"/>
                <p:cNvSpPr/>
                <p:nvPr/>
              </p:nvSpPr>
              <p:spPr>
                <a:xfrm>
                  <a:off x="490800" y="1081725"/>
                  <a:ext cx="26775" cy="16075"/>
                </a:xfrm>
                <a:custGeom>
                  <a:avLst/>
                  <a:gdLst/>
                  <a:ahLst/>
                  <a:cxnLst/>
                  <a:rect l="l" t="t" r="r" b="b"/>
                  <a:pathLst>
                    <a:path w="1071" h="643" extrusionOk="0">
                      <a:moveTo>
                        <a:pt x="818" y="1"/>
                      </a:moveTo>
                      <a:lnTo>
                        <a:pt x="1" y="487"/>
                      </a:lnTo>
                      <a:lnTo>
                        <a:pt x="234" y="643"/>
                      </a:lnTo>
                      <a:lnTo>
                        <a:pt x="1071"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8" name="Google Shape;10458;p73"/>
                <p:cNvSpPr/>
                <p:nvPr/>
              </p:nvSpPr>
              <p:spPr>
                <a:xfrm>
                  <a:off x="651800" y="605575"/>
                  <a:ext cx="447500" cy="398850"/>
                </a:xfrm>
                <a:custGeom>
                  <a:avLst/>
                  <a:gdLst/>
                  <a:ahLst/>
                  <a:cxnLst/>
                  <a:rect l="l" t="t" r="r" b="b"/>
                  <a:pathLst>
                    <a:path w="17900" h="15954" extrusionOk="0">
                      <a:moveTo>
                        <a:pt x="17782" y="0"/>
                      </a:moveTo>
                      <a:cubicBezTo>
                        <a:pt x="17705" y="0"/>
                        <a:pt x="17646" y="58"/>
                        <a:pt x="17646" y="136"/>
                      </a:cubicBezTo>
                      <a:lnTo>
                        <a:pt x="17646" y="5623"/>
                      </a:lnTo>
                      <a:lnTo>
                        <a:pt x="0" y="15817"/>
                      </a:lnTo>
                      <a:lnTo>
                        <a:pt x="234" y="15953"/>
                      </a:lnTo>
                      <a:lnTo>
                        <a:pt x="17841" y="5798"/>
                      </a:lnTo>
                      <a:cubicBezTo>
                        <a:pt x="17899" y="5778"/>
                        <a:pt x="17899" y="5720"/>
                        <a:pt x="17899" y="5700"/>
                      </a:cubicBezTo>
                      <a:lnTo>
                        <a:pt x="17899" y="136"/>
                      </a:lnTo>
                      <a:cubicBezTo>
                        <a:pt x="17899" y="58"/>
                        <a:pt x="17841" y="0"/>
                        <a:pt x="177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9" name="Google Shape;10459;p73"/>
                <p:cNvSpPr/>
                <p:nvPr/>
              </p:nvSpPr>
              <p:spPr>
                <a:xfrm>
                  <a:off x="517550" y="10666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0" name="Google Shape;10460;p73"/>
                <p:cNvSpPr/>
                <p:nvPr/>
              </p:nvSpPr>
              <p:spPr>
                <a:xfrm>
                  <a:off x="476225" y="1096800"/>
                  <a:ext cx="13625" cy="9750"/>
                </a:xfrm>
                <a:custGeom>
                  <a:avLst/>
                  <a:gdLst/>
                  <a:ahLst/>
                  <a:cxnLst/>
                  <a:rect l="l" t="t" r="r" b="b"/>
                  <a:pathLst>
                    <a:path w="545" h="390" extrusionOk="0">
                      <a:moveTo>
                        <a:pt x="312" y="1"/>
                      </a:moveTo>
                      <a:lnTo>
                        <a:pt x="59" y="176"/>
                      </a:lnTo>
                      <a:cubicBezTo>
                        <a:pt x="20" y="195"/>
                        <a:pt x="0" y="273"/>
                        <a:pt x="20" y="351"/>
                      </a:cubicBezTo>
                      <a:cubicBezTo>
                        <a:pt x="39" y="390"/>
                        <a:pt x="98" y="390"/>
                        <a:pt x="117" y="390"/>
                      </a:cubicBezTo>
                      <a:cubicBezTo>
                        <a:pt x="136" y="390"/>
                        <a:pt x="156" y="390"/>
                        <a:pt x="156" y="370"/>
                      </a:cubicBezTo>
                      <a:lnTo>
                        <a:pt x="545" y="156"/>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1" name="Google Shape;10461;p73"/>
                <p:cNvSpPr/>
                <p:nvPr/>
              </p:nvSpPr>
              <p:spPr>
                <a:xfrm>
                  <a:off x="625050" y="1004400"/>
                  <a:ext cx="26775" cy="15100"/>
                </a:xfrm>
                <a:custGeom>
                  <a:avLst/>
                  <a:gdLst/>
                  <a:ahLst/>
                  <a:cxnLst/>
                  <a:rect l="l" t="t" r="r" b="b"/>
                  <a:pathLst>
                    <a:path w="1071" h="604" extrusionOk="0">
                      <a:moveTo>
                        <a:pt x="818" y="0"/>
                      </a:moveTo>
                      <a:lnTo>
                        <a:pt x="0" y="467"/>
                      </a:lnTo>
                      <a:lnTo>
                        <a:pt x="234" y="603"/>
                      </a:lnTo>
                      <a:lnTo>
                        <a:pt x="1070"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2" name="Google Shape;10462;p73"/>
                <p:cNvSpPr/>
                <p:nvPr/>
              </p:nvSpPr>
              <p:spPr>
                <a:xfrm>
                  <a:off x="571550" y="1004400"/>
                  <a:ext cx="26775" cy="15100"/>
                </a:xfrm>
                <a:custGeom>
                  <a:avLst/>
                  <a:gdLst/>
                  <a:ahLst/>
                  <a:cxnLst/>
                  <a:rect l="l" t="t" r="r" b="b"/>
                  <a:pathLst>
                    <a:path w="1071" h="604" extrusionOk="0">
                      <a:moveTo>
                        <a:pt x="818" y="0"/>
                      </a:moveTo>
                      <a:lnTo>
                        <a:pt x="0" y="467"/>
                      </a:lnTo>
                      <a:lnTo>
                        <a:pt x="234" y="603"/>
                      </a:lnTo>
                      <a:lnTo>
                        <a:pt x="1070"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3" name="Google Shape;10463;p73"/>
                <p:cNvSpPr/>
                <p:nvPr/>
              </p:nvSpPr>
              <p:spPr>
                <a:xfrm>
                  <a:off x="544300" y="1019475"/>
                  <a:ext cx="27275" cy="16075"/>
                </a:xfrm>
                <a:custGeom>
                  <a:avLst/>
                  <a:gdLst/>
                  <a:ahLst/>
                  <a:cxnLst/>
                  <a:rect l="l" t="t" r="r" b="b"/>
                  <a:pathLst>
                    <a:path w="1091" h="643" extrusionOk="0">
                      <a:moveTo>
                        <a:pt x="838" y="0"/>
                      </a:moveTo>
                      <a:lnTo>
                        <a:pt x="1" y="487"/>
                      </a:lnTo>
                      <a:lnTo>
                        <a:pt x="234" y="642"/>
                      </a:lnTo>
                      <a:lnTo>
                        <a:pt x="1090" y="156"/>
                      </a:lnTo>
                      <a:lnTo>
                        <a:pt x="8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4" name="Google Shape;10464;p73"/>
                <p:cNvSpPr/>
                <p:nvPr/>
              </p:nvSpPr>
              <p:spPr>
                <a:xfrm>
                  <a:off x="464050" y="1066650"/>
                  <a:ext cx="26775" cy="15100"/>
                </a:xfrm>
                <a:custGeom>
                  <a:avLst/>
                  <a:gdLst/>
                  <a:ahLst/>
                  <a:cxnLst/>
                  <a:rect l="l" t="t" r="r" b="b"/>
                  <a:pathLst>
                    <a:path w="1071" h="604" extrusionOk="0">
                      <a:moveTo>
                        <a:pt x="818" y="0"/>
                      </a:moveTo>
                      <a:lnTo>
                        <a:pt x="1" y="467"/>
                      </a:lnTo>
                      <a:lnTo>
                        <a:pt x="234" y="604"/>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5" name="Google Shape;10465;p73"/>
                <p:cNvSpPr/>
                <p:nvPr/>
              </p:nvSpPr>
              <p:spPr>
                <a:xfrm>
                  <a:off x="490800" y="1050600"/>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6" name="Google Shape;10466;p73"/>
                <p:cNvSpPr/>
                <p:nvPr/>
              </p:nvSpPr>
              <p:spPr>
                <a:xfrm>
                  <a:off x="517550" y="10355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7" name="Google Shape;10467;p73"/>
                <p:cNvSpPr/>
                <p:nvPr/>
              </p:nvSpPr>
              <p:spPr>
                <a:xfrm>
                  <a:off x="624575" y="832700"/>
                  <a:ext cx="270925" cy="156650"/>
                </a:xfrm>
                <a:custGeom>
                  <a:avLst/>
                  <a:gdLst/>
                  <a:ahLst/>
                  <a:cxnLst/>
                  <a:rect l="l" t="t" r="r" b="b"/>
                  <a:pathLst>
                    <a:path w="10837" h="6266" extrusionOk="0">
                      <a:moveTo>
                        <a:pt x="10603" y="1"/>
                      </a:moveTo>
                      <a:lnTo>
                        <a:pt x="0" y="6129"/>
                      </a:lnTo>
                      <a:lnTo>
                        <a:pt x="233" y="6265"/>
                      </a:lnTo>
                      <a:lnTo>
                        <a:pt x="10836" y="137"/>
                      </a:lnTo>
                      <a:cubicBezTo>
                        <a:pt x="10817" y="117"/>
                        <a:pt x="10759" y="117"/>
                        <a:pt x="10739" y="98"/>
                      </a:cubicBezTo>
                      <a:cubicBezTo>
                        <a:pt x="10700" y="59"/>
                        <a:pt x="10642" y="20"/>
                        <a:pt x="106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8" name="Google Shape;10468;p73"/>
                <p:cNvSpPr/>
                <p:nvPr/>
              </p:nvSpPr>
              <p:spPr>
                <a:xfrm>
                  <a:off x="448500" y="1081725"/>
                  <a:ext cx="14125" cy="9750"/>
                </a:xfrm>
                <a:custGeom>
                  <a:avLst/>
                  <a:gdLst/>
                  <a:ahLst/>
                  <a:cxnLst/>
                  <a:rect l="l" t="t" r="r" b="b"/>
                  <a:pathLst>
                    <a:path w="565" h="390" extrusionOk="0">
                      <a:moveTo>
                        <a:pt x="331" y="1"/>
                      </a:moveTo>
                      <a:lnTo>
                        <a:pt x="78" y="176"/>
                      </a:lnTo>
                      <a:cubicBezTo>
                        <a:pt x="39" y="195"/>
                        <a:pt x="0" y="273"/>
                        <a:pt x="39" y="351"/>
                      </a:cubicBezTo>
                      <a:cubicBezTo>
                        <a:pt x="59" y="390"/>
                        <a:pt x="98" y="390"/>
                        <a:pt x="137" y="390"/>
                      </a:cubicBezTo>
                      <a:cubicBezTo>
                        <a:pt x="156" y="390"/>
                        <a:pt x="175" y="390"/>
                        <a:pt x="175" y="370"/>
                      </a:cubicBezTo>
                      <a:lnTo>
                        <a:pt x="565" y="156"/>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9" name="Google Shape;10469;p73"/>
                <p:cNvSpPr/>
                <p:nvPr/>
              </p:nvSpPr>
              <p:spPr>
                <a:xfrm>
                  <a:off x="598300" y="988825"/>
                  <a:ext cx="26775" cy="15600"/>
                </a:xfrm>
                <a:custGeom>
                  <a:avLst/>
                  <a:gdLst/>
                  <a:ahLst/>
                  <a:cxnLst/>
                  <a:rect l="l" t="t" r="r" b="b"/>
                  <a:pathLst>
                    <a:path w="1071" h="624" extrusionOk="0">
                      <a:moveTo>
                        <a:pt x="818" y="1"/>
                      </a:moveTo>
                      <a:lnTo>
                        <a:pt x="0" y="487"/>
                      </a:lnTo>
                      <a:lnTo>
                        <a:pt x="234" y="623"/>
                      </a:lnTo>
                      <a:lnTo>
                        <a:pt x="1070" y="137"/>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0" name="Google Shape;10470;p73"/>
                <p:cNvSpPr/>
                <p:nvPr/>
              </p:nvSpPr>
              <p:spPr>
                <a:xfrm>
                  <a:off x="544300" y="988825"/>
                  <a:ext cx="27275" cy="15600"/>
                </a:xfrm>
                <a:custGeom>
                  <a:avLst/>
                  <a:gdLst/>
                  <a:ahLst/>
                  <a:cxnLst/>
                  <a:rect l="l" t="t" r="r" b="b"/>
                  <a:pathLst>
                    <a:path w="1091" h="624" extrusionOk="0">
                      <a:moveTo>
                        <a:pt x="838" y="1"/>
                      </a:moveTo>
                      <a:lnTo>
                        <a:pt x="1" y="487"/>
                      </a:lnTo>
                      <a:lnTo>
                        <a:pt x="234" y="623"/>
                      </a:lnTo>
                      <a:lnTo>
                        <a:pt x="1090" y="137"/>
                      </a:lnTo>
                      <a:lnTo>
                        <a:pt x="8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1" name="Google Shape;10471;p73"/>
                <p:cNvSpPr/>
                <p:nvPr/>
              </p:nvSpPr>
              <p:spPr>
                <a:xfrm>
                  <a:off x="517550" y="1004400"/>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2" name="Google Shape;10472;p73"/>
                <p:cNvSpPr/>
                <p:nvPr/>
              </p:nvSpPr>
              <p:spPr>
                <a:xfrm>
                  <a:off x="571550" y="972775"/>
                  <a:ext cx="26775" cy="16075"/>
                </a:xfrm>
                <a:custGeom>
                  <a:avLst/>
                  <a:gdLst/>
                  <a:ahLst/>
                  <a:cxnLst/>
                  <a:rect l="l" t="t" r="r" b="b"/>
                  <a:pathLst>
                    <a:path w="1071" h="643" extrusionOk="0">
                      <a:moveTo>
                        <a:pt x="818" y="1"/>
                      </a:moveTo>
                      <a:lnTo>
                        <a:pt x="0" y="487"/>
                      </a:lnTo>
                      <a:lnTo>
                        <a:pt x="234" y="643"/>
                      </a:lnTo>
                      <a:lnTo>
                        <a:pt x="1070" y="156"/>
                      </a:lnTo>
                      <a:lnTo>
                        <a:pt x="8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3" name="Google Shape;10473;p73"/>
                <p:cNvSpPr/>
                <p:nvPr/>
              </p:nvSpPr>
              <p:spPr>
                <a:xfrm>
                  <a:off x="421750" y="1066150"/>
                  <a:ext cx="14125" cy="9775"/>
                </a:xfrm>
                <a:custGeom>
                  <a:avLst/>
                  <a:gdLst/>
                  <a:ahLst/>
                  <a:cxnLst/>
                  <a:rect l="l" t="t" r="r" b="b"/>
                  <a:pathLst>
                    <a:path w="565" h="391" extrusionOk="0">
                      <a:moveTo>
                        <a:pt x="331" y="1"/>
                      </a:moveTo>
                      <a:lnTo>
                        <a:pt x="78" y="157"/>
                      </a:lnTo>
                      <a:cubicBezTo>
                        <a:pt x="20" y="195"/>
                        <a:pt x="0" y="254"/>
                        <a:pt x="20" y="332"/>
                      </a:cubicBezTo>
                      <a:cubicBezTo>
                        <a:pt x="59" y="390"/>
                        <a:pt x="98" y="390"/>
                        <a:pt x="117" y="390"/>
                      </a:cubicBezTo>
                      <a:cubicBezTo>
                        <a:pt x="156" y="390"/>
                        <a:pt x="175" y="390"/>
                        <a:pt x="175" y="351"/>
                      </a:cubicBezTo>
                      <a:lnTo>
                        <a:pt x="564" y="137"/>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4" name="Google Shape;10474;p73"/>
                <p:cNvSpPr/>
                <p:nvPr/>
              </p:nvSpPr>
              <p:spPr>
                <a:xfrm>
                  <a:off x="598300" y="864800"/>
                  <a:ext cx="185825" cy="107525"/>
                </a:xfrm>
                <a:custGeom>
                  <a:avLst/>
                  <a:gdLst/>
                  <a:ahLst/>
                  <a:cxnLst/>
                  <a:rect l="l" t="t" r="r" b="b"/>
                  <a:pathLst>
                    <a:path w="7433" h="4301" extrusionOk="0">
                      <a:moveTo>
                        <a:pt x="7218" y="1"/>
                      </a:moveTo>
                      <a:lnTo>
                        <a:pt x="0" y="4164"/>
                      </a:lnTo>
                      <a:lnTo>
                        <a:pt x="234" y="4300"/>
                      </a:lnTo>
                      <a:lnTo>
                        <a:pt x="7432" y="176"/>
                      </a:lnTo>
                      <a:cubicBezTo>
                        <a:pt x="7413" y="176"/>
                        <a:pt x="7393" y="137"/>
                        <a:pt x="7374" y="117"/>
                      </a:cubicBezTo>
                      <a:cubicBezTo>
                        <a:pt x="7316" y="98"/>
                        <a:pt x="7277" y="39"/>
                        <a:pt x="7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5" name="Google Shape;10475;p73"/>
                <p:cNvSpPr/>
                <p:nvPr/>
              </p:nvSpPr>
              <p:spPr>
                <a:xfrm>
                  <a:off x="436325" y="1050600"/>
                  <a:ext cx="27750" cy="16075"/>
                </a:xfrm>
                <a:custGeom>
                  <a:avLst/>
                  <a:gdLst/>
                  <a:ahLst/>
                  <a:cxnLst/>
                  <a:rect l="l" t="t" r="r" b="b"/>
                  <a:pathLst>
                    <a:path w="1110" h="643" extrusionOk="0">
                      <a:moveTo>
                        <a:pt x="857" y="0"/>
                      </a:moveTo>
                      <a:lnTo>
                        <a:pt x="1" y="487"/>
                      </a:lnTo>
                      <a:lnTo>
                        <a:pt x="254" y="642"/>
                      </a:lnTo>
                      <a:lnTo>
                        <a:pt x="1110" y="156"/>
                      </a:lnTo>
                      <a:lnTo>
                        <a:pt x="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6" name="Google Shape;10476;p73"/>
                <p:cNvSpPr/>
                <p:nvPr/>
              </p:nvSpPr>
              <p:spPr>
                <a:xfrm>
                  <a:off x="464050" y="1035525"/>
                  <a:ext cx="26775" cy="15100"/>
                </a:xfrm>
                <a:custGeom>
                  <a:avLst/>
                  <a:gdLst/>
                  <a:ahLst/>
                  <a:cxnLst/>
                  <a:rect l="l" t="t" r="r" b="b"/>
                  <a:pathLst>
                    <a:path w="1071" h="604" extrusionOk="0">
                      <a:moveTo>
                        <a:pt x="818" y="0"/>
                      </a:moveTo>
                      <a:lnTo>
                        <a:pt x="1" y="467"/>
                      </a:lnTo>
                      <a:lnTo>
                        <a:pt x="234" y="603"/>
                      </a:lnTo>
                      <a:lnTo>
                        <a:pt x="1071" y="117"/>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7" name="Google Shape;10477;p73"/>
                <p:cNvSpPr/>
                <p:nvPr/>
              </p:nvSpPr>
              <p:spPr>
                <a:xfrm>
                  <a:off x="490800" y="1019475"/>
                  <a:ext cx="26775" cy="16075"/>
                </a:xfrm>
                <a:custGeom>
                  <a:avLst/>
                  <a:gdLst/>
                  <a:ahLst/>
                  <a:cxnLst/>
                  <a:rect l="l" t="t" r="r" b="b"/>
                  <a:pathLst>
                    <a:path w="1071" h="643" extrusionOk="0">
                      <a:moveTo>
                        <a:pt x="818" y="0"/>
                      </a:moveTo>
                      <a:lnTo>
                        <a:pt x="1" y="487"/>
                      </a:lnTo>
                      <a:lnTo>
                        <a:pt x="234" y="642"/>
                      </a:lnTo>
                      <a:lnTo>
                        <a:pt x="1071" y="156"/>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8" name="Google Shape;10478;p73"/>
                <p:cNvSpPr/>
                <p:nvPr/>
              </p:nvSpPr>
              <p:spPr>
                <a:xfrm>
                  <a:off x="916875" y="940200"/>
                  <a:ext cx="168300" cy="98250"/>
                </a:xfrm>
                <a:custGeom>
                  <a:avLst/>
                  <a:gdLst/>
                  <a:ahLst/>
                  <a:cxnLst/>
                  <a:rect l="l" t="t" r="r" b="b"/>
                  <a:pathLst>
                    <a:path w="6732" h="3930" extrusionOk="0">
                      <a:moveTo>
                        <a:pt x="6518" y="0"/>
                      </a:moveTo>
                      <a:lnTo>
                        <a:pt x="78" y="3716"/>
                      </a:lnTo>
                      <a:cubicBezTo>
                        <a:pt x="20" y="3735"/>
                        <a:pt x="0" y="3813"/>
                        <a:pt x="20" y="3891"/>
                      </a:cubicBezTo>
                      <a:cubicBezTo>
                        <a:pt x="39" y="3930"/>
                        <a:pt x="98" y="3930"/>
                        <a:pt x="117" y="3930"/>
                      </a:cubicBezTo>
                      <a:cubicBezTo>
                        <a:pt x="137" y="3930"/>
                        <a:pt x="176" y="3930"/>
                        <a:pt x="176" y="3911"/>
                      </a:cubicBezTo>
                      <a:lnTo>
                        <a:pt x="6732" y="117"/>
                      </a:lnTo>
                      <a:cubicBezTo>
                        <a:pt x="6712" y="97"/>
                        <a:pt x="6654" y="97"/>
                        <a:pt x="6635" y="78"/>
                      </a:cubicBezTo>
                      <a:cubicBezTo>
                        <a:pt x="6615" y="78"/>
                        <a:pt x="6557" y="20"/>
                        <a:pt x="6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9" name="Google Shape;10479;p73"/>
                <p:cNvSpPr/>
                <p:nvPr/>
              </p:nvSpPr>
              <p:spPr>
                <a:xfrm>
                  <a:off x="350725" y="1292800"/>
                  <a:ext cx="19975" cy="15600"/>
                </a:xfrm>
                <a:custGeom>
                  <a:avLst/>
                  <a:gdLst/>
                  <a:ahLst/>
                  <a:cxnLst/>
                  <a:rect l="l" t="t" r="r" b="b"/>
                  <a:pathLst>
                    <a:path w="799" h="624" extrusionOk="0">
                      <a:moveTo>
                        <a:pt x="1" y="1"/>
                      </a:moveTo>
                      <a:lnTo>
                        <a:pt x="1" y="293"/>
                      </a:lnTo>
                      <a:lnTo>
                        <a:pt x="604" y="624"/>
                      </a:lnTo>
                      <a:lnTo>
                        <a:pt x="682" y="624"/>
                      </a:lnTo>
                      <a:cubicBezTo>
                        <a:pt x="740" y="624"/>
                        <a:pt x="760" y="604"/>
                        <a:pt x="779" y="585"/>
                      </a:cubicBezTo>
                      <a:cubicBezTo>
                        <a:pt x="799" y="526"/>
                        <a:pt x="799" y="448"/>
                        <a:pt x="740" y="41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0" name="Google Shape;10480;p73"/>
                <p:cNvSpPr/>
                <p:nvPr/>
              </p:nvSpPr>
              <p:spPr>
                <a:xfrm>
                  <a:off x="350725" y="1261675"/>
                  <a:ext cx="46725" cy="31650"/>
                </a:xfrm>
                <a:custGeom>
                  <a:avLst/>
                  <a:gdLst/>
                  <a:ahLst/>
                  <a:cxnLst/>
                  <a:rect l="l" t="t" r="r" b="b"/>
                  <a:pathLst>
                    <a:path w="1869" h="1266" extrusionOk="0">
                      <a:moveTo>
                        <a:pt x="1" y="1"/>
                      </a:moveTo>
                      <a:lnTo>
                        <a:pt x="1" y="293"/>
                      </a:lnTo>
                      <a:lnTo>
                        <a:pt x="1674" y="1265"/>
                      </a:lnTo>
                      <a:lnTo>
                        <a:pt x="1752" y="1265"/>
                      </a:lnTo>
                      <a:cubicBezTo>
                        <a:pt x="1810" y="1265"/>
                        <a:pt x="1830" y="1246"/>
                        <a:pt x="1849" y="1207"/>
                      </a:cubicBezTo>
                      <a:cubicBezTo>
                        <a:pt x="1869" y="1168"/>
                        <a:pt x="1869" y="1090"/>
                        <a:pt x="1810" y="1051"/>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1" name="Google Shape;10481;p73"/>
                <p:cNvSpPr/>
                <p:nvPr/>
              </p:nvSpPr>
              <p:spPr>
                <a:xfrm>
                  <a:off x="350725" y="1230550"/>
                  <a:ext cx="73475" cy="47200"/>
                </a:xfrm>
                <a:custGeom>
                  <a:avLst/>
                  <a:gdLst/>
                  <a:ahLst/>
                  <a:cxnLst/>
                  <a:rect l="l" t="t" r="r" b="b"/>
                  <a:pathLst>
                    <a:path w="2939" h="1888" extrusionOk="0">
                      <a:moveTo>
                        <a:pt x="1" y="1"/>
                      </a:moveTo>
                      <a:lnTo>
                        <a:pt x="1" y="293"/>
                      </a:lnTo>
                      <a:lnTo>
                        <a:pt x="2744" y="1888"/>
                      </a:lnTo>
                      <a:lnTo>
                        <a:pt x="2822" y="1888"/>
                      </a:lnTo>
                      <a:cubicBezTo>
                        <a:pt x="2880" y="1888"/>
                        <a:pt x="2900" y="1849"/>
                        <a:pt x="2919" y="1830"/>
                      </a:cubicBezTo>
                      <a:cubicBezTo>
                        <a:pt x="2939" y="1771"/>
                        <a:pt x="2939" y="1713"/>
                        <a:pt x="2861" y="1654"/>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2" name="Google Shape;10482;p73"/>
                <p:cNvSpPr/>
                <p:nvPr/>
              </p:nvSpPr>
              <p:spPr>
                <a:xfrm>
                  <a:off x="350725" y="1199925"/>
                  <a:ext cx="100225" cy="62275"/>
                </a:xfrm>
                <a:custGeom>
                  <a:avLst/>
                  <a:gdLst/>
                  <a:ahLst/>
                  <a:cxnLst/>
                  <a:rect l="l" t="t" r="r" b="b"/>
                  <a:pathLst>
                    <a:path w="4009" h="2491" extrusionOk="0">
                      <a:moveTo>
                        <a:pt x="1" y="0"/>
                      </a:moveTo>
                      <a:lnTo>
                        <a:pt x="1" y="292"/>
                      </a:lnTo>
                      <a:lnTo>
                        <a:pt x="3814" y="2490"/>
                      </a:lnTo>
                      <a:lnTo>
                        <a:pt x="3892" y="2490"/>
                      </a:lnTo>
                      <a:cubicBezTo>
                        <a:pt x="3950" y="2490"/>
                        <a:pt x="3970" y="2471"/>
                        <a:pt x="3989" y="2451"/>
                      </a:cubicBezTo>
                      <a:cubicBezTo>
                        <a:pt x="4009" y="2393"/>
                        <a:pt x="4009" y="2335"/>
                        <a:pt x="3931" y="2276"/>
                      </a:cubicBez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3" name="Google Shape;10483;p73"/>
                <p:cNvSpPr/>
                <p:nvPr/>
              </p:nvSpPr>
              <p:spPr>
                <a:xfrm>
                  <a:off x="350250" y="1168775"/>
                  <a:ext cx="127450" cy="77850"/>
                </a:xfrm>
                <a:custGeom>
                  <a:avLst/>
                  <a:gdLst/>
                  <a:ahLst/>
                  <a:cxnLst/>
                  <a:rect l="l" t="t" r="r" b="b"/>
                  <a:pathLst>
                    <a:path w="5098" h="3114" extrusionOk="0">
                      <a:moveTo>
                        <a:pt x="0" y="1"/>
                      </a:moveTo>
                      <a:lnTo>
                        <a:pt x="0" y="293"/>
                      </a:lnTo>
                      <a:lnTo>
                        <a:pt x="4903" y="3114"/>
                      </a:lnTo>
                      <a:lnTo>
                        <a:pt x="4981" y="3114"/>
                      </a:lnTo>
                      <a:cubicBezTo>
                        <a:pt x="5039" y="3114"/>
                        <a:pt x="5059" y="3094"/>
                        <a:pt x="5078" y="3055"/>
                      </a:cubicBezTo>
                      <a:cubicBezTo>
                        <a:pt x="5098" y="3016"/>
                        <a:pt x="5098" y="2939"/>
                        <a:pt x="5039" y="288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4" name="Google Shape;10484;p73"/>
                <p:cNvSpPr/>
                <p:nvPr/>
              </p:nvSpPr>
              <p:spPr>
                <a:xfrm>
                  <a:off x="350725" y="1137650"/>
                  <a:ext cx="154700" cy="93900"/>
                </a:xfrm>
                <a:custGeom>
                  <a:avLst/>
                  <a:gdLst/>
                  <a:ahLst/>
                  <a:cxnLst/>
                  <a:rect l="l" t="t" r="r" b="b"/>
                  <a:pathLst>
                    <a:path w="6188" h="3756" extrusionOk="0">
                      <a:moveTo>
                        <a:pt x="1" y="1"/>
                      </a:moveTo>
                      <a:lnTo>
                        <a:pt x="1" y="293"/>
                      </a:lnTo>
                      <a:lnTo>
                        <a:pt x="5993" y="3756"/>
                      </a:lnTo>
                      <a:cubicBezTo>
                        <a:pt x="5999" y="3743"/>
                        <a:pt x="6006" y="3738"/>
                        <a:pt x="6012" y="3738"/>
                      </a:cubicBezTo>
                      <a:cubicBezTo>
                        <a:pt x="6025" y="3738"/>
                        <a:pt x="6038" y="3756"/>
                        <a:pt x="6051" y="3756"/>
                      </a:cubicBezTo>
                      <a:cubicBezTo>
                        <a:pt x="6110" y="3756"/>
                        <a:pt x="6129" y="3717"/>
                        <a:pt x="6149" y="3697"/>
                      </a:cubicBezTo>
                      <a:cubicBezTo>
                        <a:pt x="6188" y="3639"/>
                        <a:pt x="6188" y="3581"/>
                        <a:pt x="6110" y="3522"/>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 name="Google Shape;10485;p73"/>
                <p:cNvSpPr/>
                <p:nvPr/>
              </p:nvSpPr>
              <p:spPr>
                <a:xfrm>
                  <a:off x="350725" y="1106525"/>
                  <a:ext cx="181450" cy="108975"/>
                </a:xfrm>
                <a:custGeom>
                  <a:avLst/>
                  <a:gdLst/>
                  <a:ahLst/>
                  <a:cxnLst/>
                  <a:rect l="l" t="t" r="r" b="b"/>
                  <a:pathLst>
                    <a:path w="7258" h="4359" extrusionOk="0">
                      <a:moveTo>
                        <a:pt x="1" y="1"/>
                      </a:moveTo>
                      <a:lnTo>
                        <a:pt x="1" y="293"/>
                      </a:lnTo>
                      <a:lnTo>
                        <a:pt x="7063" y="4359"/>
                      </a:lnTo>
                      <a:lnTo>
                        <a:pt x="7121" y="4359"/>
                      </a:lnTo>
                      <a:cubicBezTo>
                        <a:pt x="7180" y="4359"/>
                        <a:pt x="7199" y="4339"/>
                        <a:pt x="7219" y="4300"/>
                      </a:cubicBezTo>
                      <a:cubicBezTo>
                        <a:pt x="7258" y="4261"/>
                        <a:pt x="7258" y="4184"/>
                        <a:pt x="7180" y="4145"/>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 name="Google Shape;10486;p73"/>
                <p:cNvSpPr/>
                <p:nvPr/>
              </p:nvSpPr>
              <p:spPr>
                <a:xfrm>
                  <a:off x="350250" y="1044750"/>
                  <a:ext cx="235425" cy="140100"/>
                </a:xfrm>
                <a:custGeom>
                  <a:avLst/>
                  <a:gdLst/>
                  <a:ahLst/>
                  <a:cxnLst/>
                  <a:rect l="l" t="t" r="r" b="b"/>
                  <a:pathLst>
                    <a:path w="9417" h="5604" extrusionOk="0">
                      <a:moveTo>
                        <a:pt x="0" y="1"/>
                      </a:moveTo>
                      <a:lnTo>
                        <a:pt x="0" y="293"/>
                      </a:lnTo>
                      <a:lnTo>
                        <a:pt x="9203" y="5604"/>
                      </a:lnTo>
                      <a:cubicBezTo>
                        <a:pt x="9261" y="5585"/>
                        <a:pt x="9261" y="5585"/>
                        <a:pt x="9280" y="5585"/>
                      </a:cubicBezTo>
                      <a:cubicBezTo>
                        <a:pt x="9339" y="5585"/>
                        <a:pt x="9358" y="5565"/>
                        <a:pt x="9378" y="5546"/>
                      </a:cubicBezTo>
                      <a:cubicBezTo>
                        <a:pt x="9417" y="5487"/>
                        <a:pt x="9417" y="5409"/>
                        <a:pt x="9339" y="5371"/>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 name="Google Shape;10487;p73"/>
                <p:cNvSpPr/>
                <p:nvPr/>
              </p:nvSpPr>
              <p:spPr>
                <a:xfrm>
                  <a:off x="436325" y="1066650"/>
                  <a:ext cx="27750" cy="15100"/>
                </a:xfrm>
                <a:custGeom>
                  <a:avLst/>
                  <a:gdLst/>
                  <a:ahLst/>
                  <a:cxnLst/>
                  <a:rect l="l" t="t" r="r" b="b"/>
                  <a:pathLst>
                    <a:path w="1110" h="604" extrusionOk="0">
                      <a:moveTo>
                        <a:pt x="254" y="0"/>
                      </a:moveTo>
                      <a:lnTo>
                        <a:pt x="1" y="117"/>
                      </a:lnTo>
                      <a:lnTo>
                        <a:pt x="857" y="604"/>
                      </a:lnTo>
                      <a:lnTo>
                        <a:pt x="1110" y="467"/>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8" name="Google Shape;10488;p73"/>
                <p:cNvSpPr/>
                <p:nvPr/>
              </p:nvSpPr>
              <p:spPr>
                <a:xfrm>
                  <a:off x="464050" y="1081725"/>
                  <a:ext cx="26775" cy="16075"/>
                </a:xfrm>
                <a:custGeom>
                  <a:avLst/>
                  <a:gdLst/>
                  <a:ahLst/>
                  <a:cxnLst/>
                  <a:rect l="l" t="t" r="r" b="b"/>
                  <a:pathLst>
                    <a:path w="1071" h="643" extrusionOk="0">
                      <a:moveTo>
                        <a:pt x="234" y="1"/>
                      </a:moveTo>
                      <a:lnTo>
                        <a:pt x="1" y="156"/>
                      </a:lnTo>
                      <a:lnTo>
                        <a:pt x="818" y="643"/>
                      </a:lnTo>
                      <a:lnTo>
                        <a:pt x="1071"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9" name="Google Shape;10489;p73"/>
                <p:cNvSpPr/>
                <p:nvPr/>
              </p:nvSpPr>
              <p:spPr>
                <a:xfrm>
                  <a:off x="544300" y="1128425"/>
                  <a:ext cx="27275" cy="15575"/>
                </a:xfrm>
                <a:custGeom>
                  <a:avLst/>
                  <a:gdLst/>
                  <a:ahLst/>
                  <a:cxnLst/>
                  <a:rect l="l" t="t" r="r" b="b"/>
                  <a:pathLst>
                    <a:path w="1091" h="623" extrusionOk="0">
                      <a:moveTo>
                        <a:pt x="234" y="0"/>
                      </a:moveTo>
                      <a:lnTo>
                        <a:pt x="1" y="156"/>
                      </a:lnTo>
                      <a:lnTo>
                        <a:pt x="838" y="623"/>
                      </a:lnTo>
                      <a:lnTo>
                        <a:pt x="109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0" name="Google Shape;10490;p73"/>
                <p:cNvSpPr/>
                <p:nvPr/>
              </p:nvSpPr>
              <p:spPr>
                <a:xfrm>
                  <a:off x="490800" y="1097775"/>
                  <a:ext cx="26775" cy="15100"/>
                </a:xfrm>
                <a:custGeom>
                  <a:avLst/>
                  <a:gdLst/>
                  <a:ahLst/>
                  <a:cxnLst/>
                  <a:rect l="l" t="t" r="r" b="b"/>
                  <a:pathLst>
                    <a:path w="1071" h="604" extrusionOk="0">
                      <a:moveTo>
                        <a:pt x="234" y="1"/>
                      </a:moveTo>
                      <a:lnTo>
                        <a:pt x="1" y="117"/>
                      </a:lnTo>
                      <a:lnTo>
                        <a:pt x="818" y="604"/>
                      </a:lnTo>
                      <a:lnTo>
                        <a:pt x="1071" y="448"/>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1" name="Google Shape;10491;p73"/>
                <p:cNvSpPr/>
                <p:nvPr/>
              </p:nvSpPr>
              <p:spPr>
                <a:xfrm>
                  <a:off x="517550" y="1112850"/>
                  <a:ext cx="26775" cy="15600"/>
                </a:xfrm>
                <a:custGeom>
                  <a:avLst/>
                  <a:gdLst/>
                  <a:ahLst/>
                  <a:cxnLst/>
                  <a:rect l="l" t="t" r="r" b="b"/>
                  <a:pathLst>
                    <a:path w="1071" h="624" extrusionOk="0">
                      <a:moveTo>
                        <a:pt x="234" y="1"/>
                      </a:moveTo>
                      <a:lnTo>
                        <a:pt x="1" y="137"/>
                      </a:lnTo>
                      <a:lnTo>
                        <a:pt x="818" y="623"/>
                      </a:lnTo>
                      <a:lnTo>
                        <a:pt x="1071"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2" name="Google Shape;10492;p73"/>
                <p:cNvSpPr/>
                <p:nvPr/>
              </p:nvSpPr>
              <p:spPr>
                <a:xfrm>
                  <a:off x="350725" y="1013150"/>
                  <a:ext cx="85625" cy="53525"/>
                </a:xfrm>
                <a:custGeom>
                  <a:avLst/>
                  <a:gdLst/>
                  <a:ahLst/>
                  <a:cxnLst/>
                  <a:rect l="l" t="t" r="r" b="b"/>
                  <a:pathLst>
                    <a:path w="3425" h="2141" extrusionOk="0">
                      <a:moveTo>
                        <a:pt x="1" y="0"/>
                      </a:moveTo>
                      <a:lnTo>
                        <a:pt x="1" y="292"/>
                      </a:lnTo>
                      <a:lnTo>
                        <a:pt x="3191" y="2140"/>
                      </a:lnTo>
                      <a:lnTo>
                        <a:pt x="3425" y="198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3" name="Google Shape;10493;p73"/>
                <p:cNvSpPr/>
                <p:nvPr/>
              </p:nvSpPr>
              <p:spPr>
                <a:xfrm>
                  <a:off x="571550" y="1143975"/>
                  <a:ext cx="26775" cy="15600"/>
                </a:xfrm>
                <a:custGeom>
                  <a:avLst/>
                  <a:gdLst/>
                  <a:ahLst/>
                  <a:cxnLst/>
                  <a:rect l="l" t="t" r="r" b="b"/>
                  <a:pathLst>
                    <a:path w="1071" h="624" extrusionOk="0">
                      <a:moveTo>
                        <a:pt x="234" y="1"/>
                      </a:moveTo>
                      <a:lnTo>
                        <a:pt x="0" y="137"/>
                      </a:lnTo>
                      <a:lnTo>
                        <a:pt x="818" y="62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4" name="Google Shape;10494;p73"/>
                <p:cNvSpPr/>
                <p:nvPr/>
              </p:nvSpPr>
              <p:spPr>
                <a:xfrm>
                  <a:off x="597800" y="1160025"/>
                  <a:ext cx="14625" cy="9275"/>
                </a:xfrm>
                <a:custGeom>
                  <a:avLst/>
                  <a:gdLst/>
                  <a:ahLst/>
                  <a:cxnLst/>
                  <a:rect l="l" t="t" r="r" b="b"/>
                  <a:pathLst>
                    <a:path w="585" h="371" extrusionOk="0">
                      <a:moveTo>
                        <a:pt x="234" y="1"/>
                      </a:moveTo>
                      <a:lnTo>
                        <a:pt x="1" y="156"/>
                      </a:lnTo>
                      <a:lnTo>
                        <a:pt x="410" y="351"/>
                      </a:lnTo>
                      <a:cubicBezTo>
                        <a:pt x="429" y="351"/>
                        <a:pt x="448" y="370"/>
                        <a:pt x="448" y="370"/>
                      </a:cubicBezTo>
                      <a:cubicBezTo>
                        <a:pt x="507" y="370"/>
                        <a:pt x="526" y="351"/>
                        <a:pt x="546" y="312"/>
                      </a:cubicBezTo>
                      <a:cubicBezTo>
                        <a:pt x="585" y="273"/>
                        <a:pt x="585" y="195"/>
                        <a:pt x="507" y="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5" name="Google Shape;10495;p73"/>
                <p:cNvSpPr/>
                <p:nvPr/>
              </p:nvSpPr>
              <p:spPr>
                <a:xfrm>
                  <a:off x="591975" y="1156150"/>
                  <a:ext cx="12175" cy="7300"/>
                </a:xfrm>
                <a:custGeom>
                  <a:avLst/>
                  <a:gdLst/>
                  <a:ahLst/>
                  <a:cxnLst/>
                  <a:rect l="l" t="t" r="r" b="b"/>
                  <a:pathLst>
                    <a:path w="487" h="292"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6" name="Google Shape;10496;p73"/>
                <p:cNvSpPr/>
                <p:nvPr/>
              </p:nvSpPr>
              <p:spPr>
                <a:xfrm>
                  <a:off x="565225" y="1140100"/>
                  <a:ext cx="12175" cy="7300"/>
                </a:xfrm>
                <a:custGeom>
                  <a:avLst/>
                  <a:gdLst/>
                  <a:ahLst/>
                  <a:cxnLst/>
                  <a:rect l="l" t="t" r="r" b="b"/>
                  <a:pathLst>
                    <a:path w="487" h="292" extrusionOk="0">
                      <a:moveTo>
                        <a:pt x="253" y="0"/>
                      </a:moveTo>
                      <a:lnTo>
                        <a:pt x="1" y="156"/>
                      </a:lnTo>
                      <a:lnTo>
                        <a:pt x="253" y="292"/>
                      </a:lnTo>
                      <a:lnTo>
                        <a:pt x="487" y="15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7" name="Google Shape;10497;p73"/>
                <p:cNvSpPr/>
                <p:nvPr/>
              </p:nvSpPr>
              <p:spPr>
                <a:xfrm>
                  <a:off x="538000" y="1125025"/>
                  <a:ext cx="12175" cy="7300"/>
                </a:xfrm>
                <a:custGeom>
                  <a:avLst/>
                  <a:gdLst/>
                  <a:ahLst/>
                  <a:cxnLst/>
                  <a:rect l="l" t="t" r="r" b="b"/>
                  <a:pathLst>
                    <a:path w="487" h="292" extrusionOk="0">
                      <a:moveTo>
                        <a:pt x="253" y="0"/>
                      </a:moveTo>
                      <a:lnTo>
                        <a:pt x="0" y="136"/>
                      </a:lnTo>
                      <a:lnTo>
                        <a:pt x="253" y="292"/>
                      </a:lnTo>
                      <a:lnTo>
                        <a:pt x="486"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8" name="Google Shape;10498;p73"/>
                <p:cNvSpPr/>
                <p:nvPr/>
              </p:nvSpPr>
              <p:spPr>
                <a:xfrm>
                  <a:off x="511250" y="1108950"/>
                  <a:ext cx="12175" cy="7325"/>
                </a:xfrm>
                <a:custGeom>
                  <a:avLst/>
                  <a:gdLst/>
                  <a:ahLst/>
                  <a:cxnLst/>
                  <a:rect l="l" t="t" r="r" b="b"/>
                  <a:pathLst>
                    <a:path w="487" h="293" extrusionOk="0">
                      <a:moveTo>
                        <a:pt x="253" y="1"/>
                      </a:moveTo>
                      <a:lnTo>
                        <a:pt x="0" y="157"/>
                      </a:lnTo>
                      <a:lnTo>
                        <a:pt x="253" y="293"/>
                      </a:lnTo>
                      <a:lnTo>
                        <a:pt x="486"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9" name="Google Shape;10499;p73"/>
                <p:cNvSpPr/>
                <p:nvPr/>
              </p:nvSpPr>
              <p:spPr>
                <a:xfrm>
                  <a:off x="484475" y="1093875"/>
                  <a:ext cx="12200" cy="6850"/>
                </a:xfrm>
                <a:custGeom>
                  <a:avLst/>
                  <a:gdLst/>
                  <a:ahLst/>
                  <a:cxnLst/>
                  <a:rect l="l" t="t" r="r" b="b"/>
                  <a:pathLst>
                    <a:path w="488" h="274" extrusionOk="0">
                      <a:moveTo>
                        <a:pt x="254" y="1"/>
                      </a:moveTo>
                      <a:lnTo>
                        <a:pt x="1" y="157"/>
                      </a:lnTo>
                      <a:lnTo>
                        <a:pt x="254" y="273"/>
                      </a:lnTo>
                      <a:lnTo>
                        <a:pt x="487" y="157"/>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0" name="Google Shape;10500;p73"/>
                <p:cNvSpPr/>
                <p:nvPr/>
              </p:nvSpPr>
              <p:spPr>
                <a:xfrm>
                  <a:off x="457725" y="1078325"/>
                  <a:ext cx="12200" cy="7325"/>
                </a:xfrm>
                <a:custGeom>
                  <a:avLst/>
                  <a:gdLst/>
                  <a:ahLst/>
                  <a:cxnLst/>
                  <a:rect l="l" t="t" r="r" b="b"/>
                  <a:pathLst>
                    <a:path w="488" h="293" extrusionOk="0">
                      <a:moveTo>
                        <a:pt x="254" y="0"/>
                      </a:moveTo>
                      <a:lnTo>
                        <a:pt x="1" y="137"/>
                      </a:lnTo>
                      <a:lnTo>
                        <a:pt x="254" y="292"/>
                      </a:lnTo>
                      <a:lnTo>
                        <a:pt x="487" y="137"/>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1" name="Google Shape;10501;p73"/>
                <p:cNvSpPr/>
                <p:nvPr/>
              </p:nvSpPr>
              <p:spPr>
                <a:xfrm>
                  <a:off x="430500" y="1062750"/>
                  <a:ext cx="12175" cy="6850"/>
                </a:xfrm>
                <a:custGeom>
                  <a:avLst/>
                  <a:gdLst/>
                  <a:ahLst/>
                  <a:cxnLst/>
                  <a:rect l="l" t="t" r="r" b="b"/>
                  <a:pathLst>
                    <a:path w="487" h="274" extrusionOk="0">
                      <a:moveTo>
                        <a:pt x="234" y="1"/>
                      </a:moveTo>
                      <a:lnTo>
                        <a:pt x="0" y="156"/>
                      </a:lnTo>
                      <a:lnTo>
                        <a:pt x="234" y="273"/>
                      </a:lnTo>
                      <a:lnTo>
                        <a:pt x="487" y="156"/>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2" name="Google Shape;10502;p73"/>
                <p:cNvSpPr/>
                <p:nvPr/>
              </p:nvSpPr>
              <p:spPr>
                <a:xfrm>
                  <a:off x="490800" y="1066650"/>
                  <a:ext cx="26775" cy="15100"/>
                </a:xfrm>
                <a:custGeom>
                  <a:avLst/>
                  <a:gdLst/>
                  <a:ahLst/>
                  <a:cxnLst/>
                  <a:rect l="l" t="t" r="r" b="b"/>
                  <a:pathLst>
                    <a:path w="1071" h="604" extrusionOk="0">
                      <a:moveTo>
                        <a:pt x="234" y="0"/>
                      </a:moveTo>
                      <a:lnTo>
                        <a:pt x="1" y="117"/>
                      </a:lnTo>
                      <a:lnTo>
                        <a:pt x="818" y="604"/>
                      </a:lnTo>
                      <a:lnTo>
                        <a:pt x="1071"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3" name="Google Shape;10503;p73"/>
                <p:cNvSpPr/>
                <p:nvPr/>
              </p:nvSpPr>
              <p:spPr>
                <a:xfrm>
                  <a:off x="624575" y="1144475"/>
                  <a:ext cx="14600" cy="9250"/>
                </a:xfrm>
                <a:custGeom>
                  <a:avLst/>
                  <a:gdLst/>
                  <a:ahLst/>
                  <a:cxnLst/>
                  <a:rect l="l" t="t" r="r" b="b"/>
                  <a:pathLst>
                    <a:path w="584" h="370" extrusionOk="0">
                      <a:moveTo>
                        <a:pt x="233" y="0"/>
                      </a:moveTo>
                      <a:lnTo>
                        <a:pt x="0" y="136"/>
                      </a:lnTo>
                      <a:lnTo>
                        <a:pt x="409" y="331"/>
                      </a:lnTo>
                      <a:cubicBezTo>
                        <a:pt x="428" y="331"/>
                        <a:pt x="447" y="370"/>
                        <a:pt x="447" y="370"/>
                      </a:cubicBezTo>
                      <a:cubicBezTo>
                        <a:pt x="506" y="370"/>
                        <a:pt x="525" y="331"/>
                        <a:pt x="545" y="311"/>
                      </a:cubicBezTo>
                      <a:cubicBezTo>
                        <a:pt x="584" y="273"/>
                        <a:pt x="584" y="195"/>
                        <a:pt x="506" y="136"/>
                      </a:cubicBezTo>
                      <a:lnTo>
                        <a:pt x="2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4" name="Google Shape;10504;p73"/>
                <p:cNvSpPr/>
                <p:nvPr/>
              </p:nvSpPr>
              <p:spPr>
                <a:xfrm>
                  <a:off x="350725" y="982025"/>
                  <a:ext cx="113350" cy="68600"/>
                </a:xfrm>
                <a:custGeom>
                  <a:avLst/>
                  <a:gdLst/>
                  <a:ahLst/>
                  <a:cxnLst/>
                  <a:rect l="l" t="t" r="r" b="b"/>
                  <a:pathLst>
                    <a:path w="4534" h="2744" extrusionOk="0">
                      <a:moveTo>
                        <a:pt x="1" y="0"/>
                      </a:moveTo>
                      <a:lnTo>
                        <a:pt x="1" y="292"/>
                      </a:lnTo>
                      <a:lnTo>
                        <a:pt x="4281" y="2743"/>
                      </a:lnTo>
                      <a:lnTo>
                        <a:pt x="4534" y="260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5" name="Google Shape;10505;p73"/>
                <p:cNvSpPr/>
                <p:nvPr/>
              </p:nvSpPr>
              <p:spPr>
                <a:xfrm>
                  <a:off x="571550" y="1112850"/>
                  <a:ext cx="26775" cy="15600"/>
                </a:xfrm>
                <a:custGeom>
                  <a:avLst/>
                  <a:gdLst/>
                  <a:ahLst/>
                  <a:cxnLst/>
                  <a:rect l="l" t="t" r="r" b="b"/>
                  <a:pathLst>
                    <a:path w="1071" h="624" extrusionOk="0">
                      <a:moveTo>
                        <a:pt x="234" y="1"/>
                      </a:moveTo>
                      <a:lnTo>
                        <a:pt x="0" y="137"/>
                      </a:lnTo>
                      <a:lnTo>
                        <a:pt x="818" y="62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6" name="Google Shape;10506;p73"/>
                <p:cNvSpPr/>
                <p:nvPr/>
              </p:nvSpPr>
              <p:spPr>
                <a:xfrm>
                  <a:off x="544300" y="1097775"/>
                  <a:ext cx="27275" cy="15100"/>
                </a:xfrm>
                <a:custGeom>
                  <a:avLst/>
                  <a:gdLst/>
                  <a:ahLst/>
                  <a:cxnLst/>
                  <a:rect l="l" t="t" r="r" b="b"/>
                  <a:pathLst>
                    <a:path w="1091" h="604" extrusionOk="0">
                      <a:moveTo>
                        <a:pt x="234" y="1"/>
                      </a:moveTo>
                      <a:lnTo>
                        <a:pt x="1" y="117"/>
                      </a:lnTo>
                      <a:lnTo>
                        <a:pt x="838" y="604"/>
                      </a:lnTo>
                      <a:lnTo>
                        <a:pt x="1090" y="448"/>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7" name="Google Shape;10507;p73"/>
                <p:cNvSpPr/>
                <p:nvPr/>
              </p:nvSpPr>
              <p:spPr>
                <a:xfrm>
                  <a:off x="517550" y="1081725"/>
                  <a:ext cx="26775" cy="16075"/>
                </a:xfrm>
                <a:custGeom>
                  <a:avLst/>
                  <a:gdLst/>
                  <a:ahLst/>
                  <a:cxnLst/>
                  <a:rect l="l" t="t" r="r" b="b"/>
                  <a:pathLst>
                    <a:path w="1071" h="643" extrusionOk="0">
                      <a:moveTo>
                        <a:pt x="234" y="1"/>
                      </a:moveTo>
                      <a:lnTo>
                        <a:pt x="1" y="156"/>
                      </a:lnTo>
                      <a:lnTo>
                        <a:pt x="818" y="643"/>
                      </a:lnTo>
                      <a:lnTo>
                        <a:pt x="1071"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8" name="Google Shape;10508;p73"/>
                <p:cNvSpPr/>
                <p:nvPr/>
              </p:nvSpPr>
              <p:spPr>
                <a:xfrm>
                  <a:off x="464050" y="1050600"/>
                  <a:ext cx="26775" cy="16075"/>
                </a:xfrm>
                <a:custGeom>
                  <a:avLst/>
                  <a:gdLst/>
                  <a:ahLst/>
                  <a:cxnLst/>
                  <a:rect l="l" t="t" r="r" b="b"/>
                  <a:pathLst>
                    <a:path w="1071" h="643" extrusionOk="0">
                      <a:moveTo>
                        <a:pt x="234" y="0"/>
                      </a:moveTo>
                      <a:lnTo>
                        <a:pt x="1" y="156"/>
                      </a:lnTo>
                      <a:lnTo>
                        <a:pt x="818" y="642"/>
                      </a:lnTo>
                      <a:lnTo>
                        <a:pt x="1071"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9" name="Google Shape;10509;p73"/>
                <p:cNvSpPr/>
                <p:nvPr/>
              </p:nvSpPr>
              <p:spPr>
                <a:xfrm>
                  <a:off x="598300" y="1128425"/>
                  <a:ext cx="26775" cy="15575"/>
                </a:xfrm>
                <a:custGeom>
                  <a:avLst/>
                  <a:gdLst/>
                  <a:ahLst/>
                  <a:cxnLst/>
                  <a:rect l="l" t="t" r="r" b="b"/>
                  <a:pathLst>
                    <a:path w="1071" h="623" extrusionOk="0">
                      <a:moveTo>
                        <a:pt x="234" y="0"/>
                      </a:moveTo>
                      <a:lnTo>
                        <a:pt x="0" y="156"/>
                      </a:lnTo>
                      <a:lnTo>
                        <a:pt x="818" y="623"/>
                      </a:lnTo>
                      <a:lnTo>
                        <a:pt x="107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0" name="Google Shape;10510;p73"/>
                <p:cNvSpPr/>
                <p:nvPr/>
              </p:nvSpPr>
              <p:spPr>
                <a:xfrm>
                  <a:off x="618725" y="1140100"/>
                  <a:ext cx="12175" cy="7300"/>
                </a:xfrm>
                <a:custGeom>
                  <a:avLst/>
                  <a:gdLst/>
                  <a:ahLst/>
                  <a:cxnLst/>
                  <a:rect l="l" t="t" r="r" b="b"/>
                  <a:pathLst>
                    <a:path w="487" h="292" extrusionOk="0">
                      <a:moveTo>
                        <a:pt x="253" y="0"/>
                      </a:moveTo>
                      <a:lnTo>
                        <a:pt x="1" y="156"/>
                      </a:lnTo>
                      <a:lnTo>
                        <a:pt x="253" y="292"/>
                      </a:lnTo>
                      <a:lnTo>
                        <a:pt x="487" y="15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1" name="Google Shape;10511;p73"/>
                <p:cNvSpPr/>
                <p:nvPr/>
              </p:nvSpPr>
              <p:spPr>
                <a:xfrm>
                  <a:off x="591975" y="1125025"/>
                  <a:ext cx="12175" cy="7300"/>
                </a:xfrm>
                <a:custGeom>
                  <a:avLst/>
                  <a:gdLst/>
                  <a:ahLst/>
                  <a:cxnLst/>
                  <a:rect l="l" t="t" r="r" b="b"/>
                  <a:pathLst>
                    <a:path w="487" h="292"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2" name="Google Shape;10512;p73"/>
                <p:cNvSpPr/>
                <p:nvPr/>
              </p:nvSpPr>
              <p:spPr>
                <a:xfrm>
                  <a:off x="565225" y="1108950"/>
                  <a:ext cx="12175" cy="7325"/>
                </a:xfrm>
                <a:custGeom>
                  <a:avLst/>
                  <a:gdLst/>
                  <a:ahLst/>
                  <a:cxnLst/>
                  <a:rect l="l" t="t" r="r" b="b"/>
                  <a:pathLst>
                    <a:path w="487" h="293" extrusionOk="0">
                      <a:moveTo>
                        <a:pt x="253" y="1"/>
                      </a:moveTo>
                      <a:lnTo>
                        <a:pt x="1" y="157"/>
                      </a:lnTo>
                      <a:lnTo>
                        <a:pt x="253" y="293"/>
                      </a:lnTo>
                      <a:lnTo>
                        <a:pt x="487"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3" name="Google Shape;10513;p73"/>
                <p:cNvSpPr/>
                <p:nvPr/>
              </p:nvSpPr>
              <p:spPr>
                <a:xfrm>
                  <a:off x="538000" y="1093875"/>
                  <a:ext cx="12175" cy="6850"/>
                </a:xfrm>
                <a:custGeom>
                  <a:avLst/>
                  <a:gdLst/>
                  <a:ahLst/>
                  <a:cxnLst/>
                  <a:rect l="l" t="t" r="r" b="b"/>
                  <a:pathLst>
                    <a:path w="487" h="274" extrusionOk="0">
                      <a:moveTo>
                        <a:pt x="253" y="1"/>
                      </a:moveTo>
                      <a:lnTo>
                        <a:pt x="0" y="157"/>
                      </a:lnTo>
                      <a:lnTo>
                        <a:pt x="253" y="273"/>
                      </a:lnTo>
                      <a:lnTo>
                        <a:pt x="486"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4" name="Google Shape;10514;p73"/>
                <p:cNvSpPr/>
                <p:nvPr/>
              </p:nvSpPr>
              <p:spPr>
                <a:xfrm>
                  <a:off x="511250" y="1078325"/>
                  <a:ext cx="12175" cy="7325"/>
                </a:xfrm>
                <a:custGeom>
                  <a:avLst/>
                  <a:gdLst/>
                  <a:ahLst/>
                  <a:cxnLst/>
                  <a:rect l="l" t="t" r="r" b="b"/>
                  <a:pathLst>
                    <a:path w="487" h="293" extrusionOk="0">
                      <a:moveTo>
                        <a:pt x="253" y="0"/>
                      </a:moveTo>
                      <a:lnTo>
                        <a:pt x="0" y="137"/>
                      </a:lnTo>
                      <a:lnTo>
                        <a:pt x="253" y="292"/>
                      </a:lnTo>
                      <a:lnTo>
                        <a:pt x="486" y="137"/>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5" name="Google Shape;10515;p73"/>
                <p:cNvSpPr/>
                <p:nvPr/>
              </p:nvSpPr>
              <p:spPr>
                <a:xfrm>
                  <a:off x="484475" y="1062750"/>
                  <a:ext cx="12200" cy="6850"/>
                </a:xfrm>
                <a:custGeom>
                  <a:avLst/>
                  <a:gdLst/>
                  <a:ahLst/>
                  <a:cxnLst/>
                  <a:rect l="l" t="t" r="r" b="b"/>
                  <a:pathLst>
                    <a:path w="488" h="274" extrusionOk="0">
                      <a:moveTo>
                        <a:pt x="254" y="1"/>
                      </a:moveTo>
                      <a:lnTo>
                        <a:pt x="1" y="156"/>
                      </a:lnTo>
                      <a:lnTo>
                        <a:pt x="254" y="273"/>
                      </a:lnTo>
                      <a:lnTo>
                        <a:pt x="487" y="156"/>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6" name="Google Shape;10516;p73"/>
                <p:cNvSpPr/>
                <p:nvPr/>
              </p:nvSpPr>
              <p:spPr>
                <a:xfrm>
                  <a:off x="457725" y="1047200"/>
                  <a:ext cx="12200" cy="7325"/>
                </a:xfrm>
                <a:custGeom>
                  <a:avLst/>
                  <a:gdLst/>
                  <a:ahLst/>
                  <a:cxnLst/>
                  <a:rect l="l" t="t" r="r" b="b"/>
                  <a:pathLst>
                    <a:path w="488" h="293" extrusionOk="0">
                      <a:moveTo>
                        <a:pt x="254" y="0"/>
                      </a:moveTo>
                      <a:lnTo>
                        <a:pt x="1" y="136"/>
                      </a:lnTo>
                      <a:lnTo>
                        <a:pt x="254" y="292"/>
                      </a:lnTo>
                      <a:lnTo>
                        <a:pt x="487" y="136"/>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7" name="Google Shape;10517;p73"/>
                <p:cNvSpPr/>
                <p:nvPr/>
              </p:nvSpPr>
              <p:spPr>
                <a:xfrm>
                  <a:off x="490800" y="1035525"/>
                  <a:ext cx="26775" cy="15100"/>
                </a:xfrm>
                <a:custGeom>
                  <a:avLst/>
                  <a:gdLst/>
                  <a:ahLst/>
                  <a:cxnLst/>
                  <a:rect l="l" t="t" r="r" b="b"/>
                  <a:pathLst>
                    <a:path w="1071" h="604" extrusionOk="0">
                      <a:moveTo>
                        <a:pt x="234" y="0"/>
                      </a:moveTo>
                      <a:lnTo>
                        <a:pt x="1" y="117"/>
                      </a:lnTo>
                      <a:lnTo>
                        <a:pt x="818" y="603"/>
                      </a:lnTo>
                      <a:lnTo>
                        <a:pt x="1071"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8" name="Google Shape;10518;p73"/>
                <p:cNvSpPr/>
                <p:nvPr/>
              </p:nvSpPr>
              <p:spPr>
                <a:xfrm>
                  <a:off x="625050" y="1112850"/>
                  <a:ext cx="26775" cy="15600"/>
                </a:xfrm>
                <a:custGeom>
                  <a:avLst/>
                  <a:gdLst/>
                  <a:ahLst/>
                  <a:cxnLst/>
                  <a:rect l="l" t="t" r="r" b="b"/>
                  <a:pathLst>
                    <a:path w="1071" h="624" extrusionOk="0">
                      <a:moveTo>
                        <a:pt x="234" y="1"/>
                      </a:moveTo>
                      <a:lnTo>
                        <a:pt x="0" y="137"/>
                      </a:lnTo>
                      <a:lnTo>
                        <a:pt x="818" y="62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9" name="Google Shape;10519;p73"/>
                <p:cNvSpPr/>
                <p:nvPr/>
              </p:nvSpPr>
              <p:spPr>
                <a:xfrm>
                  <a:off x="544300" y="1066650"/>
                  <a:ext cx="27275" cy="15100"/>
                </a:xfrm>
                <a:custGeom>
                  <a:avLst/>
                  <a:gdLst/>
                  <a:ahLst/>
                  <a:cxnLst/>
                  <a:rect l="l" t="t" r="r" b="b"/>
                  <a:pathLst>
                    <a:path w="1091" h="604" extrusionOk="0">
                      <a:moveTo>
                        <a:pt x="234" y="0"/>
                      </a:moveTo>
                      <a:lnTo>
                        <a:pt x="1" y="117"/>
                      </a:lnTo>
                      <a:lnTo>
                        <a:pt x="838" y="604"/>
                      </a:lnTo>
                      <a:lnTo>
                        <a:pt x="109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0" name="Google Shape;10520;p73"/>
                <p:cNvSpPr/>
                <p:nvPr/>
              </p:nvSpPr>
              <p:spPr>
                <a:xfrm>
                  <a:off x="517550" y="1050600"/>
                  <a:ext cx="26775" cy="16075"/>
                </a:xfrm>
                <a:custGeom>
                  <a:avLst/>
                  <a:gdLst/>
                  <a:ahLst/>
                  <a:cxnLst/>
                  <a:rect l="l" t="t" r="r" b="b"/>
                  <a:pathLst>
                    <a:path w="1071" h="643" extrusionOk="0">
                      <a:moveTo>
                        <a:pt x="234" y="0"/>
                      </a:moveTo>
                      <a:lnTo>
                        <a:pt x="1" y="156"/>
                      </a:lnTo>
                      <a:lnTo>
                        <a:pt x="818" y="642"/>
                      </a:lnTo>
                      <a:lnTo>
                        <a:pt x="1071"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1" name="Google Shape;10521;p73"/>
                <p:cNvSpPr/>
                <p:nvPr/>
              </p:nvSpPr>
              <p:spPr>
                <a:xfrm>
                  <a:off x="571550" y="1081725"/>
                  <a:ext cx="26775" cy="16075"/>
                </a:xfrm>
                <a:custGeom>
                  <a:avLst/>
                  <a:gdLst/>
                  <a:ahLst/>
                  <a:cxnLst/>
                  <a:rect l="l" t="t" r="r" b="b"/>
                  <a:pathLst>
                    <a:path w="1071" h="643" extrusionOk="0">
                      <a:moveTo>
                        <a:pt x="234" y="1"/>
                      </a:moveTo>
                      <a:lnTo>
                        <a:pt x="0" y="156"/>
                      </a:lnTo>
                      <a:lnTo>
                        <a:pt x="818" y="64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2" name="Google Shape;10522;p73"/>
                <p:cNvSpPr/>
                <p:nvPr/>
              </p:nvSpPr>
              <p:spPr>
                <a:xfrm>
                  <a:off x="651325" y="1128900"/>
                  <a:ext cx="14600" cy="9275"/>
                </a:xfrm>
                <a:custGeom>
                  <a:avLst/>
                  <a:gdLst/>
                  <a:ahLst/>
                  <a:cxnLst/>
                  <a:rect l="l" t="t" r="r" b="b"/>
                  <a:pathLst>
                    <a:path w="584" h="371" extrusionOk="0">
                      <a:moveTo>
                        <a:pt x="234" y="1"/>
                      </a:moveTo>
                      <a:lnTo>
                        <a:pt x="0" y="156"/>
                      </a:lnTo>
                      <a:lnTo>
                        <a:pt x="409" y="351"/>
                      </a:lnTo>
                      <a:cubicBezTo>
                        <a:pt x="428" y="351"/>
                        <a:pt x="448" y="370"/>
                        <a:pt x="448" y="370"/>
                      </a:cubicBezTo>
                      <a:cubicBezTo>
                        <a:pt x="506" y="370"/>
                        <a:pt x="525" y="351"/>
                        <a:pt x="545" y="331"/>
                      </a:cubicBezTo>
                      <a:cubicBezTo>
                        <a:pt x="584" y="273"/>
                        <a:pt x="584" y="215"/>
                        <a:pt x="506" y="15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3" name="Google Shape;10523;p73"/>
                <p:cNvSpPr/>
                <p:nvPr/>
              </p:nvSpPr>
              <p:spPr>
                <a:xfrm>
                  <a:off x="598300" y="1097775"/>
                  <a:ext cx="26775" cy="15100"/>
                </a:xfrm>
                <a:custGeom>
                  <a:avLst/>
                  <a:gdLst/>
                  <a:ahLst/>
                  <a:cxnLst/>
                  <a:rect l="l" t="t" r="r" b="b"/>
                  <a:pathLst>
                    <a:path w="1071" h="604" extrusionOk="0">
                      <a:moveTo>
                        <a:pt x="234" y="1"/>
                      </a:moveTo>
                      <a:lnTo>
                        <a:pt x="0" y="117"/>
                      </a:lnTo>
                      <a:lnTo>
                        <a:pt x="818" y="604"/>
                      </a:lnTo>
                      <a:lnTo>
                        <a:pt x="1070" y="448"/>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4" name="Google Shape;10524;p73"/>
                <p:cNvSpPr/>
                <p:nvPr/>
              </p:nvSpPr>
              <p:spPr>
                <a:xfrm>
                  <a:off x="350725" y="950900"/>
                  <a:ext cx="140100" cy="84650"/>
                </a:xfrm>
                <a:custGeom>
                  <a:avLst/>
                  <a:gdLst/>
                  <a:ahLst/>
                  <a:cxnLst/>
                  <a:rect l="l" t="t" r="r" b="b"/>
                  <a:pathLst>
                    <a:path w="5604" h="3386" extrusionOk="0">
                      <a:moveTo>
                        <a:pt x="1" y="0"/>
                      </a:moveTo>
                      <a:lnTo>
                        <a:pt x="1" y="292"/>
                      </a:lnTo>
                      <a:lnTo>
                        <a:pt x="5351" y="3385"/>
                      </a:lnTo>
                      <a:lnTo>
                        <a:pt x="5604" y="323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5" name="Google Shape;10525;p73"/>
                <p:cNvSpPr/>
                <p:nvPr/>
              </p:nvSpPr>
              <p:spPr>
                <a:xfrm>
                  <a:off x="645475" y="1125025"/>
                  <a:ext cx="12175" cy="7300"/>
                </a:xfrm>
                <a:custGeom>
                  <a:avLst/>
                  <a:gdLst/>
                  <a:ahLst/>
                  <a:cxnLst/>
                  <a:rect l="l" t="t" r="r" b="b"/>
                  <a:pathLst>
                    <a:path w="487" h="292"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6" name="Google Shape;10526;p73"/>
                <p:cNvSpPr/>
                <p:nvPr/>
              </p:nvSpPr>
              <p:spPr>
                <a:xfrm>
                  <a:off x="618725" y="1108950"/>
                  <a:ext cx="12175" cy="7325"/>
                </a:xfrm>
                <a:custGeom>
                  <a:avLst/>
                  <a:gdLst/>
                  <a:ahLst/>
                  <a:cxnLst/>
                  <a:rect l="l" t="t" r="r" b="b"/>
                  <a:pathLst>
                    <a:path w="487" h="293" extrusionOk="0">
                      <a:moveTo>
                        <a:pt x="253" y="1"/>
                      </a:moveTo>
                      <a:lnTo>
                        <a:pt x="1" y="157"/>
                      </a:lnTo>
                      <a:lnTo>
                        <a:pt x="253" y="293"/>
                      </a:lnTo>
                      <a:lnTo>
                        <a:pt x="487"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7" name="Google Shape;10527;p73"/>
                <p:cNvSpPr/>
                <p:nvPr/>
              </p:nvSpPr>
              <p:spPr>
                <a:xfrm>
                  <a:off x="591975" y="1093875"/>
                  <a:ext cx="12175" cy="6850"/>
                </a:xfrm>
                <a:custGeom>
                  <a:avLst/>
                  <a:gdLst/>
                  <a:ahLst/>
                  <a:cxnLst/>
                  <a:rect l="l" t="t" r="r" b="b"/>
                  <a:pathLst>
                    <a:path w="487" h="274" extrusionOk="0">
                      <a:moveTo>
                        <a:pt x="253" y="1"/>
                      </a:moveTo>
                      <a:lnTo>
                        <a:pt x="1" y="157"/>
                      </a:lnTo>
                      <a:lnTo>
                        <a:pt x="253" y="273"/>
                      </a:lnTo>
                      <a:lnTo>
                        <a:pt x="487"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8" name="Google Shape;10528;p73"/>
                <p:cNvSpPr/>
                <p:nvPr/>
              </p:nvSpPr>
              <p:spPr>
                <a:xfrm>
                  <a:off x="565225" y="1078325"/>
                  <a:ext cx="12175" cy="7325"/>
                </a:xfrm>
                <a:custGeom>
                  <a:avLst/>
                  <a:gdLst/>
                  <a:ahLst/>
                  <a:cxnLst/>
                  <a:rect l="l" t="t" r="r" b="b"/>
                  <a:pathLst>
                    <a:path w="487" h="293" extrusionOk="0">
                      <a:moveTo>
                        <a:pt x="253" y="0"/>
                      </a:moveTo>
                      <a:lnTo>
                        <a:pt x="1" y="137"/>
                      </a:lnTo>
                      <a:lnTo>
                        <a:pt x="253" y="292"/>
                      </a:lnTo>
                      <a:lnTo>
                        <a:pt x="487" y="137"/>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9" name="Google Shape;10529;p73"/>
                <p:cNvSpPr/>
                <p:nvPr/>
              </p:nvSpPr>
              <p:spPr>
                <a:xfrm>
                  <a:off x="538000" y="1062750"/>
                  <a:ext cx="12175" cy="6850"/>
                </a:xfrm>
                <a:custGeom>
                  <a:avLst/>
                  <a:gdLst/>
                  <a:ahLst/>
                  <a:cxnLst/>
                  <a:rect l="l" t="t" r="r" b="b"/>
                  <a:pathLst>
                    <a:path w="487" h="274" extrusionOk="0">
                      <a:moveTo>
                        <a:pt x="253" y="1"/>
                      </a:moveTo>
                      <a:lnTo>
                        <a:pt x="0" y="156"/>
                      </a:lnTo>
                      <a:lnTo>
                        <a:pt x="253" y="273"/>
                      </a:lnTo>
                      <a:lnTo>
                        <a:pt x="486" y="156"/>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0" name="Google Shape;10530;p73"/>
                <p:cNvSpPr/>
                <p:nvPr/>
              </p:nvSpPr>
              <p:spPr>
                <a:xfrm>
                  <a:off x="511250" y="1047200"/>
                  <a:ext cx="12175" cy="7325"/>
                </a:xfrm>
                <a:custGeom>
                  <a:avLst/>
                  <a:gdLst/>
                  <a:ahLst/>
                  <a:cxnLst/>
                  <a:rect l="l" t="t" r="r" b="b"/>
                  <a:pathLst>
                    <a:path w="487" h="293" extrusionOk="0">
                      <a:moveTo>
                        <a:pt x="253" y="0"/>
                      </a:moveTo>
                      <a:lnTo>
                        <a:pt x="0" y="136"/>
                      </a:lnTo>
                      <a:lnTo>
                        <a:pt x="253" y="292"/>
                      </a:lnTo>
                      <a:lnTo>
                        <a:pt x="486"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1" name="Google Shape;10531;p73"/>
                <p:cNvSpPr/>
                <p:nvPr/>
              </p:nvSpPr>
              <p:spPr>
                <a:xfrm>
                  <a:off x="484475" y="1031625"/>
                  <a:ext cx="12200" cy="6825"/>
                </a:xfrm>
                <a:custGeom>
                  <a:avLst/>
                  <a:gdLst/>
                  <a:ahLst/>
                  <a:cxnLst/>
                  <a:rect l="l" t="t" r="r" b="b"/>
                  <a:pathLst>
                    <a:path w="488" h="273" extrusionOk="0">
                      <a:moveTo>
                        <a:pt x="254" y="1"/>
                      </a:moveTo>
                      <a:lnTo>
                        <a:pt x="1" y="156"/>
                      </a:lnTo>
                      <a:lnTo>
                        <a:pt x="254" y="273"/>
                      </a:lnTo>
                      <a:lnTo>
                        <a:pt x="487" y="156"/>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2" name="Google Shape;10532;p73"/>
                <p:cNvSpPr/>
                <p:nvPr/>
              </p:nvSpPr>
              <p:spPr>
                <a:xfrm>
                  <a:off x="517550" y="1019475"/>
                  <a:ext cx="26775" cy="16075"/>
                </a:xfrm>
                <a:custGeom>
                  <a:avLst/>
                  <a:gdLst/>
                  <a:ahLst/>
                  <a:cxnLst/>
                  <a:rect l="l" t="t" r="r" b="b"/>
                  <a:pathLst>
                    <a:path w="1071" h="643" extrusionOk="0">
                      <a:moveTo>
                        <a:pt x="234" y="0"/>
                      </a:moveTo>
                      <a:lnTo>
                        <a:pt x="1" y="156"/>
                      </a:lnTo>
                      <a:lnTo>
                        <a:pt x="818" y="642"/>
                      </a:lnTo>
                      <a:lnTo>
                        <a:pt x="1071"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3" name="Google Shape;10533;p73"/>
                <p:cNvSpPr/>
                <p:nvPr/>
              </p:nvSpPr>
              <p:spPr>
                <a:xfrm>
                  <a:off x="544300" y="1035525"/>
                  <a:ext cx="27275" cy="15100"/>
                </a:xfrm>
                <a:custGeom>
                  <a:avLst/>
                  <a:gdLst/>
                  <a:ahLst/>
                  <a:cxnLst/>
                  <a:rect l="l" t="t" r="r" b="b"/>
                  <a:pathLst>
                    <a:path w="1091" h="604" extrusionOk="0">
                      <a:moveTo>
                        <a:pt x="234" y="0"/>
                      </a:moveTo>
                      <a:lnTo>
                        <a:pt x="1" y="117"/>
                      </a:lnTo>
                      <a:lnTo>
                        <a:pt x="838" y="603"/>
                      </a:lnTo>
                      <a:lnTo>
                        <a:pt x="109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4" name="Google Shape;10534;p73"/>
                <p:cNvSpPr/>
                <p:nvPr/>
              </p:nvSpPr>
              <p:spPr>
                <a:xfrm>
                  <a:off x="651800" y="1097775"/>
                  <a:ext cx="26775" cy="15100"/>
                </a:xfrm>
                <a:custGeom>
                  <a:avLst/>
                  <a:gdLst/>
                  <a:ahLst/>
                  <a:cxnLst/>
                  <a:rect l="l" t="t" r="r" b="b"/>
                  <a:pathLst>
                    <a:path w="1071" h="604" extrusionOk="0">
                      <a:moveTo>
                        <a:pt x="234" y="1"/>
                      </a:moveTo>
                      <a:lnTo>
                        <a:pt x="0" y="117"/>
                      </a:lnTo>
                      <a:lnTo>
                        <a:pt x="818" y="604"/>
                      </a:lnTo>
                      <a:lnTo>
                        <a:pt x="1071" y="448"/>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5" name="Google Shape;10535;p73"/>
                <p:cNvSpPr/>
                <p:nvPr/>
              </p:nvSpPr>
              <p:spPr>
                <a:xfrm>
                  <a:off x="678550" y="1113350"/>
                  <a:ext cx="14625" cy="9250"/>
                </a:xfrm>
                <a:custGeom>
                  <a:avLst/>
                  <a:gdLst/>
                  <a:ahLst/>
                  <a:cxnLst/>
                  <a:rect l="l" t="t" r="r" b="b"/>
                  <a:pathLst>
                    <a:path w="585" h="370" extrusionOk="0">
                      <a:moveTo>
                        <a:pt x="234" y="0"/>
                      </a:moveTo>
                      <a:lnTo>
                        <a:pt x="1" y="136"/>
                      </a:lnTo>
                      <a:lnTo>
                        <a:pt x="409" y="350"/>
                      </a:lnTo>
                      <a:cubicBezTo>
                        <a:pt x="429" y="350"/>
                        <a:pt x="467" y="370"/>
                        <a:pt x="467" y="370"/>
                      </a:cubicBezTo>
                      <a:cubicBezTo>
                        <a:pt x="506" y="370"/>
                        <a:pt x="526" y="350"/>
                        <a:pt x="565" y="311"/>
                      </a:cubicBezTo>
                      <a:cubicBezTo>
                        <a:pt x="584" y="272"/>
                        <a:pt x="584" y="195"/>
                        <a:pt x="506" y="136"/>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6" name="Google Shape;10536;p73"/>
                <p:cNvSpPr/>
                <p:nvPr/>
              </p:nvSpPr>
              <p:spPr>
                <a:xfrm>
                  <a:off x="571550" y="1050600"/>
                  <a:ext cx="26775" cy="16075"/>
                </a:xfrm>
                <a:custGeom>
                  <a:avLst/>
                  <a:gdLst/>
                  <a:ahLst/>
                  <a:cxnLst/>
                  <a:rect l="l" t="t" r="r" b="b"/>
                  <a:pathLst>
                    <a:path w="1071" h="643" extrusionOk="0">
                      <a:moveTo>
                        <a:pt x="234" y="0"/>
                      </a:moveTo>
                      <a:lnTo>
                        <a:pt x="0" y="156"/>
                      </a:lnTo>
                      <a:lnTo>
                        <a:pt x="818" y="642"/>
                      </a:lnTo>
                      <a:lnTo>
                        <a:pt x="1070"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7" name="Google Shape;10537;p73"/>
                <p:cNvSpPr/>
                <p:nvPr/>
              </p:nvSpPr>
              <p:spPr>
                <a:xfrm>
                  <a:off x="350725" y="920250"/>
                  <a:ext cx="166850" cy="99250"/>
                </a:xfrm>
                <a:custGeom>
                  <a:avLst/>
                  <a:gdLst/>
                  <a:ahLst/>
                  <a:cxnLst/>
                  <a:rect l="l" t="t" r="r" b="b"/>
                  <a:pathLst>
                    <a:path w="6674" h="3970" extrusionOk="0">
                      <a:moveTo>
                        <a:pt x="1" y="0"/>
                      </a:moveTo>
                      <a:lnTo>
                        <a:pt x="1" y="292"/>
                      </a:lnTo>
                      <a:lnTo>
                        <a:pt x="6421" y="3969"/>
                      </a:lnTo>
                      <a:lnTo>
                        <a:pt x="6674" y="3833"/>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8" name="Google Shape;10538;p73"/>
                <p:cNvSpPr/>
                <p:nvPr/>
              </p:nvSpPr>
              <p:spPr>
                <a:xfrm>
                  <a:off x="625050" y="1081725"/>
                  <a:ext cx="26775" cy="16075"/>
                </a:xfrm>
                <a:custGeom>
                  <a:avLst/>
                  <a:gdLst/>
                  <a:ahLst/>
                  <a:cxnLst/>
                  <a:rect l="l" t="t" r="r" b="b"/>
                  <a:pathLst>
                    <a:path w="1071" h="643" extrusionOk="0">
                      <a:moveTo>
                        <a:pt x="234" y="1"/>
                      </a:moveTo>
                      <a:lnTo>
                        <a:pt x="0" y="156"/>
                      </a:lnTo>
                      <a:lnTo>
                        <a:pt x="818" y="64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9" name="Google Shape;10539;p73"/>
                <p:cNvSpPr/>
                <p:nvPr/>
              </p:nvSpPr>
              <p:spPr>
                <a:xfrm>
                  <a:off x="598300" y="1066650"/>
                  <a:ext cx="26775" cy="15100"/>
                </a:xfrm>
                <a:custGeom>
                  <a:avLst/>
                  <a:gdLst/>
                  <a:ahLst/>
                  <a:cxnLst/>
                  <a:rect l="l" t="t" r="r" b="b"/>
                  <a:pathLst>
                    <a:path w="1071" h="604" extrusionOk="0">
                      <a:moveTo>
                        <a:pt x="234" y="0"/>
                      </a:moveTo>
                      <a:lnTo>
                        <a:pt x="0" y="117"/>
                      </a:lnTo>
                      <a:lnTo>
                        <a:pt x="818" y="604"/>
                      </a:lnTo>
                      <a:lnTo>
                        <a:pt x="107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0" name="Google Shape;10540;p73"/>
                <p:cNvSpPr/>
                <p:nvPr/>
              </p:nvSpPr>
              <p:spPr>
                <a:xfrm>
                  <a:off x="672225" y="1108950"/>
                  <a:ext cx="12175" cy="7325"/>
                </a:xfrm>
                <a:custGeom>
                  <a:avLst/>
                  <a:gdLst/>
                  <a:ahLst/>
                  <a:cxnLst/>
                  <a:rect l="l" t="t" r="r" b="b"/>
                  <a:pathLst>
                    <a:path w="487" h="293" extrusionOk="0">
                      <a:moveTo>
                        <a:pt x="254" y="1"/>
                      </a:moveTo>
                      <a:lnTo>
                        <a:pt x="1" y="157"/>
                      </a:lnTo>
                      <a:lnTo>
                        <a:pt x="254" y="293"/>
                      </a:lnTo>
                      <a:lnTo>
                        <a:pt x="487" y="157"/>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1" name="Google Shape;10541;p73"/>
                <p:cNvSpPr/>
                <p:nvPr/>
              </p:nvSpPr>
              <p:spPr>
                <a:xfrm>
                  <a:off x="645475" y="1093875"/>
                  <a:ext cx="12175" cy="6850"/>
                </a:xfrm>
                <a:custGeom>
                  <a:avLst/>
                  <a:gdLst/>
                  <a:ahLst/>
                  <a:cxnLst/>
                  <a:rect l="l" t="t" r="r" b="b"/>
                  <a:pathLst>
                    <a:path w="487" h="274" extrusionOk="0">
                      <a:moveTo>
                        <a:pt x="253" y="1"/>
                      </a:moveTo>
                      <a:lnTo>
                        <a:pt x="1" y="157"/>
                      </a:lnTo>
                      <a:lnTo>
                        <a:pt x="253" y="273"/>
                      </a:lnTo>
                      <a:lnTo>
                        <a:pt x="487"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2" name="Google Shape;10542;p73"/>
                <p:cNvSpPr/>
                <p:nvPr/>
              </p:nvSpPr>
              <p:spPr>
                <a:xfrm>
                  <a:off x="618725" y="1078325"/>
                  <a:ext cx="12175" cy="7325"/>
                </a:xfrm>
                <a:custGeom>
                  <a:avLst/>
                  <a:gdLst/>
                  <a:ahLst/>
                  <a:cxnLst/>
                  <a:rect l="l" t="t" r="r" b="b"/>
                  <a:pathLst>
                    <a:path w="487" h="293" extrusionOk="0">
                      <a:moveTo>
                        <a:pt x="253" y="0"/>
                      </a:moveTo>
                      <a:lnTo>
                        <a:pt x="1" y="137"/>
                      </a:lnTo>
                      <a:lnTo>
                        <a:pt x="253" y="292"/>
                      </a:lnTo>
                      <a:lnTo>
                        <a:pt x="487" y="137"/>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3" name="Google Shape;10543;p73"/>
                <p:cNvSpPr/>
                <p:nvPr/>
              </p:nvSpPr>
              <p:spPr>
                <a:xfrm>
                  <a:off x="591975" y="1062750"/>
                  <a:ext cx="12175" cy="6850"/>
                </a:xfrm>
                <a:custGeom>
                  <a:avLst/>
                  <a:gdLst/>
                  <a:ahLst/>
                  <a:cxnLst/>
                  <a:rect l="l" t="t" r="r" b="b"/>
                  <a:pathLst>
                    <a:path w="487" h="274" extrusionOk="0">
                      <a:moveTo>
                        <a:pt x="253" y="1"/>
                      </a:moveTo>
                      <a:lnTo>
                        <a:pt x="1" y="156"/>
                      </a:lnTo>
                      <a:lnTo>
                        <a:pt x="253" y="273"/>
                      </a:lnTo>
                      <a:lnTo>
                        <a:pt x="487" y="156"/>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4" name="Google Shape;10544;p73"/>
                <p:cNvSpPr/>
                <p:nvPr/>
              </p:nvSpPr>
              <p:spPr>
                <a:xfrm>
                  <a:off x="565225" y="1047200"/>
                  <a:ext cx="12175" cy="7325"/>
                </a:xfrm>
                <a:custGeom>
                  <a:avLst/>
                  <a:gdLst/>
                  <a:ahLst/>
                  <a:cxnLst/>
                  <a:rect l="l" t="t" r="r" b="b"/>
                  <a:pathLst>
                    <a:path w="487" h="293"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5" name="Google Shape;10545;p73"/>
                <p:cNvSpPr/>
                <p:nvPr/>
              </p:nvSpPr>
              <p:spPr>
                <a:xfrm>
                  <a:off x="538000" y="1031625"/>
                  <a:ext cx="12175" cy="6825"/>
                </a:xfrm>
                <a:custGeom>
                  <a:avLst/>
                  <a:gdLst/>
                  <a:ahLst/>
                  <a:cxnLst/>
                  <a:rect l="l" t="t" r="r" b="b"/>
                  <a:pathLst>
                    <a:path w="487" h="273" extrusionOk="0">
                      <a:moveTo>
                        <a:pt x="253" y="1"/>
                      </a:moveTo>
                      <a:lnTo>
                        <a:pt x="0" y="156"/>
                      </a:lnTo>
                      <a:lnTo>
                        <a:pt x="253" y="273"/>
                      </a:lnTo>
                      <a:lnTo>
                        <a:pt x="486" y="156"/>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6" name="Google Shape;10546;p73"/>
                <p:cNvSpPr/>
                <p:nvPr/>
              </p:nvSpPr>
              <p:spPr>
                <a:xfrm>
                  <a:off x="511250" y="1016075"/>
                  <a:ext cx="12175" cy="7300"/>
                </a:xfrm>
                <a:custGeom>
                  <a:avLst/>
                  <a:gdLst/>
                  <a:ahLst/>
                  <a:cxnLst/>
                  <a:rect l="l" t="t" r="r" b="b"/>
                  <a:pathLst>
                    <a:path w="487" h="292" extrusionOk="0">
                      <a:moveTo>
                        <a:pt x="253" y="0"/>
                      </a:moveTo>
                      <a:lnTo>
                        <a:pt x="0" y="136"/>
                      </a:lnTo>
                      <a:lnTo>
                        <a:pt x="253" y="292"/>
                      </a:lnTo>
                      <a:lnTo>
                        <a:pt x="486"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7" name="Google Shape;10547;p73"/>
                <p:cNvSpPr/>
                <p:nvPr/>
              </p:nvSpPr>
              <p:spPr>
                <a:xfrm>
                  <a:off x="625050" y="1050600"/>
                  <a:ext cx="26775" cy="16075"/>
                </a:xfrm>
                <a:custGeom>
                  <a:avLst/>
                  <a:gdLst/>
                  <a:ahLst/>
                  <a:cxnLst/>
                  <a:rect l="l" t="t" r="r" b="b"/>
                  <a:pathLst>
                    <a:path w="1071" h="643" extrusionOk="0">
                      <a:moveTo>
                        <a:pt x="234" y="0"/>
                      </a:moveTo>
                      <a:lnTo>
                        <a:pt x="0" y="156"/>
                      </a:lnTo>
                      <a:lnTo>
                        <a:pt x="818" y="642"/>
                      </a:lnTo>
                      <a:lnTo>
                        <a:pt x="1070"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8" name="Google Shape;10548;p73"/>
                <p:cNvSpPr/>
                <p:nvPr/>
              </p:nvSpPr>
              <p:spPr>
                <a:xfrm>
                  <a:off x="705300" y="1098250"/>
                  <a:ext cx="14625" cy="9275"/>
                </a:xfrm>
                <a:custGeom>
                  <a:avLst/>
                  <a:gdLst/>
                  <a:ahLst/>
                  <a:cxnLst/>
                  <a:rect l="l" t="t" r="r" b="b"/>
                  <a:pathLst>
                    <a:path w="585" h="371" extrusionOk="0">
                      <a:moveTo>
                        <a:pt x="234" y="1"/>
                      </a:moveTo>
                      <a:lnTo>
                        <a:pt x="1" y="137"/>
                      </a:lnTo>
                      <a:lnTo>
                        <a:pt x="409" y="332"/>
                      </a:lnTo>
                      <a:cubicBezTo>
                        <a:pt x="429" y="332"/>
                        <a:pt x="467" y="371"/>
                        <a:pt x="467" y="371"/>
                      </a:cubicBezTo>
                      <a:cubicBezTo>
                        <a:pt x="506" y="371"/>
                        <a:pt x="526" y="332"/>
                        <a:pt x="565" y="312"/>
                      </a:cubicBezTo>
                      <a:cubicBezTo>
                        <a:pt x="584" y="254"/>
                        <a:pt x="584" y="196"/>
                        <a:pt x="506" y="137"/>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9" name="Google Shape;10549;p73"/>
                <p:cNvSpPr/>
                <p:nvPr/>
              </p:nvSpPr>
              <p:spPr>
                <a:xfrm>
                  <a:off x="544300" y="1004400"/>
                  <a:ext cx="27275" cy="15100"/>
                </a:xfrm>
                <a:custGeom>
                  <a:avLst/>
                  <a:gdLst/>
                  <a:ahLst/>
                  <a:cxnLst/>
                  <a:rect l="l" t="t" r="r" b="b"/>
                  <a:pathLst>
                    <a:path w="1091" h="604" extrusionOk="0">
                      <a:moveTo>
                        <a:pt x="234" y="0"/>
                      </a:moveTo>
                      <a:lnTo>
                        <a:pt x="1" y="117"/>
                      </a:lnTo>
                      <a:lnTo>
                        <a:pt x="838" y="603"/>
                      </a:lnTo>
                      <a:lnTo>
                        <a:pt x="109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0" name="Google Shape;10550;p73"/>
                <p:cNvSpPr/>
                <p:nvPr/>
              </p:nvSpPr>
              <p:spPr>
                <a:xfrm>
                  <a:off x="678550" y="1081725"/>
                  <a:ext cx="27250" cy="16075"/>
                </a:xfrm>
                <a:custGeom>
                  <a:avLst/>
                  <a:gdLst/>
                  <a:ahLst/>
                  <a:cxnLst/>
                  <a:rect l="l" t="t" r="r" b="b"/>
                  <a:pathLst>
                    <a:path w="1090" h="643" extrusionOk="0">
                      <a:moveTo>
                        <a:pt x="234" y="1"/>
                      </a:moveTo>
                      <a:lnTo>
                        <a:pt x="1" y="156"/>
                      </a:lnTo>
                      <a:lnTo>
                        <a:pt x="857" y="643"/>
                      </a:lnTo>
                      <a:lnTo>
                        <a:pt x="109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1" name="Google Shape;10551;p73"/>
                <p:cNvSpPr/>
                <p:nvPr/>
              </p:nvSpPr>
              <p:spPr>
                <a:xfrm>
                  <a:off x="651800" y="1066650"/>
                  <a:ext cx="26775" cy="15100"/>
                </a:xfrm>
                <a:custGeom>
                  <a:avLst/>
                  <a:gdLst/>
                  <a:ahLst/>
                  <a:cxnLst/>
                  <a:rect l="l" t="t" r="r" b="b"/>
                  <a:pathLst>
                    <a:path w="1071" h="604" extrusionOk="0">
                      <a:moveTo>
                        <a:pt x="234" y="0"/>
                      </a:moveTo>
                      <a:lnTo>
                        <a:pt x="0" y="117"/>
                      </a:lnTo>
                      <a:lnTo>
                        <a:pt x="818" y="604"/>
                      </a:lnTo>
                      <a:lnTo>
                        <a:pt x="1071"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2" name="Google Shape;10552;p73"/>
                <p:cNvSpPr/>
                <p:nvPr/>
              </p:nvSpPr>
              <p:spPr>
                <a:xfrm>
                  <a:off x="350725" y="889125"/>
                  <a:ext cx="193600" cy="115300"/>
                </a:xfrm>
                <a:custGeom>
                  <a:avLst/>
                  <a:gdLst/>
                  <a:ahLst/>
                  <a:cxnLst/>
                  <a:rect l="l" t="t" r="r" b="b"/>
                  <a:pathLst>
                    <a:path w="7744" h="4612" extrusionOk="0">
                      <a:moveTo>
                        <a:pt x="1" y="0"/>
                      </a:moveTo>
                      <a:lnTo>
                        <a:pt x="1" y="292"/>
                      </a:lnTo>
                      <a:lnTo>
                        <a:pt x="7491" y="4611"/>
                      </a:lnTo>
                      <a:lnTo>
                        <a:pt x="7744" y="447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3" name="Google Shape;10553;p73"/>
                <p:cNvSpPr/>
                <p:nvPr/>
              </p:nvSpPr>
              <p:spPr>
                <a:xfrm>
                  <a:off x="571550" y="1019475"/>
                  <a:ext cx="26775" cy="16075"/>
                </a:xfrm>
                <a:custGeom>
                  <a:avLst/>
                  <a:gdLst/>
                  <a:ahLst/>
                  <a:cxnLst/>
                  <a:rect l="l" t="t" r="r" b="b"/>
                  <a:pathLst>
                    <a:path w="1071" h="643" extrusionOk="0">
                      <a:moveTo>
                        <a:pt x="234" y="0"/>
                      </a:moveTo>
                      <a:lnTo>
                        <a:pt x="0" y="156"/>
                      </a:lnTo>
                      <a:lnTo>
                        <a:pt x="818" y="642"/>
                      </a:lnTo>
                      <a:lnTo>
                        <a:pt x="1070"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4" name="Google Shape;10554;p73"/>
                <p:cNvSpPr/>
                <p:nvPr/>
              </p:nvSpPr>
              <p:spPr>
                <a:xfrm>
                  <a:off x="598300" y="1035525"/>
                  <a:ext cx="26775" cy="15100"/>
                </a:xfrm>
                <a:custGeom>
                  <a:avLst/>
                  <a:gdLst/>
                  <a:ahLst/>
                  <a:cxnLst/>
                  <a:rect l="l" t="t" r="r" b="b"/>
                  <a:pathLst>
                    <a:path w="1071" h="604" extrusionOk="0">
                      <a:moveTo>
                        <a:pt x="234" y="0"/>
                      </a:moveTo>
                      <a:lnTo>
                        <a:pt x="0" y="117"/>
                      </a:lnTo>
                      <a:lnTo>
                        <a:pt x="818" y="603"/>
                      </a:lnTo>
                      <a:lnTo>
                        <a:pt x="107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5" name="Google Shape;10555;p73"/>
                <p:cNvSpPr/>
                <p:nvPr/>
              </p:nvSpPr>
              <p:spPr>
                <a:xfrm>
                  <a:off x="699950" y="1093875"/>
                  <a:ext cx="12175" cy="6850"/>
                </a:xfrm>
                <a:custGeom>
                  <a:avLst/>
                  <a:gdLst/>
                  <a:ahLst/>
                  <a:cxnLst/>
                  <a:rect l="l" t="t" r="r" b="b"/>
                  <a:pathLst>
                    <a:path w="487" h="274" extrusionOk="0">
                      <a:moveTo>
                        <a:pt x="234" y="1"/>
                      </a:moveTo>
                      <a:lnTo>
                        <a:pt x="1" y="157"/>
                      </a:lnTo>
                      <a:lnTo>
                        <a:pt x="234" y="273"/>
                      </a:lnTo>
                      <a:lnTo>
                        <a:pt x="487" y="15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6" name="Google Shape;10556;p73"/>
                <p:cNvSpPr/>
                <p:nvPr/>
              </p:nvSpPr>
              <p:spPr>
                <a:xfrm>
                  <a:off x="672225" y="1078325"/>
                  <a:ext cx="12175" cy="7325"/>
                </a:xfrm>
                <a:custGeom>
                  <a:avLst/>
                  <a:gdLst/>
                  <a:ahLst/>
                  <a:cxnLst/>
                  <a:rect l="l" t="t" r="r" b="b"/>
                  <a:pathLst>
                    <a:path w="487" h="293" extrusionOk="0">
                      <a:moveTo>
                        <a:pt x="254" y="0"/>
                      </a:moveTo>
                      <a:lnTo>
                        <a:pt x="1" y="137"/>
                      </a:lnTo>
                      <a:lnTo>
                        <a:pt x="254" y="292"/>
                      </a:lnTo>
                      <a:lnTo>
                        <a:pt x="487" y="137"/>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7" name="Google Shape;10557;p73"/>
                <p:cNvSpPr/>
                <p:nvPr/>
              </p:nvSpPr>
              <p:spPr>
                <a:xfrm>
                  <a:off x="645475" y="1062750"/>
                  <a:ext cx="12175" cy="6850"/>
                </a:xfrm>
                <a:custGeom>
                  <a:avLst/>
                  <a:gdLst/>
                  <a:ahLst/>
                  <a:cxnLst/>
                  <a:rect l="l" t="t" r="r" b="b"/>
                  <a:pathLst>
                    <a:path w="487" h="274" extrusionOk="0">
                      <a:moveTo>
                        <a:pt x="253" y="1"/>
                      </a:moveTo>
                      <a:lnTo>
                        <a:pt x="1" y="156"/>
                      </a:lnTo>
                      <a:lnTo>
                        <a:pt x="253" y="273"/>
                      </a:lnTo>
                      <a:lnTo>
                        <a:pt x="487" y="156"/>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8" name="Google Shape;10558;p73"/>
                <p:cNvSpPr/>
                <p:nvPr/>
              </p:nvSpPr>
              <p:spPr>
                <a:xfrm>
                  <a:off x="618725" y="1047200"/>
                  <a:ext cx="12175" cy="7325"/>
                </a:xfrm>
                <a:custGeom>
                  <a:avLst/>
                  <a:gdLst/>
                  <a:ahLst/>
                  <a:cxnLst/>
                  <a:rect l="l" t="t" r="r" b="b"/>
                  <a:pathLst>
                    <a:path w="487" h="293"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9" name="Google Shape;10559;p73"/>
                <p:cNvSpPr/>
                <p:nvPr/>
              </p:nvSpPr>
              <p:spPr>
                <a:xfrm>
                  <a:off x="591975" y="1031625"/>
                  <a:ext cx="12175" cy="6825"/>
                </a:xfrm>
                <a:custGeom>
                  <a:avLst/>
                  <a:gdLst/>
                  <a:ahLst/>
                  <a:cxnLst/>
                  <a:rect l="l" t="t" r="r" b="b"/>
                  <a:pathLst>
                    <a:path w="487" h="273" extrusionOk="0">
                      <a:moveTo>
                        <a:pt x="253" y="1"/>
                      </a:moveTo>
                      <a:lnTo>
                        <a:pt x="1" y="156"/>
                      </a:lnTo>
                      <a:lnTo>
                        <a:pt x="253" y="273"/>
                      </a:lnTo>
                      <a:lnTo>
                        <a:pt x="487" y="156"/>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0" name="Google Shape;10560;p73"/>
                <p:cNvSpPr/>
                <p:nvPr/>
              </p:nvSpPr>
              <p:spPr>
                <a:xfrm>
                  <a:off x="565225" y="1016075"/>
                  <a:ext cx="12175" cy="7300"/>
                </a:xfrm>
                <a:custGeom>
                  <a:avLst/>
                  <a:gdLst/>
                  <a:ahLst/>
                  <a:cxnLst/>
                  <a:rect l="l" t="t" r="r" b="b"/>
                  <a:pathLst>
                    <a:path w="487" h="292"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1" name="Google Shape;10561;p73"/>
                <p:cNvSpPr/>
                <p:nvPr/>
              </p:nvSpPr>
              <p:spPr>
                <a:xfrm>
                  <a:off x="538000" y="1000975"/>
                  <a:ext cx="12175" cy="6350"/>
                </a:xfrm>
                <a:custGeom>
                  <a:avLst/>
                  <a:gdLst/>
                  <a:ahLst/>
                  <a:cxnLst/>
                  <a:rect l="l" t="t" r="r" b="b"/>
                  <a:pathLst>
                    <a:path w="487" h="254" extrusionOk="0">
                      <a:moveTo>
                        <a:pt x="253" y="1"/>
                      </a:moveTo>
                      <a:lnTo>
                        <a:pt x="0" y="137"/>
                      </a:lnTo>
                      <a:lnTo>
                        <a:pt x="253" y="254"/>
                      </a:lnTo>
                      <a:lnTo>
                        <a:pt x="486" y="13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2" name="Google Shape;10562;p73"/>
                <p:cNvSpPr/>
                <p:nvPr/>
              </p:nvSpPr>
              <p:spPr>
                <a:xfrm>
                  <a:off x="571550" y="988825"/>
                  <a:ext cx="26775" cy="15600"/>
                </a:xfrm>
                <a:custGeom>
                  <a:avLst/>
                  <a:gdLst/>
                  <a:ahLst/>
                  <a:cxnLst/>
                  <a:rect l="l" t="t" r="r" b="b"/>
                  <a:pathLst>
                    <a:path w="1071" h="624" extrusionOk="0">
                      <a:moveTo>
                        <a:pt x="234" y="1"/>
                      </a:moveTo>
                      <a:lnTo>
                        <a:pt x="0" y="137"/>
                      </a:lnTo>
                      <a:lnTo>
                        <a:pt x="818" y="62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3" name="Google Shape;10563;p73"/>
                <p:cNvSpPr/>
                <p:nvPr/>
              </p:nvSpPr>
              <p:spPr>
                <a:xfrm>
                  <a:off x="732050" y="1082200"/>
                  <a:ext cx="14625" cy="9275"/>
                </a:xfrm>
                <a:custGeom>
                  <a:avLst/>
                  <a:gdLst/>
                  <a:ahLst/>
                  <a:cxnLst/>
                  <a:rect l="l" t="t" r="r" b="b"/>
                  <a:pathLst>
                    <a:path w="585" h="371" extrusionOk="0">
                      <a:moveTo>
                        <a:pt x="234" y="1"/>
                      </a:moveTo>
                      <a:lnTo>
                        <a:pt x="1" y="157"/>
                      </a:lnTo>
                      <a:lnTo>
                        <a:pt x="409" y="351"/>
                      </a:lnTo>
                      <a:cubicBezTo>
                        <a:pt x="429" y="351"/>
                        <a:pt x="467" y="371"/>
                        <a:pt x="467" y="371"/>
                      </a:cubicBezTo>
                      <a:cubicBezTo>
                        <a:pt x="506" y="371"/>
                        <a:pt x="526" y="351"/>
                        <a:pt x="565" y="332"/>
                      </a:cubicBezTo>
                      <a:cubicBezTo>
                        <a:pt x="584" y="273"/>
                        <a:pt x="584" y="196"/>
                        <a:pt x="506" y="157"/>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4" name="Google Shape;10564;p73"/>
                <p:cNvSpPr/>
                <p:nvPr/>
              </p:nvSpPr>
              <p:spPr>
                <a:xfrm>
                  <a:off x="350725" y="858000"/>
                  <a:ext cx="220850" cy="130850"/>
                </a:xfrm>
                <a:custGeom>
                  <a:avLst/>
                  <a:gdLst/>
                  <a:ahLst/>
                  <a:cxnLst/>
                  <a:rect l="l" t="t" r="r" b="b"/>
                  <a:pathLst>
                    <a:path w="8834" h="5234" extrusionOk="0">
                      <a:moveTo>
                        <a:pt x="1" y="0"/>
                      </a:moveTo>
                      <a:lnTo>
                        <a:pt x="1" y="292"/>
                      </a:lnTo>
                      <a:lnTo>
                        <a:pt x="8581" y="5234"/>
                      </a:lnTo>
                      <a:lnTo>
                        <a:pt x="8833" y="507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5" name="Google Shape;10565;p73"/>
                <p:cNvSpPr/>
                <p:nvPr/>
              </p:nvSpPr>
              <p:spPr>
                <a:xfrm>
                  <a:off x="705800" y="1066650"/>
                  <a:ext cx="26750" cy="15100"/>
                </a:xfrm>
                <a:custGeom>
                  <a:avLst/>
                  <a:gdLst/>
                  <a:ahLst/>
                  <a:cxnLst/>
                  <a:rect l="l" t="t" r="r" b="b"/>
                  <a:pathLst>
                    <a:path w="1070" h="604" extrusionOk="0">
                      <a:moveTo>
                        <a:pt x="253" y="0"/>
                      </a:moveTo>
                      <a:lnTo>
                        <a:pt x="0" y="117"/>
                      </a:lnTo>
                      <a:lnTo>
                        <a:pt x="837" y="604"/>
                      </a:lnTo>
                      <a:lnTo>
                        <a:pt x="1070" y="467"/>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6" name="Google Shape;10566;p73"/>
                <p:cNvSpPr/>
                <p:nvPr/>
              </p:nvSpPr>
              <p:spPr>
                <a:xfrm>
                  <a:off x="598300" y="1004400"/>
                  <a:ext cx="26775" cy="15100"/>
                </a:xfrm>
                <a:custGeom>
                  <a:avLst/>
                  <a:gdLst/>
                  <a:ahLst/>
                  <a:cxnLst/>
                  <a:rect l="l" t="t" r="r" b="b"/>
                  <a:pathLst>
                    <a:path w="1071" h="604" extrusionOk="0">
                      <a:moveTo>
                        <a:pt x="234" y="0"/>
                      </a:moveTo>
                      <a:lnTo>
                        <a:pt x="0" y="117"/>
                      </a:lnTo>
                      <a:lnTo>
                        <a:pt x="818" y="603"/>
                      </a:lnTo>
                      <a:lnTo>
                        <a:pt x="1070"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7" name="Google Shape;10567;p73"/>
                <p:cNvSpPr/>
                <p:nvPr/>
              </p:nvSpPr>
              <p:spPr>
                <a:xfrm>
                  <a:off x="625050" y="1019475"/>
                  <a:ext cx="26775" cy="16075"/>
                </a:xfrm>
                <a:custGeom>
                  <a:avLst/>
                  <a:gdLst/>
                  <a:ahLst/>
                  <a:cxnLst/>
                  <a:rect l="l" t="t" r="r" b="b"/>
                  <a:pathLst>
                    <a:path w="1071" h="643" extrusionOk="0">
                      <a:moveTo>
                        <a:pt x="234" y="0"/>
                      </a:moveTo>
                      <a:lnTo>
                        <a:pt x="0" y="156"/>
                      </a:lnTo>
                      <a:lnTo>
                        <a:pt x="818" y="642"/>
                      </a:lnTo>
                      <a:lnTo>
                        <a:pt x="1070"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8" name="Google Shape;10568;p73"/>
                <p:cNvSpPr/>
                <p:nvPr/>
              </p:nvSpPr>
              <p:spPr>
                <a:xfrm>
                  <a:off x="678550" y="1050600"/>
                  <a:ext cx="27250" cy="16075"/>
                </a:xfrm>
                <a:custGeom>
                  <a:avLst/>
                  <a:gdLst/>
                  <a:ahLst/>
                  <a:cxnLst/>
                  <a:rect l="l" t="t" r="r" b="b"/>
                  <a:pathLst>
                    <a:path w="1090" h="643" extrusionOk="0">
                      <a:moveTo>
                        <a:pt x="234" y="0"/>
                      </a:moveTo>
                      <a:lnTo>
                        <a:pt x="1" y="156"/>
                      </a:lnTo>
                      <a:lnTo>
                        <a:pt x="857" y="642"/>
                      </a:lnTo>
                      <a:lnTo>
                        <a:pt x="1090"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9" name="Google Shape;10569;p73"/>
                <p:cNvSpPr/>
                <p:nvPr/>
              </p:nvSpPr>
              <p:spPr>
                <a:xfrm>
                  <a:off x="651800" y="1035525"/>
                  <a:ext cx="26775" cy="15100"/>
                </a:xfrm>
                <a:custGeom>
                  <a:avLst/>
                  <a:gdLst/>
                  <a:ahLst/>
                  <a:cxnLst/>
                  <a:rect l="l" t="t" r="r" b="b"/>
                  <a:pathLst>
                    <a:path w="1071" h="604" extrusionOk="0">
                      <a:moveTo>
                        <a:pt x="234" y="0"/>
                      </a:moveTo>
                      <a:lnTo>
                        <a:pt x="0" y="117"/>
                      </a:lnTo>
                      <a:lnTo>
                        <a:pt x="818" y="603"/>
                      </a:lnTo>
                      <a:lnTo>
                        <a:pt x="1071"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0" name="Google Shape;10570;p73"/>
                <p:cNvSpPr/>
                <p:nvPr/>
              </p:nvSpPr>
              <p:spPr>
                <a:xfrm>
                  <a:off x="726700" y="1078325"/>
                  <a:ext cx="12175" cy="7325"/>
                </a:xfrm>
                <a:custGeom>
                  <a:avLst/>
                  <a:gdLst/>
                  <a:ahLst/>
                  <a:cxnLst/>
                  <a:rect l="l" t="t" r="r" b="b"/>
                  <a:pathLst>
                    <a:path w="487" h="293" extrusionOk="0">
                      <a:moveTo>
                        <a:pt x="234" y="0"/>
                      </a:moveTo>
                      <a:lnTo>
                        <a:pt x="1" y="137"/>
                      </a:lnTo>
                      <a:lnTo>
                        <a:pt x="234" y="292"/>
                      </a:lnTo>
                      <a:lnTo>
                        <a:pt x="487" y="13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1" name="Google Shape;10571;p73"/>
                <p:cNvSpPr/>
                <p:nvPr/>
              </p:nvSpPr>
              <p:spPr>
                <a:xfrm>
                  <a:off x="699950" y="1062750"/>
                  <a:ext cx="12175" cy="6850"/>
                </a:xfrm>
                <a:custGeom>
                  <a:avLst/>
                  <a:gdLst/>
                  <a:ahLst/>
                  <a:cxnLst/>
                  <a:rect l="l" t="t" r="r" b="b"/>
                  <a:pathLst>
                    <a:path w="487" h="274" extrusionOk="0">
                      <a:moveTo>
                        <a:pt x="234" y="1"/>
                      </a:moveTo>
                      <a:lnTo>
                        <a:pt x="1" y="156"/>
                      </a:lnTo>
                      <a:lnTo>
                        <a:pt x="234" y="273"/>
                      </a:lnTo>
                      <a:lnTo>
                        <a:pt x="487" y="156"/>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2" name="Google Shape;10572;p73"/>
                <p:cNvSpPr/>
                <p:nvPr/>
              </p:nvSpPr>
              <p:spPr>
                <a:xfrm>
                  <a:off x="672225" y="1047200"/>
                  <a:ext cx="12175" cy="7325"/>
                </a:xfrm>
                <a:custGeom>
                  <a:avLst/>
                  <a:gdLst/>
                  <a:ahLst/>
                  <a:cxnLst/>
                  <a:rect l="l" t="t" r="r" b="b"/>
                  <a:pathLst>
                    <a:path w="487" h="293" extrusionOk="0">
                      <a:moveTo>
                        <a:pt x="254" y="0"/>
                      </a:moveTo>
                      <a:lnTo>
                        <a:pt x="1" y="136"/>
                      </a:lnTo>
                      <a:lnTo>
                        <a:pt x="254" y="292"/>
                      </a:lnTo>
                      <a:lnTo>
                        <a:pt x="487" y="136"/>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3" name="Google Shape;10573;p73"/>
                <p:cNvSpPr/>
                <p:nvPr/>
              </p:nvSpPr>
              <p:spPr>
                <a:xfrm>
                  <a:off x="645475" y="1031625"/>
                  <a:ext cx="12175" cy="6825"/>
                </a:xfrm>
                <a:custGeom>
                  <a:avLst/>
                  <a:gdLst/>
                  <a:ahLst/>
                  <a:cxnLst/>
                  <a:rect l="l" t="t" r="r" b="b"/>
                  <a:pathLst>
                    <a:path w="487" h="273" extrusionOk="0">
                      <a:moveTo>
                        <a:pt x="253" y="1"/>
                      </a:moveTo>
                      <a:lnTo>
                        <a:pt x="1" y="156"/>
                      </a:lnTo>
                      <a:lnTo>
                        <a:pt x="253" y="273"/>
                      </a:lnTo>
                      <a:lnTo>
                        <a:pt x="487" y="156"/>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4" name="Google Shape;10574;p73"/>
                <p:cNvSpPr/>
                <p:nvPr/>
              </p:nvSpPr>
              <p:spPr>
                <a:xfrm>
                  <a:off x="618725" y="1016075"/>
                  <a:ext cx="12175" cy="7300"/>
                </a:xfrm>
                <a:custGeom>
                  <a:avLst/>
                  <a:gdLst/>
                  <a:ahLst/>
                  <a:cxnLst/>
                  <a:rect l="l" t="t" r="r" b="b"/>
                  <a:pathLst>
                    <a:path w="487" h="292" extrusionOk="0">
                      <a:moveTo>
                        <a:pt x="253" y="0"/>
                      </a:moveTo>
                      <a:lnTo>
                        <a:pt x="1" y="136"/>
                      </a:lnTo>
                      <a:lnTo>
                        <a:pt x="253" y="292"/>
                      </a:lnTo>
                      <a:lnTo>
                        <a:pt x="487" y="136"/>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5" name="Google Shape;10575;p73"/>
                <p:cNvSpPr/>
                <p:nvPr/>
              </p:nvSpPr>
              <p:spPr>
                <a:xfrm>
                  <a:off x="591975" y="1000975"/>
                  <a:ext cx="12175" cy="6350"/>
                </a:xfrm>
                <a:custGeom>
                  <a:avLst/>
                  <a:gdLst/>
                  <a:ahLst/>
                  <a:cxnLst/>
                  <a:rect l="l" t="t" r="r" b="b"/>
                  <a:pathLst>
                    <a:path w="487" h="254" extrusionOk="0">
                      <a:moveTo>
                        <a:pt x="253" y="1"/>
                      </a:moveTo>
                      <a:lnTo>
                        <a:pt x="1" y="137"/>
                      </a:lnTo>
                      <a:lnTo>
                        <a:pt x="253" y="254"/>
                      </a:lnTo>
                      <a:lnTo>
                        <a:pt x="487" y="13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6" name="Google Shape;10576;p73"/>
                <p:cNvSpPr/>
                <p:nvPr/>
              </p:nvSpPr>
              <p:spPr>
                <a:xfrm>
                  <a:off x="565225" y="984925"/>
                  <a:ext cx="12175" cy="7325"/>
                </a:xfrm>
                <a:custGeom>
                  <a:avLst/>
                  <a:gdLst/>
                  <a:ahLst/>
                  <a:cxnLst/>
                  <a:rect l="l" t="t" r="r" b="b"/>
                  <a:pathLst>
                    <a:path w="487" h="293" extrusionOk="0">
                      <a:moveTo>
                        <a:pt x="253" y="1"/>
                      </a:moveTo>
                      <a:lnTo>
                        <a:pt x="1" y="157"/>
                      </a:lnTo>
                      <a:lnTo>
                        <a:pt x="253" y="293"/>
                      </a:lnTo>
                      <a:lnTo>
                        <a:pt x="487"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7" name="Google Shape;10577;p73"/>
                <p:cNvSpPr/>
                <p:nvPr/>
              </p:nvSpPr>
              <p:spPr>
                <a:xfrm>
                  <a:off x="651800" y="1004400"/>
                  <a:ext cx="26775" cy="15100"/>
                </a:xfrm>
                <a:custGeom>
                  <a:avLst/>
                  <a:gdLst/>
                  <a:ahLst/>
                  <a:cxnLst/>
                  <a:rect l="l" t="t" r="r" b="b"/>
                  <a:pathLst>
                    <a:path w="1071" h="604" extrusionOk="0">
                      <a:moveTo>
                        <a:pt x="234" y="0"/>
                      </a:moveTo>
                      <a:lnTo>
                        <a:pt x="0" y="117"/>
                      </a:lnTo>
                      <a:lnTo>
                        <a:pt x="818" y="603"/>
                      </a:lnTo>
                      <a:lnTo>
                        <a:pt x="1071" y="4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8" name="Google Shape;10578;p73"/>
                <p:cNvSpPr/>
                <p:nvPr/>
              </p:nvSpPr>
              <p:spPr>
                <a:xfrm>
                  <a:off x="732550" y="1050600"/>
                  <a:ext cx="26775" cy="16075"/>
                </a:xfrm>
                <a:custGeom>
                  <a:avLst/>
                  <a:gdLst/>
                  <a:ahLst/>
                  <a:cxnLst/>
                  <a:rect l="l" t="t" r="r" b="b"/>
                  <a:pathLst>
                    <a:path w="1071" h="643" extrusionOk="0">
                      <a:moveTo>
                        <a:pt x="253" y="0"/>
                      </a:moveTo>
                      <a:lnTo>
                        <a:pt x="0" y="156"/>
                      </a:lnTo>
                      <a:lnTo>
                        <a:pt x="837" y="642"/>
                      </a:lnTo>
                      <a:lnTo>
                        <a:pt x="1070" y="487"/>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9" name="Google Shape;10579;p73"/>
                <p:cNvSpPr/>
                <p:nvPr/>
              </p:nvSpPr>
              <p:spPr>
                <a:xfrm>
                  <a:off x="350725" y="826875"/>
                  <a:ext cx="247600" cy="145925"/>
                </a:xfrm>
                <a:custGeom>
                  <a:avLst/>
                  <a:gdLst/>
                  <a:ahLst/>
                  <a:cxnLst/>
                  <a:rect l="l" t="t" r="r" b="b"/>
                  <a:pathLst>
                    <a:path w="9904" h="5837" extrusionOk="0">
                      <a:moveTo>
                        <a:pt x="1" y="0"/>
                      </a:moveTo>
                      <a:lnTo>
                        <a:pt x="1" y="292"/>
                      </a:lnTo>
                      <a:lnTo>
                        <a:pt x="9651" y="5837"/>
                      </a:lnTo>
                      <a:lnTo>
                        <a:pt x="9903" y="572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0" name="Google Shape;10580;p73"/>
                <p:cNvSpPr/>
                <p:nvPr/>
              </p:nvSpPr>
              <p:spPr>
                <a:xfrm>
                  <a:off x="598300" y="972775"/>
                  <a:ext cx="26775" cy="16075"/>
                </a:xfrm>
                <a:custGeom>
                  <a:avLst/>
                  <a:gdLst/>
                  <a:ahLst/>
                  <a:cxnLst/>
                  <a:rect l="l" t="t" r="r" b="b"/>
                  <a:pathLst>
                    <a:path w="1071" h="643" extrusionOk="0">
                      <a:moveTo>
                        <a:pt x="234" y="1"/>
                      </a:moveTo>
                      <a:lnTo>
                        <a:pt x="0" y="156"/>
                      </a:lnTo>
                      <a:lnTo>
                        <a:pt x="818" y="64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1" name="Google Shape;10581;p73"/>
                <p:cNvSpPr/>
                <p:nvPr/>
              </p:nvSpPr>
              <p:spPr>
                <a:xfrm>
                  <a:off x="625050" y="988825"/>
                  <a:ext cx="26775" cy="15600"/>
                </a:xfrm>
                <a:custGeom>
                  <a:avLst/>
                  <a:gdLst/>
                  <a:ahLst/>
                  <a:cxnLst/>
                  <a:rect l="l" t="t" r="r" b="b"/>
                  <a:pathLst>
                    <a:path w="1071" h="624" extrusionOk="0">
                      <a:moveTo>
                        <a:pt x="234" y="1"/>
                      </a:moveTo>
                      <a:lnTo>
                        <a:pt x="0" y="137"/>
                      </a:lnTo>
                      <a:lnTo>
                        <a:pt x="818" y="623"/>
                      </a:lnTo>
                      <a:lnTo>
                        <a:pt x="1070" y="48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2" name="Google Shape;10582;p73"/>
                <p:cNvSpPr/>
                <p:nvPr/>
              </p:nvSpPr>
              <p:spPr>
                <a:xfrm>
                  <a:off x="705800" y="1035525"/>
                  <a:ext cx="26750" cy="15100"/>
                </a:xfrm>
                <a:custGeom>
                  <a:avLst/>
                  <a:gdLst/>
                  <a:ahLst/>
                  <a:cxnLst/>
                  <a:rect l="l" t="t" r="r" b="b"/>
                  <a:pathLst>
                    <a:path w="1070" h="604" extrusionOk="0">
                      <a:moveTo>
                        <a:pt x="253" y="0"/>
                      </a:moveTo>
                      <a:lnTo>
                        <a:pt x="0" y="117"/>
                      </a:lnTo>
                      <a:lnTo>
                        <a:pt x="837" y="603"/>
                      </a:lnTo>
                      <a:lnTo>
                        <a:pt x="1070" y="467"/>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3" name="Google Shape;10583;p73"/>
                <p:cNvSpPr/>
                <p:nvPr/>
              </p:nvSpPr>
              <p:spPr>
                <a:xfrm>
                  <a:off x="678550" y="1019475"/>
                  <a:ext cx="27250" cy="16075"/>
                </a:xfrm>
                <a:custGeom>
                  <a:avLst/>
                  <a:gdLst/>
                  <a:ahLst/>
                  <a:cxnLst/>
                  <a:rect l="l" t="t" r="r" b="b"/>
                  <a:pathLst>
                    <a:path w="1090" h="643" extrusionOk="0">
                      <a:moveTo>
                        <a:pt x="234" y="0"/>
                      </a:moveTo>
                      <a:lnTo>
                        <a:pt x="1" y="156"/>
                      </a:lnTo>
                      <a:lnTo>
                        <a:pt x="857" y="642"/>
                      </a:lnTo>
                      <a:lnTo>
                        <a:pt x="1090" y="48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4" name="Google Shape;10584;p73"/>
                <p:cNvSpPr/>
                <p:nvPr/>
              </p:nvSpPr>
              <p:spPr>
                <a:xfrm>
                  <a:off x="758800" y="1067125"/>
                  <a:ext cx="14625" cy="9275"/>
                </a:xfrm>
                <a:custGeom>
                  <a:avLst/>
                  <a:gdLst/>
                  <a:ahLst/>
                  <a:cxnLst/>
                  <a:rect l="l" t="t" r="r" b="b"/>
                  <a:pathLst>
                    <a:path w="585" h="371" extrusionOk="0">
                      <a:moveTo>
                        <a:pt x="234" y="1"/>
                      </a:moveTo>
                      <a:lnTo>
                        <a:pt x="1" y="137"/>
                      </a:lnTo>
                      <a:lnTo>
                        <a:pt x="409" y="351"/>
                      </a:lnTo>
                      <a:cubicBezTo>
                        <a:pt x="429" y="351"/>
                        <a:pt x="468" y="371"/>
                        <a:pt x="468" y="371"/>
                      </a:cubicBezTo>
                      <a:cubicBezTo>
                        <a:pt x="506" y="371"/>
                        <a:pt x="526" y="351"/>
                        <a:pt x="565" y="312"/>
                      </a:cubicBezTo>
                      <a:cubicBezTo>
                        <a:pt x="584" y="273"/>
                        <a:pt x="584" y="195"/>
                        <a:pt x="506" y="137"/>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5" name="Google Shape;10585;p73"/>
                <p:cNvSpPr/>
                <p:nvPr/>
              </p:nvSpPr>
              <p:spPr>
                <a:xfrm>
                  <a:off x="753450" y="1062750"/>
                  <a:ext cx="12175" cy="6850"/>
                </a:xfrm>
                <a:custGeom>
                  <a:avLst/>
                  <a:gdLst/>
                  <a:ahLst/>
                  <a:cxnLst/>
                  <a:rect l="l" t="t" r="r" b="b"/>
                  <a:pathLst>
                    <a:path w="487" h="274" extrusionOk="0">
                      <a:moveTo>
                        <a:pt x="234" y="1"/>
                      </a:moveTo>
                      <a:lnTo>
                        <a:pt x="1" y="156"/>
                      </a:lnTo>
                      <a:lnTo>
                        <a:pt x="234" y="273"/>
                      </a:lnTo>
                      <a:lnTo>
                        <a:pt x="487" y="156"/>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6" name="Google Shape;10586;p73"/>
                <p:cNvSpPr/>
                <p:nvPr/>
              </p:nvSpPr>
              <p:spPr>
                <a:xfrm>
                  <a:off x="726700" y="1047200"/>
                  <a:ext cx="12175" cy="7325"/>
                </a:xfrm>
                <a:custGeom>
                  <a:avLst/>
                  <a:gdLst/>
                  <a:ahLst/>
                  <a:cxnLst/>
                  <a:rect l="l" t="t" r="r" b="b"/>
                  <a:pathLst>
                    <a:path w="487" h="293" extrusionOk="0">
                      <a:moveTo>
                        <a:pt x="234" y="0"/>
                      </a:moveTo>
                      <a:lnTo>
                        <a:pt x="1" y="136"/>
                      </a:lnTo>
                      <a:lnTo>
                        <a:pt x="234" y="292"/>
                      </a:lnTo>
                      <a:lnTo>
                        <a:pt x="487" y="136"/>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7" name="Google Shape;10587;p73"/>
                <p:cNvSpPr/>
                <p:nvPr/>
              </p:nvSpPr>
              <p:spPr>
                <a:xfrm>
                  <a:off x="699950" y="1031625"/>
                  <a:ext cx="12175" cy="6825"/>
                </a:xfrm>
                <a:custGeom>
                  <a:avLst/>
                  <a:gdLst/>
                  <a:ahLst/>
                  <a:cxnLst/>
                  <a:rect l="l" t="t" r="r" b="b"/>
                  <a:pathLst>
                    <a:path w="487" h="273" extrusionOk="0">
                      <a:moveTo>
                        <a:pt x="234" y="1"/>
                      </a:moveTo>
                      <a:lnTo>
                        <a:pt x="1" y="156"/>
                      </a:lnTo>
                      <a:lnTo>
                        <a:pt x="234" y="273"/>
                      </a:lnTo>
                      <a:lnTo>
                        <a:pt x="487" y="156"/>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8" name="Google Shape;10588;p73"/>
                <p:cNvSpPr/>
                <p:nvPr/>
              </p:nvSpPr>
              <p:spPr>
                <a:xfrm>
                  <a:off x="672225" y="1016075"/>
                  <a:ext cx="12175" cy="7300"/>
                </a:xfrm>
                <a:custGeom>
                  <a:avLst/>
                  <a:gdLst/>
                  <a:ahLst/>
                  <a:cxnLst/>
                  <a:rect l="l" t="t" r="r" b="b"/>
                  <a:pathLst>
                    <a:path w="487" h="292" extrusionOk="0">
                      <a:moveTo>
                        <a:pt x="254" y="0"/>
                      </a:moveTo>
                      <a:lnTo>
                        <a:pt x="1" y="136"/>
                      </a:lnTo>
                      <a:lnTo>
                        <a:pt x="254" y="292"/>
                      </a:lnTo>
                      <a:lnTo>
                        <a:pt x="487" y="136"/>
                      </a:lnTo>
                      <a:lnTo>
                        <a:pt x="2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9" name="Google Shape;10589;p73"/>
                <p:cNvSpPr/>
                <p:nvPr/>
              </p:nvSpPr>
              <p:spPr>
                <a:xfrm>
                  <a:off x="645475" y="1000975"/>
                  <a:ext cx="12175" cy="6350"/>
                </a:xfrm>
                <a:custGeom>
                  <a:avLst/>
                  <a:gdLst/>
                  <a:ahLst/>
                  <a:cxnLst/>
                  <a:rect l="l" t="t" r="r" b="b"/>
                  <a:pathLst>
                    <a:path w="487" h="254" extrusionOk="0">
                      <a:moveTo>
                        <a:pt x="253" y="1"/>
                      </a:moveTo>
                      <a:lnTo>
                        <a:pt x="1" y="137"/>
                      </a:lnTo>
                      <a:lnTo>
                        <a:pt x="253" y="254"/>
                      </a:lnTo>
                      <a:lnTo>
                        <a:pt x="487" y="13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0" name="Google Shape;10590;p73"/>
                <p:cNvSpPr/>
                <p:nvPr/>
              </p:nvSpPr>
              <p:spPr>
                <a:xfrm>
                  <a:off x="618725" y="984925"/>
                  <a:ext cx="12175" cy="7325"/>
                </a:xfrm>
                <a:custGeom>
                  <a:avLst/>
                  <a:gdLst/>
                  <a:ahLst/>
                  <a:cxnLst/>
                  <a:rect l="l" t="t" r="r" b="b"/>
                  <a:pathLst>
                    <a:path w="487" h="293" extrusionOk="0">
                      <a:moveTo>
                        <a:pt x="253" y="1"/>
                      </a:moveTo>
                      <a:lnTo>
                        <a:pt x="1" y="157"/>
                      </a:lnTo>
                      <a:lnTo>
                        <a:pt x="253" y="293"/>
                      </a:lnTo>
                      <a:lnTo>
                        <a:pt x="487" y="15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1" name="Google Shape;10591;p73"/>
                <p:cNvSpPr/>
                <p:nvPr/>
              </p:nvSpPr>
              <p:spPr>
                <a:xfrm>
                  <a:off x="591975" y="969850"/>
                  <a:ext cx="12175" cy="6850"/>
                </a:xfrm>
                <a:custGeom>
                  <a:avLst/>
                  <a:gdLst/>
                  <a:ahLst/>
                  <a:cxnLst/>
                  <a:rect l="l" t="t" r="r" b="b"/>
                  <a:pathLst>
                    <a:path w="487" h="274" extrusionOk="0">
                      <a:moveTo>
                        <a:pt x="253" y="1"/>
                      </a:moveTo>
                      <a:lnTo>
                        <a:pt x="1" y="118"/>
                      </a:lnTo>
                      <a:lnTo>
                        <a:pt x="253" y="273"/>
                      </a:lnTo>
                      <a:lnTo>
                        <a:pt x="487" y="118"/>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2" name="Google Shape;10592;p73"/>
                <p:cNvSpPr/>
                <p:nvPr/>
              </p:nvSpPr>
              <p:spPr>
                <a:xfrm>
                  <a:off x="350250" y="2119175"/>
                  <a:ext cx="33575" cy="37950"/>
                </a:xfrm>
                <a:custGeom>
                  <a:avLst/>
                  <a:gdLst/>
                  <a:ahLst/>
                  <a:cxnLst/>
                  <a:rect l="l" t="t" r="r" b="b"/>
                  <a:pathLst>
                    <a:path w="1343" h="1518" extrusionOk="0">
                      <a:moveTo>
                        <a:pt x="0" y="0"/>
                      </a:moveTo>
                      <a:lnTo>
                        <a:pt x="0" y="1518"/>
                      </a:lnTo>
                      <a:lnTo>
                        <a:pt x="506" y="1226"/>
                      </a:lnTo>
                      <a:lnTo>
                        <a:pt x="312" y="1128"/>
                      </a:lnTo>
                      <a:cubicBezTo>
                        <a:pt x="273" y="1109"/>
                        <a:pt x="234" y="1031"/>
                        <a:pt x="273" y="973"/>
                      </a:cubicBezTo>
                      <a:cubicBezTo>
                        <a:pt x="287" y="929"/>
                        <a:pt x="335" y="907"/>
                        <a:pt x="382" y="907"/>
                      </a:cubicBezTo>
                      <a:cubicBezTo>
                        <a:pt x="398" y="907"/>
                        <a:pt x="414" y="910"/>
                        <a:pt x="428" y="914"/>
                      </a:cubicBezTo>
                      <a:lnTo>
                        <a:pt x="759" y="1090"/>
                      </a:lnTo>
                      <a:lnTo>
                        <a:pt x="1343" y="73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3" name="Google Shape;10593;p73"/>
                <p:cNvSpPr/>
                <p:nvPr/>
              </p:nvSpPr>
              <p:spPr>
                <a:xfrm>
                  <a:off x="350725" y="2195050"/>
                  <a:ext cx="508300" cy="294750"/>
                </a:xfrm>
                <a:custGeom>
                  <a:avLst/>
                  <a:gdLst/>
                  <a:ahLst/>
                  <a:cxnLst/>
                  <a:rect l="l" t="t" r="r" b="b"/>
                  <a:pathLst>
                    <a:path w="20332" h="11790" extrusionOk="0">
                      <a:moveTo>
                        <a:pt x="10943" y="6315"/>
                      </a:moveTo>
                      <a:lnTo>
                        <a:pt x="11003" y="6349"/>
                      </a:lnTo>
                      <a:lnTo>
                        <a:pt x="11003" y="6349"/>
                      </a:lnTo>
                      <a:cubicBezTo>
                        <a:pt x="10986" y="6331"/>
                        <a:pt x="10965" y="6320"/>
                        <a:pt x="10943" y="6315"/>
                      </a:cubicBezTo>
                      <a:close/>
                      <a:moveTo>
                        <a:pt x="1" y="0"/>
                      </a:moveTo>
                      <a:lnTo>
                        <a:pt x="1" y="292"/>
                      </a:lnTo>
                      <a:cubicBezTo>
                        <a:pt x="254" y="428"/>
                        <a:pt x="468" y="564"/>
                        <a:pt x="701" y="700"/>
                      </a:cubicBezTo>
                      <a:lnTo>
                        <a:pt x="701" y="662"/>
                      </a:lnTo>
                      <a:cubicBezTo>
                        <a:pt x="701" y="584"/>
                        <a:pt x="760" y="525"/>
                        <a:pt x="837" y="525"/>
                      </a:cubicBezTo>
                      <a:cubicBezTo>
                        <a:pt x="896" y="525"/>
                        <a:pt x="954" y="584"/>
                        <a:pt x="954" y="662"/>
                      </a:cubicBezTo>
                      <a:lnTo>
                        <a:pt x="954" y="817"/>
                      </a:lnTo>
                      <a:lnTo>
                        <a:pt x="3367" y="2218"/>
                      </a:lnTo>
                      <a:lnTo>
                        <a:pt x="3367" y="2160"/>
                      </a:lnTo>
                      <a:cubicBezTo>
                        <a:pt x="3367" y="2082"/>
                        <a:pt x="3405" y="2043"/>
                        <a:pt x="3483" y="2043"/>
                      </a:cubicBezTo>
                      <a:cubicBezTo>
                        <a:pt x="3561" y="2043"/>
                        <a:pt x="3600" y="2082"/>
                        <a:pt x="3600" y="2160"/>
                      </a:cubicBezTo>
                      <a:lnTo>
                        <a:pt x="3600" y="2335"/>
                      </a:lnTo>
                      <a:cubicBezTo>
                        <a:pt x="6149" y="3813"/>
                        <a:pt x="8658" y="5253"/>
                        <a:pt x="10682" y="6420"/>
                      </a:cubicBezTo>
                      <a:lnTo>
                        <a:pt x="10857" y="6323"/>
                      </a:lnTo>
                      <a:cubicBezTo>
                        <a:pt x="10871" y="6316"/>
                        <a:pt x="10890" y="6311"/>
                        <a:pt x="10911" y="6311"/>
                      </a:cubicBezTo>
                      <a:cubicBezTo>
                        <a:pt x="10922" y="6311"/>
                        <a:pt x="10932" y="6312"/>
                        <a:pt x="10943" y="6315"/>
                      </a:cubicBezTo>
                      <a:lnTo>
                        <a:pt x="10943" y="6315"/>
                      </a:lnTo>
                      <a:lnTo>
                        <a:pt x="1" y="0"/>
                      </a:lnTo>
                      <a:close/>
                      <a:moveTo>
                        <a:pt x="11003" y="6349"/>
                      </a:moveTo>
                      <a:lnTo>
                        <a:pt x="11003" y="6349"/>
                      </a:lnTo>
                      <a:cubicBezTo>
                        <a:pt x="11006" y="6353"/>
                        <a:pt x="11009" y="6357"/>
                        <a:pt x="11012" y="6362"/>
                      </a:cubicBezTo>
                      <a:cubicBezTo>
                        <a:pt x="11051" y="6420"/>
                        <a:pt x="11051" y="6498"/>
                        <a:pt x="10973" y="6537"/>
                      </a:cubicBezTo>
                      <a:lnTo>
                        <a:pt x="10915" y="6556"/>
                      </a:lnTo>
                      <a:cubicBezTo>
                        <a:pt x="11868" y="7121"/>
                        <a:pt x="12724" y="7607"/>
                        <a:pt x="13386" y="7996"/>
                      </a:cubicBezTo>
                      <a:lnTo>
                        <a:pt x="13542" y="7899"/>
                      </a:lnTo>
                      <a:cubicBezTo>
                        <a:pt x="13561" y="7892"/>
                        <a:pt x="13583" y="7888"/>
                        <a:pt x="13604" y="7888"/>
                      </a:cubicBezTo>
                      <a:cubicBezTo>
                        <a:pt x="13647" y="7888"/>
                        <a:pt x="13691" y="7905"/>
                        <a:pt x="13717" y="7957"/>
                      </a:cubicBezTo>
                      <a:cubicBezTo>
                        <a:pt x="13736" y="7996"/>
                        <a:pt x="13736" y="8074"/>
                        <a:pt x="13678" y="8113"/>
                      </a:cubicBezTo>
                      <a:lnTo>
                        <a:pt x="13600" y="8152"/>
                      </a:lnTo>
                      <a:cubicBezTo>
                        <a:pt x="14495" y="8658"/>
                        <a:pt x="15001" y="8969"/>
                        <a:pt x="15001" y="8969"/>
                      </a:cubicBezTo>
                      <a:lnTo>
                        <a:pt x="16051" y="9572"/>
                      </a:lnTo>
                      <a:lnTo>
                        <a:pt x="16246" y="9475"/>
                      </a:lnTo>
                      <a:cubicBezTo>
                        <a:pt x="16265" y="9468"/>
                        <a:pt x="16285" y="9464"/>
                        <a:pt x="16304" y="9464"/>
                      </a:cubicBezTo>
                      <a:cubicBezTo>
                        <a:pt x="16343" y="9464"/>
                        <a:pt x="16382" y="9481"/>
                        <a:pt x="16421" y="9533"/>
                      </a:cubicBezTo>
                      <a:cubicBezTo>
                        <a:pt x="16440" y="9572"/>
                        <a:pt x="16440" y="9650"/>
                        <a:pt x="16363" y="9708"/>
                      </a:cubicBezTo>
                      <a:lnTo>
                        <a:pt x="16304" y="9728"/>
                      </a:lnTo>
                      <a:lnTo>
                        <a:pt x="19281" y="11459"/>
                      </a:lnTo>
                      <a:lnTo>
                        <a:pt x="19436" y="11381"/>
                      </a:lnTo>
                      <a:cubicBezTo>
                        <a:pt x="19451" y="11374"/>
                        <a:pt x="19470" y="11370"/>
                        <a:pt x="19492" y="11370"/>
                      </a:cubicBezTo>
                      <a:cubicBezTo>
                        <a:pt x="19530" y="11370"/>
                        <a:pt x="19574" y="11383"/>
                        <a:pt x="19611" y="11420"/>
                      </a:cubicBezTo>
                      <a:cubicBezTo>
                        <a:pt x="19631" y="11479"/>
                        <a:pt x="19631" y="11556"/>
                        <a:pt x="19553" y="11595"/>
                      </a:cubicBezTo>
                      <a:lnTo>
                        <a:pt x="19534" y="11595"/>
                      </a:lnTo>
                      <a:lnTo>
                        <a:pt x="19845" y="11790"/>
                      </a:lnTo>
                      <a:lnTo>
                        <a:pt x="20331" y="11790"/>
                      </a:lnTo>
                      <a:lnTo>
                        <a:pt x="15857" y="9124"/>
                      </a:lnTo>
                      <a:lnTo>
                        <a:pt x="15779" y="9163"/>
                      </a:lnTo>
                      <a:cubicBezTo>
                        <a:pt x="15759" y="9163"/>
                        <a:pt x="15740" y="9183"/>
                        <a:pt x="15740" y="9183"/>
                      </a:cubicBezTo>
                      <a:cubicBezTo>
                        <a:pt x="15682" y="9183"/>
                        <a:pt x="15662" y="9163"/>
                        <a:pt x="15643" y="9144"/>
                      </a:cubicBezTo>
                      <a:cubicBezTo>
                        <a:pt x="15623" y="9086"/>
                        <a:pt x="15623" y="9047"/>
                        <a:pt x="15643" y="9027"/>
                      </a:cubicBezTo>
                      <a:lnTo>
                        <a:pt x="11003" y="63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4" name="Google Shape;10594;p73"/>
                <p:cNvSpPr/>
                <p:nvPr/>
              </p:nvSpPr>
              <p:spPr>
                <a:xfrm>
                  <a:off x="719400" y="2432875"/>
                  <a:ext cx="39925" cy="22875"/>
                </a:xfrm>
                <a:custGeom>
                  <a:avLst/>
                  <a:gdLst/>
                  <a:ahLst/>
                  <a:cxnLst/>
                  <a:rect l="l" t="t" r="r" b="b"/>
                  <a:pathLst>
                    <a:path w="1597" h="915" extrusionOk="0">
                      <a:moveTo>
                        <a:pt x="1363" y="1"/>
                      </a:moveTo>
                      <a:lnTo>
                        <a:pt x="1" y="798"/>
                      </a:lnTo>
                      <a:lnTo>
                        <a:pt x="234" y="915"/>
                      </a:lnTo>
                      <a:lnTo>
                        <a:pt x="1596" y="137"/>
                      </a:lnTo>
                      <a:lnTo>
                        <a:pt x="13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5" name="Google Shape;10595;p73"/>
                <p:cNvSpPr/>
                <p:nvPr/>
              </p:nvSpPr>
              <p:spPr>
                <a:xfrm>
                  <a:off x="752475" y="2430050"/>
                  <a:ext cx="9750" cy="6250"/>
                </a:xfrm>
                <a:custGeom>
                  <a:avLst/>
                  <a:gdLst/>
                  <a:ahLst/>
                  <a:cxnLst/>
                  <a:rect l="l" t="t" r="r" b="b"/>
                  <a:pathLst>
                    <a:path w="390" h="250" extrusionOk="0">
                      <a:moveTo>
                        <a:pt x="262" y="0"/>
                      </a:moveTo>
                      <a:cubicBezTo>
                        <a:pt x="241" y="0"/>
                        <a:pt x="218" y="5"/>
                        <a:pt x="195" y="16"/>
                      </a:cubicBezTo>
                      <a:lnTo>
                        <a:pt x="1" y="114"/>
                      </a:lnTo>
                      <a:lnTo>
                        <a:pt x="254" y="250"/>
                      </a:lnTo>
                      <a:lnTo>
                        <a:pt x="331" y="230"/>
                      </a:lnTo>
                      <a:cubicBezTo>
                        <a:pt x="370" y="211"/>
                        <a:pt x="390" y="133"/>
                        <a:pt x="370" y="55"/>
                      </a:cubicBezTo>
                      <a:cubicBezTo>
                        <a:pt x="357" y="28"/>
                        <a:pt x="314" y="0"/>
                        <a:pt x="2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6" name="Google Shape;10596;p73"/>
                <p:cNvSpPr/>
                <p:nvPr/>
              </p:nvSpPr>
              <p:spPr>
                <a:xfrm>
                  <a:off x="651800" y="2393975"/>
                  <a:ext cx="39900" cy="22875"/>
                </a:xfrm>
                <a:custGeom>
                  <a:avLst/>
                  <a:gdLst/>
                  <a:ahLst/>
                  <a:cxnLst/>
                  <a:rect l="l" t="t" r="r" b="b"/>
                  <a:pathLst>
                    <a:path w="1596" h="915" extrusionOk="0">
                      <a:moveTo>
                        <a:pt x="1362" y="0"/>
                      </a:moveTo>
                      <a:lnTo>
                        <a:pt x="0" y="778"/>
                      </a:lnTo>
                      <a:lnTo>
                        <a:pt x="234" y="915"/>
                      </a:lnTo>
                      <a:lnTo>
                        <a:pt x="1596" y="136"/>
                      </a:lnTo>
                      <a:cubicBezTo>
                        <a:pt x="1537" y="97"/>
                        <a:pt x="1440" y="39"/>
                        <a:pt x="1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7" name="Google Shape;10597;p73"/>
                <p:cNvSpPr/>
                <p:nvPr/>
              </p:nvSpPr>
              <p:spPr>
                <a:xfrm>
                  <a:off x="685850" y="2390375"/>
                  <a:ext cx="9250" cy="6525"/>
                </a:xfrm>
                <a:custGeom>
                  <a:avLst/>
                  <a:gdLst/>
                  <a:ahLst/>
                  <a:cxnLst/>
                  <a:rect l="l" t="t" r="r" b="b"/>
                  <a:pathLst>
                    <a:path w="370" h="261" extrusionOk="0">
                      <a:moveTo>
                        <a:pt x="222" y="1"/>
                      </a:moveTo>
                      <a:cubicBezTo>
                        <a:pt x="206" y="1"/>
                        <a:pt x="190" y="3"/>
                        <a:pt x="175" y="8"/>
                      </a:cubicBezTo>
                      <a:lnTo>
                        <a:pt x="0" y="105"/>
                      </a:lnTo>
                      <a:cubicBezTo>
                        <a:pt x="78" y="164"/>
                        <a:pt x="175" y="203"/>
                        <a:pt x="234" y="261"/>
                      </a:cubicBezTo>
                      <a:lnTo>
                        <a:pt x="292" y="241"/>
                      </a:lnTo>
                      <a:cubicBezTo>
                        <a:pt x="331" y="203"/>
                        <a:pt x="370" y="144"/>
                        <a:pt x="331" y="66"/>
                      </a:cubicBezTo>
                      <a:cubicBezTo>
                        <a:pt x="316" y="23"/>
                        <a:pt x="269" y="1"/>
                        <a:pt x="2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8" name="Google Shape;10598;p73"/>
                <p:cNvSpPr/>
                <p:nvPr/>
              </p:nvSpPr>
              <p:spPr>
                <a:xfrm>
                  <a:off x="583700" y="2355050"/>
                  <a:ext cx="39925" cy="22900"/>
                </a:xfrm>
                <a:custGeom>
                  <a:avLst/>
                  <a:gdLst/>
                  <a:ahLst/>
                  <a:cxnLst/>
                  <a:rect l="l" t="t" r="r" b="b"/>
                  <a:pathLst>
                    <a:path w="1597" h="916" extrusionOk="0">
                      <a:moveTo>
                        <a:pt x="1363" y="1"/>
                      </a:moveTo>
                      <a:lnTo>
                        <a:pt x="1" y="779"/>
                      </a:lnTo>
                      <a:lnTo>
                        <a:pt x="234" y="915"/>
                      </a:lnTo>
                      <a:lnTo>
                        <a:pt x="1596" y="137"/>
                      </a:lnTo>
                      <a:cubicBezTo>
                        <a:pt x="1538" y="98"/>
                        <a:pt x="1440" y="40"/>
                        <a:pt x="1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9" name="Google Shape;10599;p73"/>
                <p:cNvSpPr/>
                <p:nvPr/>
              </p:nvSpPr>
              <p:spPr>
                <a:xfrm>
                  <a:off x="617750" y="2351475"/>
                  <a:ext cx="9275" cy="6525"/>
                </a:xfrm>
                <a:custGeom>
                  <a:avLst/>
                  <a:gdLst/>
                  <a:ahLst/>
                  <a:cxnLst/>
                  <a:rect l="l" t="t" r="r" b="b"/>
                  <a:pathLst>
                    <a:path w="371" h="261" extrusionOk="0">
                      <a:moveTo>
                        <a:pt x="222" y="0"/>
                      </a:moveTo>
                      <a:cubicBezTo>
                        <a:pt x="206" y="0"/>
                        <a:pt x="190" y="3"/>
                        <a:pt x="176" y="8"/>
                      </a:cubicBezTo>
                      <a:lnTo>
                        <a:pt x="1" y="105"/>
                      </a:lnTo>
                      <a:cubicBezTo>
                        <a:pt x="59" y="163"/>
                        <a:pt x="176" y="202"/>
                        <a:pt x="234" y="260"/>
                      </a:cubicBezTo>
                      <a:lnTo>
                        <a:pt x="292" y="241"/>
                      </a:lnTo>
                      <a:cubicBezTo>
                        <a:pt x="331" y="202"/>
                        <a:pt x="370" y="144"/>
                        <a:pt x="331" y="66"/>
                      </a:cubicBezTo>
                      <a:cubicBezTo>
                        <a:pt x="317" y="22"/>
                        <a:pt x="269" y="0"/>
                        <a:pt x="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0" name="Google Shape;10600;p73"/>
                <p:cNvSpPr/>
                <p:nvPr/>
              </p:nvSpPr>
              <p:spPr>
                <a:xfrm>
                  <a:off x="642075" y="2447950"/>
                  <a:ext cx="92425" cy="39900"/>
                </a:xfrm>
                <a:custGeom>
                  <a:avLst/>
                  <a:gdLst/>
                  <a:ahLst/>
                  <a:cxnLst/>
                  <a:rect l="l" t="t" r="r" b="b"/>
                  <a:pathLst>
                    <a:path w="3697" h="1596" extrusionOk="0">
                      <a:moveTo>
                        <a:pt x="2763" y="1"/>
                      </a:moveTo>
                      <a:lnTo>
                        <a:pt x="0" y="1596"/>
                      </a:lnTo>
                      <a:lnTo>
                        <a:pt x="1849" y="1596"/>
                      </a:lnTo>
                      <a:lnTo>
                        <a:pt x="3697" y="526"/>
                      </a:lnTo>
                      <a:lnTo>
                        <a:pt x="3327" y="312"/>
                      </a:lnTo>
                      <a:lnTo>
                        <a:pt x="2724" y="682"/>
                      </a:lnTo>
                      <a:cubicBezTo>
                        <a:pt x="2705" y="682"/>
                        <a:pt x="2666" y="701"/>
                        <a:pt x="2666" y="701"/>
                      </a:cubicBezTo>
                      <a:cubicBezTo>
                        <a:pt x="2627" y="701"/>
                        <a:pt x="2607" y="682"/>
                        <a:pt x="2568" y="662"/>
                      </a:cubicBezTo>
                      <a:cubicBezTo>
                        <a:pt x="2549" y="604"/>
                        <a:pt x="2549" y="526"/>
                        <a:pt x="2627" y="487"/>
                      </a:cubicBezTo>
                      <a:lnTo>
                        <a:pt x="3113" y="195"/>
                      </a:lnTo>
                      <a:lnTo>
                        <a:pt x="27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1" name="Google Shape;10601;p73"/>
                <p:cNvSpPr/>
                <p:nvPr/>
              </p:nvSpPr>
              <p:spPr>
                <a:xfrm>
                  <a:off x="705300" y="2451350"/>
                  <a:ext cx="19475" cy="13650"/>
                </a:xfrm>
                <a:custGeom>
                  <a:avLst/>
                  <a:gdLst/>
                  <a:ahLst/>
                  <a:cxnLst/>
                  <a:rect l="l" t="t" r="r" b="b"/>
                  <a:pathLst>
                    <a:path w="779" h="546" extrusionOk="0">
                      <a:moveTo>
                        <a:pt x="526" y="1"/>
                      </a:moveTo>
                      <a:lnTo>
                        <a:pt x="78" y="332"/>
                      </a:lnTo>
                      <a:cubicBezTo>
                        <a:pt x="20" y="351"/>
                        <a:pt x="1" y="429"/>
                        <a:pt x="20" y="487"/>
                      </a:cubicBezTo>
                      <a:cubicBezTo>
                        <a:pt x="39" y="546"/>
                        <a:pt x="98" y="546"/>
                        <a:pt x="117" y="546"/>
                      </a:cubicBezTo>
                      <a:cubicBezTo>
                        <a:pt x="137" y="546"/>
                        <a:pt x="176" y="546"/>
                        <a:pt x="176" y="526"/>
                      </a:cubicBezTo>
                      <a:lnTo>
                        <a:pt x="779" y="156"/>
                      </a:lnTo>
                      <a:lnTo>
                        <a:pt x="5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2" name="Google Shape;10602;p73"/>
                <p:cNvSpPr/>
                <p:nvPr/>
              </p:nvSpPr>
              <p:spPr>
                <a:xfrm>
                  <a:off x="562300" y="2408550"/>
                  <a:ext cx="104125" cy="59850"/>
                </a:xfrm>
                <a:custGeom>
                  <a:avLst/>
                  <a:gdLst/>
                  <a:ahLst/>
                  <a:cxnLst/>
                  <a:rect l="l" t="t" r="r" b="b"/>
                  <a:pathLst>
                    <a:path w="4165" h="2394" extrusionOk="0">
                      <a:moveTo>
                        <a:pt x="3230" y="1"/>
                      </a:moveTo>
                      <a:lnTo>
                        <a:pt x="1" y="1868"/>
                      </a:lnTo>
                      <a:lnTo>
                        <a:pt x="935" y="2394"/>
                      </a:lnTo>
                      <a:lnTo>
                        <a:pt x="4164" y="526"/>
                      </a:lnTo>
                      <a:lnTo>
                        <a:pt x="3795" y="332"/>
                      </a:lnTo>
                      <a:lnTo>
                        <a:pt x="3191" y="701"/>
                      </a:lnTo>
                      <a:lnTo>
                        <a:pt x="3133" y="701"/>
                      </a:lnTo>
                      <a:cubicBezTo>
                        <a:pt x="3094" y="701"/>
                        <a:pt x="3075" y="682"/>
                        <a:pt x="3036" y="643"/>
                      </a:cubicBezTo>
                      <a:cubicBezTo>
                        <a:pt x="3016" y="604"/>
                        <a:pt x="3016" y="526"/>
                        <a:pt x="3094" y="487"/>
                      </a:cubicBezTo>
                      <a:lnTo>
                        <a:pt x="3580" y="176"/>
                      </a:lnTo>
                      <a:lnTo>
                        <a:pt x="323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3" name="Google Shape;10603;p73"/>
                <p:cNvSpPr/>
                <p:nvPr/>
              </p:nvSpPr>
              <p:spPr>
                <a:xfrm>
                  <a:off x="637200" y="2412450"/>
                  <a:ext cx="19500" cy="13650"/>
                </a:xfrm>
                <a:custGeom>
                  <a:avLst/>
                  <a:gdLst/>
                  <a:ahLst/>
                  <a:cxnLst/>
                  <a:rect l="l" t="t" r="r" b="b"/>
                  <a:pathLst>
                    <a:path w="780" h="546" extrusionOk="0">
                      <a:moveTo>
                        <a:pt x="526" y="0"/>
                      </a:moveTo>
                      <a:lnTo>
                        <a:pt x="79" y="331"/>
                      </a:lnTo>
                      <a:cubicBezTo>
                        <a:pt x="20" y="351"/>
                        <a:pt x="1" y="428"/>
                        <a:pt x="20" y="487"/>
                      </a:cubicBezTo>
                      <a:cubicBezTo>
                        <a:pt x="40" y="545"/>
                        <a:pt x="98" y="545"/>
                        <a:pt x="118" y="545"/>
                      </a:cubicBezTo>
                      <a:cubicBezTo>
                        <a:pt x="137" y="545"/>
                        <a:pt x="176" y="545"/>
                        <a:pt x="176" y="526"/>
                      </a:cubicBezTo>
                      <a:lnTo>
                        <a:pt x="779" y="156"/>
                      </a:lnTo>
                      <a:lnTo>
                        <a:pt x="5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4" name="Google Shape;10604;p73"/>
                <p:cNvSpPr/>
                <p:nvPr/>
              </p:nvSpPr>
              <p:spPr>
                <a:xfrm>
                  <a:off x="494225" y="2369650"/>
                  <a:ext cx="104100" cy="59850"/>
                </a:xfrm>
                <a:custGeom>
                  <a:avLst/>
                  <a:gdLst/>
                  <a:ahLst/>
                  <a:cxnLst/>
                  <a:rect l="l" t="t" r="r" b="b"/>
                  <a:pathLst>
                    <a:path w="4164" h="2394" extrusionOk="0">
                      <a:moveTo>
                        <a:pt x="3230" y="0"/>
                      </a:moveTo>
                      <a:lnTo>
                        <a:pt x="0" y="1868"/>
                      </a:lnTo>
                      <a:lnTo>
                        <a:pt x="934" y="2393"/>
                      </a:lnTo>
                      <a:lnTo>
                        <a:pt x="4163" y="526"/>
                      </a:lnTo>
                      <a:lnTo>
                        <a:pt x="3794" y="331"/>
                      </a:lnTo>
                      <a:lnTo>
                        <a:pt x="3191" y="701"/>
                      </a:lnTo>
                      <a:lnTo>
                        <a:pt x="3132" y="701"/>
                      </a:lnTo>
                      <a:cubicBezTo>
                        <a:pt x="3093" y="701"/>
                        <a:pt x="3074" y="681"/>
                        <a:pt x="3035" y="642"/>
                      </a:cubicBezTo>
                      <a:cubicBezTo>
                        <a:pt x="3016" y="604"/>
                        <a:pt x="3016" y="526"/>
                        <a:pt x="3093" y="487"/>
                      </a:cubicBezTo>
                      <a:lnTo>
                        <a:pt x="3580" y="175"/>
                      </a:lnTo>
                      <a:lnTo>
                        <a:pt x="32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5" name="Google Shape;10605;p73"/>
                <p:cNvSpPr/>
                <p:nvPr/>
              </p:nvSpPr>
              <p:spPr>
                <a:xfrm>
                  <a:off x="569600" y="2373550"/>
                  <a:ext cx="19475" cy="13625"/>
                </a:xfrm>
                <a:custGeom>
                  <a:avLst/>
                  <a:gdLst/>
                  <a:ahLst/>
                  <a:cxnLst/>
                  <a:rect l="l" t="t" r="r" b="b"/>
                  <a:pathLst>
                    <a:path w="779" h="545" extrusionOk="0">
                      <a:moveTo>
                        <a:pt x="545" y="0"/>
                      </a:moveTo>
                      <a:lnTo>
                        <a:pt x="78" y="331"/>
                      </a:lnTo>
                      <a:cubicBezTo>
                        <a:pt x="20" y="350"/>
                        <a:pt x="1" y="428"/>
                        <a:pt x="20" y="486"/>
                      </a:cubicBezTo>
                      <a:cubicBezTo>
                        <a:pt x="59" y="545"/>
                        <a:pt x="98" y="545"/>
                        <a:pt x="117" y="545"/>
                      </a:cubicBezTo>
                      <a:cubicBezTo>
                        <a:pt x="156" y="545"/>
                        <a:pt x="176" y="545"/>
                        <a:pt x="176" y="525"/>
                      </a:cubicBezTo>
                      <a:lnTo>
                        <a:pt x="779" y="156"/>
                      </a:lnTo>
                      <a:lnTo>
                        <a:pt x="5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6" name="Google Shape;10606;p73"/>
                <p:cNvSpPr/>
                <p:nvPr/>
              </p:nvSpPr>
              <p:spPr>
                <a:xfrm>
                  <a:off x="954800" y="2432450"/>
                  <a:ext cx="41375" cy="26225"/>
                </a:xfrm>
                <a:custGeom>
                  <a:avLst/>
                  <a:gdLst/>
                  <a:ahLst/>
                  <a:cxnLst/>
                  <a:rect l="l" t="t" r="r" b="b"/>
                  <a:pathLst>
                    <a:path w="1655" h="1049" extrusionOk="0">
                      <a:moveTo>
                        <a:pt x="818" y="251"/>
                      </a:moveTo>
                      <a:cubicBezTo>
                        <a:pt x="993" y="251"/>
                        <a:pt x="1129" y="270"/>
                        <a:pt x="1246" y="348"/>
                      </a:cubicBezTo>
                      <a:cubicBezTo>
                        <a:pt x="1343" y="407"/>
                        <a:pt x="1402" y="465"/>
                        <a:pt x="1402" y="543"/>
                      </a:cubicBezTo>
                      <a:cubicBezTo>
                        <a:pt x="1402" y="621"/>
                        <a:pt x="1343" y="660"/>
                        <a:pt x="1246" y="737"/>
                      </a:cubicBezTo>
                      <a:cubicBezTo>
                        <a:pt x="1129" y="815"/>
                        <a:pt x="964" y="854"/>
                        <a:pt x="801" y="854"/>
                      </a:cubicBezTo>
                      <a:cubicBezTo>
                        <a:pt x="638" y="854"/>
                        <a:pt x="478" y="815"/>
                        <a:pt x="371" y="737"/>
                      </a:cubicBezTo>
                      <a:cubicBezTo>
                        <a:pt x="273" y="679"/>
                        <a:pt x="234" y="621"/>
                        <a:pt x="234" y="543"/>
                      </a:cubicBezTo>
                      <a:cubicBezTo>
                        <a:pt x="234" y="465"/>
                        <a:pt x="273" y="426"/>
                        <a:pt x="371" y="348"/>
                      </a:cubicBezTo>
                      <a:cubicBezTo>
                        <a:pt x="507" y="309"/>
                        <a:pt x="643" y="251"/>
                        <a:pt x="818" y="251"/>
                      </a:cubicBezTo>
                      <a:close/>
                      <a:moveTo>
                        <a:pt x="857" y="0"/>
                      </a:moveTo>
                      <a:cubicBezTo>
                        <a:pt x="670" y="0"/>
                        <a:pt x="483" y="39"/>
                        <a:pt x="332" y="115"/>
                      </a:cubicBezTo>
                      <a:cubicBezTo>
                        <a:pt x="332" y="154"/>
                        <a:pt x="351" y="232"/>
                        <a:pt x="332" y="251"/>
                      </a:cubicBezTo>
                      <a:cubicBezTo>
                        <a:pt x="312" y="309"/>
                        <a:pt x="254" y="309"/>
                        <a:pt x="234" y="309"/>
                      </a:cubicBezTo>
                      <a:cubicBezTo>
                        <a:pt x="215" y="309"/>
                        <a:pt x="176" y="309"/>
                        <a:pt x="176" y="270"/>
                      </a:cubicBezTo>
                      <a:lnTo>
                        <a:pt x="137" y="251"/>
                      </a:lnTo>
                      <a:cubicBezTo>
                        <a:pt x="59" y="329"/>
                        <a:pt x="1" y="426"/>
                        <a:pt x="1" y="523"/>
                      </a:cubicBezTo>
                      <a:cubicBezTo>
                        <a:pt x="1" y="660"/>
                        <a:pt x="98" y="815"/>
                        <a:pt x="273" y="912"/>
                      </a:cubicBezTo>
                      <a:cubicBezTo>
                        <a:pt x="448" y="1010"/>
                        <a:pt x="643" y="1049"/>
                        <a:pt x="838" y="1049"/>
                      </a:cubicBezTo>
                      <a:cubicBezTo>
                        <a:pt x="1032" y="1049"/>
                        <a:pt x="1246" y="1010"/>
                        <a:pt x="1402" y="912"/>
                      </a:cubicBezTo>
                      <a:cubicBezTo>
                        <a:pt x="1557" y="815"/>
                        <a:pt x="1655" y="660"/>
                        <a:pt x="1655" y="523"/>
                      </a:cubicBezTo>
                      <a:cubicBezTo>
                        <a:pt x="1655" y="368"/>
                        <a:pt x="1557" y="232"/>
                        <a:pt x="1402" y="134"/>
                      </a:cubicBezTo>
                      <a:cubicBezTo>
                        <a:pt x="1251" y="44"/>
                        <a:pt x="1055" y="0"/>
                        <a:pt x="8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7" name="Google Shape;10607;p73"/>
                <p:cNvSpPr/>
                <p:nvPr/>
              </p:nvSpPr>
              <p:spPr>
                <a:xfrm>
                  <a:off x="817175" y="2352875"/>
                  <a:ext cx="41350" cy="27000"/>
                </a:xfrm>
                <a:custGeom>
                  <a:avLst/>
                  <a:gdLst/>
                  <a:ahLst/>
                  <a:cxnLst/>
                  <a:rect l="l" t="t" r="r" b="b"/>
                  <a:pathLst>
                    <a:path w="1654" h="1080" extrusionOk="0">
                      <a:moveTo>
                        <a:pt x="319" y="717"/>
                      </a:moveTo>
                      <a:cubicBezTo>
                        <a:pt x="339" y="735"/>
                        <a:pt x="363" y="753"/>
                        <a:pt x="389" y="769"/>
                      </a:cubicBezTo>
                      <a:cubicBezTo>
                        <a:pt x="402" y="777"/>
                        <a:pt x="416" y="785"/>
                        <a:pt x="430" y="792"/>
                      </a:cubicBezTo>
                      <a:lnTo>
                        <a:pt x="430" y="792"/>
                      </a:lnTo>
                      <a:cubicBezTo>
                        <a:pt x="429" y="791"/>
                        <a:pt x="429" y="789"/>
                        <a:pt x="428" y="788"/>
                      </a:cubicBezTo>
                      <a:cubicBezTo>
                        <a:pt x="415" y="749"/>
                        <a:pt x="367" y="727"/>
                        <a:pt x="319" y="717"/>
                      </a:cubicBezTo>
                      <a:close/>
                      <a:moveTo>
                        <a:pt x="1318" y="723"/>
                      </a:moveTo>
                      <a:cubicBezTo>
                        <a:pt x="1265" y="724"/>
                        <a:pt x="1220" y="746"/>
                        <a:pt x="1206" y="788"/>
                      </a:cubicBezTo>
                      <a:cubicBezTo>
                        <a:pt x="1206" y="791"/>
                        <a:pt x="1205" y="794"/>
                        <a:pt x="1204" y="798"/>
                      </a:cubicBezTo>
                      <a:lnTo>
                        <a:pt x="1204" y="798"/>
                      </a:lnTo>
                      <a:cubicBezTo>
                        <a:pt x="1225" y="789"/>
                        <a:pt x="1245" y="779"/>
                        <a:pt x="1265" y="769"/>
                      </a:cubicBezTo>
                      <a:cubicBezTo>
                        <a:pt x="1285" y="753"/>
                        <a:pt x="1303" y="737"/>
                        <a:pt x="1318" y="723"/>
                      </a:cubicBezTo>
                      <a:close/>
                      <a:moveTo>
                        <a:pt x="825" y="0"/>
                      </a:moveTo>
                      <a:cubicBezTo>
                        <a:pt x="623" y="0"/>
                        <a:pt x="418" y="49"/>
                        <a:pt x="253" y="146"/>
                      </a:cubicBezTo>
                      <a:cubicBezTo>
                        <a:pt x="97" y="243"/>
                        <a:pt x="0" y="399"/>
                        <a:pt x="0" y="535"/>
                      </a:cubicBezTo>
                      <a:cubicBezTo>
                        <a:pt x="0" y="632"/>
                        <a:pt x="39" y="730"/>
                        <a:pt x="117" y="808"/>
                      </a:cubicBezTo>
                      <a:lnTo>
                        <a:pt x="253" y="710"/>
                      </a:lnTo>
                      <a:cubicBezTo>
                        <a:pt x="272" y="710"/>
                        <a:pt x="295" y="712"/>
                        <a:pt x="319" y="717"/>
                      </a:cubicBezTo>
                      <a:lnTo>
                        <a:pt x="319" y="717"/>
                      </a:lnTo>
                      <a:cubicBezTo>
                        <a:pt x="264" y="669"/>
                        <a:pt x="234" y="617"/>
                        <a:pt x="234" y="574"/>
                      </a:cubicBezTo>
                      <a:cubicBezTo>
                        <a:pt x="234" y="496"/>
                        <a:pt x="292" y="418"/>
                        <a:pt x="389" y="380"/>
                      </a:cubicBezTo>
                      <a:cubicBezTo>
                        <a:pt x="506" y="302"/>
                        <a:pt x="681" y="282"/>
                        <a:pt x="817" y="282"/>
                      </a:cubicBezTo>
                      <a:cubicBezTo>
                        <a:pt x="973" y="282"/>
                        <a:pt x="1129" y="302"/>
                        <a:pt x="1265" y="380"/>
                      </a:cubicBezTo>
                      <a:cubicBezTo>
                        <a:pt x="1362" y="418"/>
                        <a:pt x="1401" y="496"/>
                        <a:pt x="1401" y="574"/>
                      </a:cubicBezTo>
                      <a:cubicBezTo>
                        <a:pt x="1401" y="620"/>
                        <a:pt x="1377" y="667"/>
                        <a:pt x="1318" y="723"/>
                      </a:cubicBezTo>
                      <a:lnTo>
                        <a:pt x="1318" y="723"/>
                      </a:lnTo>
                      <a:cubicBezTo>
                        <a:pt x="1320" y="722"/>
                        <a:pt x="1322" y="722"/>
                        <a:pt x="1324" y="722"/>
                      </a:cubicBezTo>
                      <a:cubicBezTo>
                        <a:pt x="1343" y="722"/>
                        <a:pt x="1362" y="725"/>
                        <a:pt x="1381" y="730"/>
                      </a:cubicBezTo>
                      <a:lnTo>
                        <a:pt x="1518" y="808"/>
                      </a:lnTo>
                      <a:cubicBezTo>
                        <a:pt x="1595" y="730"/>
                        <a:pt x="1654" y="632"/>
                        <a:pt x="1654" y="535"/>
                      </a:cubicBezTo>
                      <a:cubicBezTo>
                        <a:pt x="1654" y="399"/>
                        <a:pt x="1557" y="243"/>
                        <a:pt x="1381" y="146"/>
                      </a:cubicBezTo>
                      <a:cubicBezTo>
                        <a:pt x="1226" y="49"/>
                        <a:pt x="1026" y="0"/>
                        <a:pt x="825" y="0"/>
                      </a:cubicBezTo>
                      <a:close/>
                      <a:moveTo>
                        <a:pt x="430" y="792"/>
                      </a:moveTo>
                      <a:cubicBezTo>
                        <a:pt x="448" y="832"/>
                        <a:pt x="446" y="907"/>
                        <a:pt x="389" y="963"/>
                      </a:cubicBezTo>
                      <a:lnTo>
                        <a:pt x="331" y="983"/>
                      </a:lnTo>
                      <a:cubicBezTo>
                        <a:pt x="487" y="1060"/>
                        <a:pt x="642" y="1080"/>
                        <a:pt x="817" y="1080"/>
                      </a:cubicBezTo>
                      <a:cubicBezTo>
                        <a:pt x="992" y="1080"/>
                        <a:pt x="1167" y="1060"/>
                        <a:pt x="1304" y="983"/>
                      </a:cubicBezTo>
                      <a:lnTo>
                        <a:pt x="1265" y="963"/>
                      </a:lnTo>
                      <a:cubicBezTo>
                        <a:pt x="1209" y="926"/>
                        <a:pt x="1189" y="871"/>
                        <a:pt x="1204" y="798"/>
                      </a:cubicBezTo>
                      <a:lnTo>
                        <a:pt x="1204" y="798"/>
                      </a:lnTo>
                      <a:cubicBezTo>
                        <a:pt x="1088" y="846"/>
                        <a:pt x="948" y="871"/>
                        <a:pt x="812" y="871"/>
                      </a:cubicBezTo>
                      <a:cubicBezTo>
                        <a:pt x="671" y="871"/>
                        <a:pt x="534" y="844"/>
                        <a:pt x="430" y="79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8" name="Google Shape;10608;p73"/>
                <p:cNvSpPr/>
                <p:nvPr/>
              </p:nvSpPr>
              <p:spPr>
                <a:xfrm>
                  <a:off x="850725" y="2374500"/>
                  <a:ext cx="111400" cy="64725"/>
                </a:xfrm>
                <a:custGeom>
                  <a:avLst/>
                  <a:gdLst/>
                  <a:ahLst/>
                  <a:cxnLst/>
                  <a:rect l="l" t="t" r="r" b="b"/>
                  <a:pathLst>
                    <a:path w="4456" h="2589" extrusionOk="0">
                      <a:moveTo>
                        <a:pt x="215" y="1"/>
                      </a:moveTo>
                      <a:cubicBezTo>
                        <a:pt x="156" y="20"/>
                        <a:pt x="117" y="59"/>
                        <a:pt x="59" y="98"/>
                      </a:cubicBezTo>
                      <a:cubicBezTo>
                        <a:pt x="39" y="118"/>
                        <a:pt x="20" y="118"/>
                        <a:pt x="1" y="118"/>
                      </a:cubicBezTo>
                      <a:lnTo>
                        <a:pt x="4261" y="2588"/>
                      </a:lnTo>
                      <a:cubicBezTo>
                        <a:pt x="4320" y="2550"/>
                        <a:pt x="4378" y="2491"/>
                        <a:pt x="4417" y="2472"/>
                      </a:cubicBezTo>
                      <a:cubicBezTo>
                        <a:pt x="4436" y="2472"/>
                        <a:pt x="4456" y="2452"/>
                        <a:pt x="4456" y="2452"/>
                      </a:cubicBezTo>
                      <a:lnTo>
                        <a:pt x="4436" y="2433"/>
                      </a:lnTo>
                      <a:lnTo>
                        <a:pt x="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9" name="Google Shape;10609;p73"/>
                <p:cNvSpPr/>
                <p:nvPr/>
              </p:nvSpPr>
              <p:spPr>
                <a:xfrm>
                  <a:off x="956750" y="2435800"/>
                  <a:ext cx="5875" cy="4875"/>
                </a:xfrm>
                <a:custGeom>
                  <a:avLst/>
                  <a:gdLst/>
                  <a:ahLst/>
                  <a:cxnLst/>
                  <a:rect l="l" t="t" r="r" b="b"/>
                  <a:pathLst>
                    <a:path w="235" h="195" extrusionOk="0">
                      <a:moveTo>
                        <a:pt x="176" y="0"/>
                      </a:moveTo>
                      <a:cubicBezTo>
                        <a:pt x="156" y="0"/>
                        <a:pt x="137" y="20"/>
                        <a:pt x="137" y="20"/>
                      </a:cubicBezTo>
                      <a:lnTo>
                        <a:pt x="1" y="136"/>
                      </a:lnTo>
                      <a:lnTo>
                        <a:pt x="59" y="175"/>
                      </a:lnTo>
                      <a:cubicBezTo>
                        <a:pt x="79" y="175"/>
                        <a:pt x="98" y="195"/>
                        <a:pt x="98" y="195"/>
                      </a:cubicBezTo>
                      <a:cubicBezTo>
                        <a:pt x="156" y="195"/>
                        <a:pt x="176" y="175"/>
                        <a:pt x="195" y="136"/>
                      </a:cubicBezTo>
                      <a:cubicBezTo>
                        <a:pt x="234" y="98"/>
                        <a:pt x="234" y="39"/>
                        <a:pt x="1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0" name="Google Shape;10610;p73"/>
                <p:cNvSpPr/>
                <p:nvPr/>
              </p:nvSpPr>
              <p:spPr>
                <a:xfrm>
                  <a:off x="847325" y="2371325"/>
                  <a:ext cx="8775" cy="6625"/>
                </a:xfrm>
                <a:custGeom>
                  <a:avLst/>
                  <a:gdLst/>
                  <a:ahLst/>
                  <a:cxnLst/>
                  <a:rect l="l" t="t" r="r" b="b"/>
                  <a:pathLst>
                    <a:path w="351" h="265" extrusionOk="0">
                      <a:moveTo>
                        <a:pt x="112" y="1"/>
                      </a:moveTo>
                      <a:cubicBezTo>
                        <a:pt x="76" y="1"/>
                        <a:pt x="42" y="26"/>
                        <a:pt x="20" y="70"/>
                      </a:cubicBezTo>
                      <a:cubicBezTo>
                        <a:pt x="0" y="128"/>
                        <a:pt x="0" y="186"/>
                        <a:pt x="78" y="245"/>
                      </a:cubicBezTo>
                      <a:lnTo>
                        <a:pt x="137" y="264"/>
                      </a:lnTo>
                      <a:cubicBezTo>
                        <a:pt x="156" y="264"/>
                        <a:pt x="175" y="245"/>
                        <a:pt x="195" y="245"/>
                      </a:cubicBezTo>
                      <a:cubicBezTo>
                        <a:pt x="273" y="225"/>
                        <a:pt x="292" y="167"/>
                        <a:pt x="351" y="128"/>
                      </a:cubicBezTo>
                      <a:lnTo>
                        <a:pt x="195" y="50"/>
                      </a:lnTo>
                      <a:cubicBezTo>
                        <a:pt x="169" y="16"/>
                        <a:pt x="140" y="1"/>
                        <a:pt x="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1" name="Google Shape;10611;p73"/>
                <p:cNvSpPr/>
                <p:nvPr/>
              </p:nvSpPr>
              <p:spPr>
                <a:xfrm>
                  <a:off x="741300" y="2373550"/>
                  <a:ext cx="83675" cy="49625"/>
                </a:xfrm>
                <a:custGeom>
                  <a:avLst/>
                  <a:gdLst/>
                  <a:ahLst/>
                  <a:cxnLst/>
                  <a:rect l="l" t="t" r="r" b="b"/>
                  <a:pathLst>
                    <a:path w="3347" h="1985" extrusionOk="0">
                      <a:moveTo>
                        <a:pt x="3152" y="0"/>
                      </a:moveTo>
                      <a:lnTo>
                        <a:pt x="39" y="1809"/>
                      </a:lnTo>
                      <a:cubicBezTo>
                        <a:pt x="20" y="1809"/>
                        <a:pt x="20" y="1829"/>
                        <a:pt x="0" y="1829"/>
                      </a:cubicBezTo>
                      <a:lnTo>
                        <a:pt x="234" y="1984"/>
                      </a:lnTo>
                      <a:lnTo>
                        <a:pt x="3346" y="175"/>
                      </a:lnTo>
                      <a:cubicBezTo>
                        <a:pt x="3346" y="156"/>
                        <a:pt x="3327" y="156"/>
                        <a:pt x="3288" y="136"/>
                      </a:cubicBezTo>
                      <a:cubicBezTo>
                        <a:pt x="3230" y="97"/>
                        <a:pt x="3171" y="58"/>
                        <a:pt x="31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2" name="Google Shape;10612;p73"/>
                <p:cNvSpPr/>
                <p:nvPr/>
              </p:nvSpPr>
              <p:spPr>
                <a:xfrm>
                  <a:off x="740325" y="2418275"/>
                  <a:ext cx="6350" cy="5375"/>
                </a:xfrm>
                <a:custGeom>
                  <a:avLst/>
                  <a:gdLst/>
                  <a:ahLst/>
                  <a:cxnLst/>
                  <a:rect l="l" t="t" r="r" b="b"/>
                  <a:pathLst>
                    <a:path w="254" h="215" extrusionOk="0">
                      <a:moveTo>
                        <a:pt x="0" y="1"/>
                      </a:moveTo>
                      <a:lnTo>
                        <a:pt x="0" y="1"/>
                      </a:lnTo>
                      <a:cubicBezTo>
                        <a:pt x="39" y="98"/>
                        <a:pt x="0" y="137"/>
                        <a:pt x="39" y="157"/>
                      </a:cubicBezTo>
                      <a:cubicBezTo>
                        <a:pt x="59" y="215"/>
                        <a:pt x="98" y="215"/>
                        <a:pt x="136" y="215"/>
                      </a:cubicBezTo>
                      <a:cubicBezTo>
                        <a:pt x="156" y="215"/>
                        <a:pt x="175" y="215"/>
                        <a:pt x="175" y="195"/>
                      </a:cubicBezTo>
                      <a:lnTo>
                        <a:pt x="253" y="13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3" name="Google Shape;10613;p73"/>
                <p:cNvSpPr/>
                <p:nvPr/>
              </p:nvSpPr>
              <p:spPr>
                <a:xfrm>
                  <a:off x="820075" y="2370925"/>
                  <a:ext cx="8300" cy="6525"/>
                </a:xfrm>
                <a:custGeom>
                  <a:avLst/>
                  <a:gdLst/>
                  <a:ahLst/>
                  <a:cxnLst/>
                  <a:rect l="l" t="t" r="r" b="b"/>
                  <a:pathLst>
                    <a:path w="332" h="261" extrusionOk="0">
                      <a:moveTo>
                        <a:pt x="195" y="0"/>
                      </a:moveTo>
                      <a:cubicBezTo>
                        <a:pt x="176" y="0"/>
                        <a:pt x="157" y="3"/>
                        <a:pt x="137" y="8"/>
                      </a:cubicBezTo>
                      <a:lnTo>
                        <a:pt x="1" y="105"/>
                      </a:lnTo>
                      <a:cubicBezTo>
                        <a:pt x="59" y="163"/>
                        <a:pt x="98" y="202"/>
                        <a:pt x="137" y="241"/>
                      </a:cubicBezTo>
                      <a:cubicBezTo>
                        <a:pt x="176" y="241"/>
                        <a:pt x="195" y="261"/>
                        <a:pt x="215" y="261"/>
                      </a:cubicBezTo>
                      <a:lnTo>
                        <a:pt x="273" y="241"/>
                      </a:lnTo>
                      <a:cubicBezTo>
                        <a:pt x="312" y="202"/>
                        <a:pt x="332" y="144"/>
                        <a:pt x="312" y="66"/>
                      </a:cubicBezTo>
                      <a:cubicBezTo>
                        <a:pt x="298" y="22"/>
                        <a:pt x="250" y="0"/>
                        <a:pt x="1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4" name="Google Shape;10614;p73"/>
                <p:cNvSpPr/>
                <p:nvPr/>
              </p:nvSpPr>
              <p:spPr>
                <a:xfrm>
                  <a:off x="350725" y="2163900"/>
                  <a:ext cx="364325" cy="214050"/>
                </a:xfrm>
                <a:custGeom>
                  <a:avLst/>
                  <a:gdLst/>
                  <a:ahLst/>
                  <a:cxnLst/>
                  <a:rect l="l" t="t" r="r" b="b"/>
                  <a:pathLst>
                    <a:path w="14573" h="8562" extrusionOk="0">
                      <a:moveTo>
                        <a:pt x="1" y="1"/>
                      </a:moveTo>
                      <a:lnTo>
                        <a:pt x="1" y="293"/>
                      </a:lnTo>
                      <a:lnTo>
                        <a:pt x="14359" y="8561"/>
                      </a:lnTo>
                      <a:cubicBezTo>
                        <a:pt x="14398" y="8522"/>
                        <a:pt x="14456" y="8483"/>
                        <a:pt x="14495" y="8444"/>
                      </a:cubicBezTo>
                      <a:cubicBezTo>
                        <a:pt x="14514" y="8425"/>
                        <a:pt x="14553" y="8425"/>
                        <a:pt x="14573" y="8386"/>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5" name="Google Shape;10615;p73"/>
                <p:cNvSpPr/>
                <p:nvPr/>
              </p:nvSpPr>
              <p:spPr>
                <a:xfrm>
                  <a:off x="707250" y="2371500"/>
                  <a:ext cx="41375" cy="26375"/>
                </a:xfrm>
                <a:custGeom>
                  <a:avLst/>
                  <a:gdLst/>
                  <a:ahLst/>
                  <a:cxnLst/>
                  <a:rect l="l" t="t" r="r" b="b"/>
                  <a:pathLst>
                    <a:path w="1655" h="1055" extrusionOk="0">
                      <a:moveTo>
                        <a:pt x="798" y="257"/>
                      </a:moveTo>
                      <a:cubicBezTo>
                        <a:pt x="973" y="257"/>
                        <a:pt x="1129" y="277"/>
                        <a:pt x="1226" y="354"/>
                      </a:cubicBezTo>
                      <a:cubicBezTo>
                        <a:pt x="1323" y="413"/>
                        <a:pt x="1382" y="471"/>
                        <a:pt x="1382" y="549"/>
                      </a:cubicBezTo>
                      <a:cubicBezTo>
                        <a:pt x="1382" y="627"/>
                        <a:pt x="1323" y="666"/>
                        <a:pt x="1226" y="744"/>
                      </a:cubicBezTo>
                      <a:cubicBezTo>
                        <a:pt x="1109" y="821"/>
                        <a:pt x="949" y="860"/>
                        <a:pt x="788" y="860"/>
                      </a:cubicBezTo>
                      <a:cubicBezTo>
                        <a:pt x="628" y="860"/>
                        <a:pt x="467" y="821"/>
                        <a:pt x="351" y="744"/>
                      </a:cubicBezTo>
                      <a:cubicBezTo>
                        <a:pt x="253" y="685"/>
                        <a:pt x="214" y="627"/>
                        <a:pt x="214" y="549"/>
                      </a:cubicBezTo>
                      <a:cubicBezTo>
                        <a:pt x="214" y="471"/>
                        <a:pt x="253" y="432"/>
                        <a:pt x="351" y="354"/>
                      </a:cubicBezTo>
                      <a:cubicBezTo>
                        <a:pt x="487" y="277"/>
                        <a:pt x="642" y="257"/>
                        <a:pt x="798" y="257"/>
                      </a:cubicBezTo>
                      <a:close/>
                      <a:moveTo>
                        <a:pt x="807" y="1"/>
                      </a:moveTo>
                      <a:cubicBezTo>
                        <a:pt x="638" y="1"/>
                        <a:pt x="471" y="30"/>
                        <a:pt x="331" y="82"/>
                      </a:cubicBezTo>
                      <a:lnTo>
                        <a:pt x="351" y="82"/>
                      </a:lnTo>
                      <a:cubicBezTo>
                        <a:pt x="389" y="140"/>
                        <a:pt x="409" y="238"/>
                        <a:pt x="389" y="277"/>
                      </a:cubicBezTo>
                      <a:cubicBezTo>
                        <a:pt x="351" y="335"/>
                        <a:pt x="312" y="335"/>
                        <a:pt x="292" y="335"/>
                      </a:cubicBezTo>
                      <a:cubicBezTo>
                        <a:pt x="253" y="335"/>
                        <a:pt x="234" y="335"/>
                        <a:pt x="234" y="315"/>
                      </a:cubicBezTo>
                      <a:lnTo>
                        <a:pt x="117" y="238"/>
                      </a:lnTo>
                      <a:cubicBezTo>
                        <a:pt x="39" y="315"/>
                        <a:pt x="0" y="413"/>
                        <a:pt x="0" y="530"/>
                      </a:cubicBezTo>
                      <a:cubicBezTo>
                        <a:pt x="0" y="666"/>
                        <a:pt x="98" y="821"/>
                        <a:pt x="253" y="919"/>
                      </a:cubicBezTo>
                      <a:cubicBezTo>
                        <a:pt x="428" y="1016"/>
                        <a:pt x="623" y="1055"/>
                        <a:pt x="817" y="1055"/>
                      </a:cubicBezTo>
                      <a:cubicBezTo>
                        <a:pt x="1012" y="1055"/>
                        <a:pt x="1226" y="1016"/>
                        <a:pt x="1382" y="919"/>
                      </a:cubicBezTo>
                      <a:cubicBezTo>
                        <a:pt x="1557" y="821"/>
                        <a:pt x="1654" y="666"/>
                        <a:pt x="1654" y="530"/>
                      </a:cubicBezTo>
                      <a:cubicBezTo>
                        <a:pt x="1654" y="374"/>
                        <a:pt x="1557" y="238"/>
                        <a:pt x="1382" y="140"/>
                      </a:cubicBezTo>
                      <a:cubicBezTo>
                        <a:pt x="1221" y="44"/>
                        <a:pt x="1013" y="1"/>
                        <a:pt x="8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6" name="Google Shape;10616;p73"/>
                <p:cNvSpPr/>
                <p:nvPr/>
              </p:nvSpPr>
              <p:spPr>
                <a:xfrm>
                  <a:off x="709675" y="2375000"/>
                  <a:ext cx="7325" cy="5375"/>
                </a:xfrm>
                <a:custGeom>
                  <a:avLst/>
                  <a:gdLst/>
                  <a:ahLst/>
                  <a:cxnLst/>
                  <a:rect l="l" t="t" r="r" b="b"/>
                  <a:pathLst>
                    <a:path w="293" h="215" extrusionOk="0">
                      <a:moveTo>
                        <a:pt x="176" y="0"/>
                      </a:moveTo>
                      <a:cubicBezTo>
                        <a:pt x="156" y="0"/>
                        <a:pt x="137" y="20"/>
                        <a:pt x="117" y="39"/>
                      </a:cubicBezTo>
                      <a:cubicBezTo>
                        <a:pt x="98" y="39"/>
                        <a:pt x="40" y="78"/>
                        <a:pt x="1" y="117"/>
                      </a:cubicBezTo>
                      <a:lnTo>
                        <a:pt x="117" y="195"/>
                      </a:lnTo>
                      <a:cubicBezTo>
                        <a:pt x="137" y="195"/>
                        <a:pt x="156" y="214"/>
                        <a:pt x="156" y="214"/>
                      </a:cubicBezTo>
                      <a:cubicBezTo>
                        <a:pt x="215" y="214"/>
                        <a:pt x="234" y="195"/>
                        <a:pt x="254" y="175"/>
                      </a:cubicBezTo>
                      <a:cubicBezTo>
                        <a:pt x="292" y="117"/>
                        <a:pt x="292" y="39"/>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7" name="Google Shape;10617;p73"/>
                <p:cNvSpPr/>
                <p:nvPr/>
              </p:nvSpPr>
              <p:spPr>
                <a:xfrm>
                  <a:off x="466975" y="2343800"/>
                  <a:ext cx="41375" cy="26350"/>
                </a:xfrm>
                <a:custGeom>
                  <a:avLst/>
                  <a:gdLst/>
                  <a:ahLst/>
                  <a:cxnLst/>
                  <a:rect l="l" t="t" r="r" b="b"/>
                  <a:pathLst>
                    <a:path w="1655" h="1054" extrusionOk="0">
                      <a:moveTo>
                        <a:pt x="818" y="276"/>
                      </a:moveTo>
                      <a:cubicBezTo>
                        <a:pt x="993" y="276"/>
                        <a:pt x="1129" y="295"/>
                        <a:pt x="1265" y="373"/>
                      </a:cubicBezTo>
                      <a:cubicBezTo>
                        <a:pt x="1362" y="412"/>
                        <a:pt x="1401" y="490"/>
                        <a:pt x="1401" y="567"/>
                      </a:cubicBezTo>
                      <a:cubicBezTo>
                        <a:pt x="1401" y="645"/>
                        <a:pt x="1362" y="684"/>
                        <a:pt x="1265" y="762"/>
                      </a:cubicBezTo>
                      <a:cubicBezTo>
                        <a:pt x="1139" y="830"/>
                        <a:pt x="973" y="864"/>
                        <a:pt x="813" y="864"/>
                      </a:cubicBezTo>
                      <a:cubicBezTo>
                        <a:pt x="652" y="864"/>
                        <a:pt x="497" y="830"/>
                        <a:pt x="390" y="762"/>
                      </a:cubicBezTo>
                      <a:cubicBezTo>
                        <a:pt x="292" y="704"/>
                        <a:pt x="234" y="645"/>
                        <a:pt x="234" y="567"/>
                      </a:cubicBezTo>
                      <a:cubicBezTo>
                        <a:pt x="234" y="490"/>
                        <a:pt x="292" y="451"/>
                        <a:pt x="390" y="373"/>
                      </a:cubicBezTo>
                      <a:cubicBezTo>
                        <a:pt x="506" y="295"/>
                        <a:pt x="662" y="276"/>
                        <a:pt x="818" y="276"/>
                      </a:cubicBezTo>
                      <a:close/>
                      <a:moveTo>
                        <a:pt x="818" y="1"/>
                      </a:moveTo>
                      <a:cubicBezTo>
                        <a:pt x="630" y="1"/>
                        <a:pt x="443" y="35"/>
                        <a:pt x="292" y="101"/>
                      </a:cubicBezTo>
                      <a:lnTo>
                        <a:pt x="331" y="120"/>
                      </a:lnTo>
                      <a:cubicBezTo>
                        <a:pt x="390" y="198"/>
                        <a:pt x="409" y="276"/>
                        <a:pt x="370" y="315"/>
                      </a:cubicBezTo>
                      <a:cubicBezTo>
                        <a:pt x="331" y="373"/>
                        <a:pt x="292" y="373"/>
                        <a:pt x="273" y="373"/>
                      </a:cubicBezTo>
                      <a:cubicBezTo>
                        <a:pt x="234" y="373"/>
                        <a:pt x="215" y="373"/>
                        <a:pt x="215" y="353"/>
                      </a:cubicBezTo>
                      <a:lnTo>
                        <a:pt x="98" y="276"/>
                      </a:lnTo>
                      <a:cubicBezTo>
                        <a:pt x="40" y="353"/>
                        <a:pt x="1" y="412"/>
                        <a:pt x="1" y="509"/>
                      </a:cubicBezTo>
                      <a:cubicBezTo>
                        <a:pt x="1" y="665"/>
                        <a:pt x="98" y="801"/>
                        <a:pt x="273" y="898"/>
                      </a:cubicBezTo>
                      <a:cubicBezTo>
                        <a:pt x="429" y="995"/>
                        <a:pt x="623" y="1054"/>
                        <a:pt x="818" y="1054"/>
                      </a:cubicBezTo>
                      <a:cubicBezTo>
                        <a:pt x="1012" y="1054"/>
                        <a:pt x="1246" y="995"/>
                        <a:pt x="1382" y="898"/>
                      </a:cubicBezTo>
                      <a:cubicBezTo>
                        <a:pt x="1557" y="801"/>
                        <a:pt x="1654" y="665"/>
                        <a:pt x="1654" y="509"/>
                      </a:cubicBezTo>
                      <a:cubicBezTo>
                        <a:pt x="1654" y="373"/>
                        <a:pt x="1557" y="217"/>
                        <a:pt x="1382" y="120"/>
                      </a:cubicBezTo>
                      <a:cubicBezTo>
                        <a:pt x="1221" y="40"/>
                        <a:pt x="1019"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8" name="Google Shape;10618;p73"/>
                <p:cNvSpPr/>
                <p:nvPr/>
              </p:nvSpPr>
              <p:spPr>
                <a:xfrm>
                  <a:off x="390125" y="2345375"/>
                  <a:ext cx="41375" cy="26725"/>
                </a:xfrm>
                <a:custGeom>
                  <a:avLst/>
                  <a:gdLst/>
                  <a:ahLst/>
                  <a:cxnLst/>
                  <a:rect l="l" t="t" r="r" b="b"/>
                  <a:pathLst>
                    <a:path w="1655" h="1069" extrusionOk="0">
                      <a:moveTo>
                        <a:pt x="818" y="252"/>
                      </a:moveTo>
                      <a:cubicBezTo>
                        <a:pt x="973" y="252"/>
                        <a:pt x="1129" y="290"/>
                        <a:pt x="1246" y="349"/>
                      </a:cubicBezTo>
                      <a:cubicBezTo>
                        <a:pt x="1343" y="407"/>
                        <a:pt x="1401" y="485"/>
                        <a:pt x="1401" y="543"/>
                      </a:cubicBezTo>
                      <a:cubicBezTo>
                        <a:pt x="1401" y="621"/>
                        <a:pt x="1343" y="660"/>
                        <a:pt x="1246" y="738"/>
                      </a:cubicBezTo>
                      <a:cubicBezTo>
                        <a:pt x="1129" y="816"/>
                        <a:pt x="964" y="855"/>
                        <a:pt x="801" y="855"/>
                      </a:cubicBezTo>
                      <a:cubicBezTo>
                        <a:pt x="638" y="855"/>
                        <a:pt x="477" y="816"/>
                        <a:pt x="370" y="738"/>
                      </a:cubicBezTo>
                      <a:cubicBezTo>
                        <a:pt x="273" y="699"/>
                        <a:pt x="234" y="621"/>
                        <a:pt x="234" y="543"/>
                      </a:cubicBezTo>
                      <a:cubicBezTo>
                        <a:pt x="234" y="485"/>
                        <a:pt x="273" y="427"/>
                        <a:pt x="370" y="349"/>
                      </a:cubicBezTo>
                      <a:cubicBezTo>
                        <a:pt x="487" y="290"/>
                        <a:pt x="643" y="252"/>
                        <a:pt x="818" y="252"/>
                      </a:cubicBezTo>
                      <a:close/>
                      <a:moveTo>
                        <a:pt x="845" y="1"/>
                      </a:moveTo>
                      <a:cubicBezTo>
                        <a:pt x="660" y="1"/>
                        <a:pt x="473" y="40"/>
                        <a:pt x="312" y="115"/>
                      </a:cubicBezTo>
                      <a:cubicBezTo>
                        <a:pt x="370" y="135"/>
                        <a:pt x="390" y="213"/>
                        <a:pt x="370" y="290"/>
                      </a:cubicBezTo>
                      <a:cubicBezTo>
                        <a:pt x="351" y="329"/>
                        <a:pt x="293" y="329"/>
                        <a:pt x="273" y="329"/>
                      </a:cubicBezTo>
                      <a:cubicBezTo>
                        <a:pt x="254" y="329"/>
                        <a:pt x="234" y="329"/>
                        <a:pt x="234" y="310"/>
                      </a:cubicBezTo>
                      <a:lnTo>
                        <a:pt x="137" y="252"/>
                      </a:lnTo>
                      <a:cubicBezTo>
                        <a:pt x="59" y="329"/>
                        <a:pt x="1" y="427"/>
                        <a:pt x="1" y="524"/>
                      </a:cubicBezTo>
                      <a:cubicBezTo>
                        <a:pt x="1" y="680"/>
                        <a:pt x="98" y="816"/>
                        <a:pt x="273" y="913"/>
                      </a:cubicBezTo>
                      <a:cubicBezTo>
                        <a:pt x="448" y="1010"/>
                        <a:pt x="643" y="1069"/>
                        <a:pt x="837" y="1069"/>
                      </a:cubicBezTo>
                      <a:cubicBezTo>
                        <a:pt x="1032" y="1069"/>
                        <a:pt x="1246" y="1010"/>
                        <a:pt x="1382" y="913"/>
                      </a:cubicBezTo>
                      <a:cubicBezTo>
                        <a:pt x="1557" y="816"/>
                        <a:pt x="1654" y="680"/>
                        <a:pt x="1654" y="524"/>
                      </a:cubicBezTo>
                      <a:cubicBezTo>
                        <a:pt x="1654" y="388"/>
                        <a:pt x="1557" y="232"/>
                        <a:pt x="1382" y="135"/>
                      </a:cubicBezTo>
                      <a:cubicBezTo>
                        <a:pt x="1232" y="45"/>
                        <a:pt x="1040" y="1"/>
                        <a:pt x="8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9" name="Google Shape;10619;p73"/>
                <p:cNvSpPr/>
                <p:nvPr/>
              </p:nvSpPr>
              <p:spPr>
                <a:xfrm>
                  <a:off x="394025" y="2422725"/>
                  <a:ext cx="41375" cy="26225"/>
                </a:xfrm>
                <a:custGeom>
                  <a:avLst/>
                  <a:gdLst/>
                  <a:ahLst/>
                  <a:cxnLst/>
                  <a:rect l="l" t="t" r="r" b="b"/>
                  <a:pathLst>
                    <a:path w="1655" h="1049" extrusionOk="0">
                      <a:moveTo>
                        <a:pt x="798" y="251"/>
                      </a:moveTo>
                      <a:cubicBezTo>
                        <a:pt x="973" y="251"/>
                        <a:pt x="1109" y="270"/>
                        <a:pt x="1245" y="348"/>
                      </a:cubicBezTo>
                      <a:cubicBezTo>
                        <a:pt x="1343" y="407"/>
                        <a:pt x="1382" y="465"/>
                        <a:pt x="1382" y="543"/>
                      </a:cubicBezTo>
                      <a:cubicBezTo>
                        <a:pt x="1382" y="621"/>
                        <a:pt x="1343" y="659"/>
                        <a:pt x="1245" y="737"/>
                      </a:cubicBezTo>
                      <a:cubicBezTo>
                        <a:pt x="1119" y="815"/>
                        <a:pt x="954" y="854"/>
                        <a:pt x="793" y="854"/>
                      </a:cubicBezTo>
                      <a:cubicBezTo>
                        <a:pt x="633" y="854"/>
                        <a:pt x="477" y="815"/>
                        <a:pt x="370" y="737"/>
                      </a:cubicBezTo>
                      <a:cubicBezTo>
                        <a:pt x="273" y="679"/>
                        <a:pt x="214" y="621"/>
                        <a:pt x="214" y="543"/>
                      </a:cubicBezTo>
                      <a:cubicBezTo>
                        <a:pt x="214" y="465"/>
                        <a:pt x="273" y="426"/>
                        <a:pt x="370" y="348"/>
                      </a:cubicBezTo>
                      <a:cubicBezTo>
                        <a:pt x="487" y="270"/>
                        <a:pt x="662" y="251"/>
                        <a:pt x="798" y="251"/>
                      </a:cubicBezTo>
                      <a:close/>
                      <a:moveTo>
                        <a:pt x="837" y="0"/>
                      </a:moveTo>
                      <a:cubicBezTo>
                        <a:pt x="650" y="0"/>
                        <a:pt x="463" y="39"/>
                        <a:pt x="312" y="115"/>
                      </a:cubicBezTo>
                      <a:lnTo>
                        <a:pt x="331" y="134"/>
                      </a:lnTo>
                      <a:cubicBezTo>
                        <a:pt x="409" y="154"/>
                        <a:pt x="428" y="231"/>
                        <a:pt x="389" y="309"/>
                      </a:cubicBezTo>
                      <a:cubicBezTo>
                        <a:pt x="370" y="348"/>
                        <a:pt x="312" y="348"/>
                        <a:pt x="292" y="348"/>
                      </a:cubicBezTo>
                      <a:cubicBezTo>
                        <a:pt x="273" y="348"/>
                        <a:pt x="234" y="348"/>
                        <a:pt x="234" y="329"/>
                      </a:cubicBezTo>
                      <a:lnTo>
                        <a:pt x="117" y="251"/>
                      </a:lnTo>
                      <a:cubicBezTo>
                        <a:pt x="39" y="329"/>
                        <a:pt x="0" y="426"/>
                        <a:pt x="0" y="523"/>
                      </a:cubicBezTo>
                      <a:cubicBezTo>
                        <a:pt x="0" y="659"/>
                        <a:pt x="98" y="815"/>
                        <a:pt x="273" y="912"/>
                      </a:cubicBezTo>
                      <a:cubicBezTo>
                        <a:pt x="428" y="1010"/>
                        <a:pt x="623" y="1049"/>
                        <a:pt x="817" y="1049"/>
                      </a:cubicBezTo>
                      <a:cubicBezTo>
                        <a:pt x="1012" y="1049"/>
                        <a:pt x="1245" y="1010"/>
                        <a:pt x="1382" y="912"/>
                      </a:cubicBezTo>
                      <a:cubicBezTo>
                        <a:pt x="1557" y="815"/>
                        <a:pt x="1654" y="659"/>
                        <a:pt x="1654" y="523"/>
                      </a:cubicBezTo>
                      <a:cubicBezTo>
                        <a:pt x="1654" y="368"/>
                        <a:pt x="1557" y="231"/>
                        <a:pt x="1382" y="134"/>
                      </a:cubicBezTo>
                      <a:cubicBezTo>
                        <a:pt x="1231" y="44"/>
                        <a:pt x="1035" y="0"/>
                        <a:pt x="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0" name="Google Shape;10620;p73"/>
                <p:cNvSpPr/>
                <p:nvPr/>
              </p:nvSpPr>
              <p:spPr>
                <a:xfrm>
                  <a:off x="362900" y="2146875"/>
                  <a:ext cx="519475" cy="126000"/>
                </a:xfrm>
                <a:custGeom>
                  <a:avLst/>
                  <a:gdLst/>
                  <a:ahLst/>
                  <a:cxnLst/>
                  <a:rect l="l" t="t" r="r" b="b"/>
                  <a:pathLst>
                    <a:path w="20779" h="5040" extrusionOk="0">
                      <a:moveTo>
                        <a:pt x="253" y="1"/>
                      </a:moveTo>
                      <a:lnTo>
                        <a:pt x="0" y="157"/>
                      </a:lnTo>
                      <a:lnTo>
                        <a:pt x="8444" y="5020"/>
                      </a:lnTo>
                      <a:cubicBezTo>
                        <a:pt x="8463" y="5020"/>
                        <a:pt x="8483" y="5040"/>
                        <a:pt x="8522" y="5040"/>
                      </a:cubicBezTo>
                      <a:lnTo>
                        <a:pt x="20642" y="5040"/>
                      </a:lnTo>
                      <a:cubicBezTo>
                        <a:pt x="20720" y="5040"/>
                        <a:pt x="20778" y="4981"/>
                        <a:pt x="20778" y="4923"/>
                      </a:cubicBezTo>
                      <a:cubicBezTo>
                        <a:pt x="20778" y="4845"/>
                        <a:pt x="20720" y="4787"/>
                        <a:pt x="20642" y="4787"/>
                      </a:cubicBezTo>
                      <a:lnTo>
                        <a:pt x="8541" y="4787"/>
                      </a:ln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1" name="Google Shape;10621;p73"/>
                <p:cNvSpPr/>
                <p:nvPr/>
              </p:nvSpPr>
              <p:spPr>
                <a:xfrm>
                  <a:off x="357050" y="2141750"/>
                  <a:ext cx="12675" cy="8075"/>
                </a:xfrm>
                <a:custGeom>
                  <a:avLst/>
                  <a:gdLst/>
                  <a:ahLst/>
                  <a:cxnLst/>
                  <a:rect l="l" t="t" r="r" b="b"/>
                  <a:pathLst>
                    <a:path w="507" h="323" extrusionOk="0">
                      <a:moveTo>
                        <a:pt x="133" y="1"/>
                      </a:moveTo>
                      <a:cubicBezTo>
                        <a:pt x="89" y="1"/>
                        <a:pt x="46" y="18"/>
                        <a:pt x="20" y="70"/>
                      </a:cubicBezTo>
                      <a:cubicBezTo>
                        <a:pt x="1" y="109"/>
                        <a:pt x="1" y="187"/>
                        <a:pt x="59" y="225"/>
                      </a:cubicBezTo>
                      <a:lnTo>
                        <a:pt x="254" y="323"/>
                      </a:lnTo>
                      <a:lnTo>
                        <a:pt x="507" y="187"/>
                      </a:lnTo>
                      <a:lnTo>
                        <a:pt x="195" y="11"/>
                      </a:lnTo>
                      <a:cubicBezTo>
                        <a:pt x="176" y="5"/>
                        <a:pt x="154" y="1"/>
                        <a:pt x="1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2" name="Google Shape;10622;p73"/>
                <p:cNvSpPr/>
                <p:nvPr/>
              </p:nvSpPr>
              <p:spPr>
                <a:xfrm>
                  <a:off x="350725" y="2275300"/>
                  <a:ext cx="123575" cy="75900"/>
                </a:xfrm>
                <a:custGeom>
                  <a:avLst/>
                  <a:gdLst/>
                  <a:ahLst/>
                  <a:cxnLst/>
                  <a:rect l="l" t="t" r="r" b="b"/>
                  <a:pathLst>
                    <a:path w="4943" h="3036" extrusionOk="0">
                      <a:moveTo>
                        <a:pt x="1" y="0"/>
                      </a:moveTo>
                      <a:lnTo>
                        <a:pt x="1" y="292"/>
                      </a:lnTo>
                      <a:lnTo>
                        <a:pt x="4748" y="3035"/>
                      </a:lnTo>
                      <a:cubicBezTo>
                        <a:pt x="4787" y="2977"/>
                        <a:pt x="4845" y="2938"/>
                        <a:pt x="4923" y="2899"/>
                      </a:cubicBezTo>
                      <a:cubicBezTo>
                        <a:pt x="4923" y="2899"/>
                        <a:pt x="4942" y="2899"/>
                        <a:pt x="4942" y="2860"/>
                      </a:cubicBezTo>
                      <a:lnTo>
                        <a:pt x="3600" y="2082"/>
                      </a:lnTo>
                      <a:lnTo>
                        <a:pt x="3600" y="2101"/>
                      </a:lnTo>
                      <a:cubicBezTo>
                        <a:pt x="3600" y="2179"/>
                        <a:pt x="3561" y="2237"/>
                        <a:pt x="3483" y="2237"/>
                      </a:cubicBezTo>
                      <a:cubicBezTo>
                        <a:pt x="3405" y="2237"/>
                        <a:pt x="3367" y="2179"/>
                        <a:pt x="3367" y="2101"/>
                      </a:cubicBezTo>
                      <a:lnTo>
                        <a:pt x="3367" y="1946"/>
                      </a:lnTo>
                      <a:lnTo>
                        <a:pt x="954" y="545"/>
                      </a:lnTo>
                      <a:lnTo>
                        <a:pt x="954" y="584"/>
                      </a:lnTo>
                      <a:cubicBezTo>
                        <a:pt x="954" y="642"/>
                        <a:pt x="896" y="701"/>
                        <a:pt x="837" y="701"/>
                      </a:cubicBezTo>
                      <a:cubicBezTo>
                        <a:pt x="760" y="701"/>
                        <a:pt x="701" y="642"/>
                        <a:pt x="701" y="584"/>
                      </a:cubicBezTo>
                      <a:lnTo>
                        <a:pt x="701" y="40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3" name="Google Shape;10623;p73"/>
                <p:cNvSpPr/>
                <p:nvPr/>
              </p:nvSpPr>
              <p:spPr>
                <a:xfrm>
                  <a:off x="469400" y="2347275"/>
                  <a:ext cx="7325" cy="6350"/>
                </a:xfrm>
                <a:custGeom>
                  <a:avLst/>
                  <a:gdLst/>
                  <a:ahLst/>
                  <a:cxnLst/>
                  <a:rect l="l" t="t" r="r" b="b"/>
                  <a:pathLst>
                    <a:path w="293" h="254" extrusionOk="0">
                      <a:moveTo>
                        <a:pt x="157" y="0"/>
                      </a:moveTo>
                      <a:cubicBezTo>
                        <a:pt x="157" y="0"/>
                        <a:pt x="137" y="0"/>
                        <a:pt x="137" y="39"/>
                      </a:cubicBezTo>
                      <a:cubicBezTo>
                        <a:pt x="98" y="59"/>
                        <a:pt x="20" y="117"/>
                        <a:pt x="1" y="156"/>
                      </a:cubicBezTo>
                      <a:lnTo>
                        <a:pt x="118" y="234"/>
                      </a:lnTo>
                      <a:cubicBezTo>
                        <a:pt x="137" y="234"/>
                        <a:pt x="176" y="253"/>
                        <a:pt x="176" y="253"/>
                      </a:cubicBezTo>
                      <a:cubicBezTo>
                        <a:pt x="215" y="253"/>
                        <a:pt x="234" y="234"/>
                        <a:pt x="273" y="195"/>
                      </a:cubicBezTo>
                      <a:cubicBezTo>
                        <a:pt x="293" y="156"/>
                        <a:pt x="293" y="78"/>
                        <a:pt x="215" y="39"/>
                      </a:cubicBezTo>
                      <a:lnTo>
                        <a:pt x="1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4" name="Google Shape;10624;p73"/>
                <p:cNvSpPr/>
                <p:nvPr/>
              </p:nvSpPr>
              <p:spPr>
                <a:xfrm>
                  <a:off x="350725" y="2321000"/>
                  <a:ext cx="47700" cy="30675"/>
                </a:xfrm>
                <a:custGeom>
                  <a:avLst/>
                  <a:gdLst/>
                  <a:ahLst/>
                  <a:cxnLst/>
                  <a:rect l="l" t="t" r="r" b="b"/>
                  <a:pathLst>
                    <a:path w="1908" h="1227" extrusionOk="0">
                      <a:moveTo>
                        <a:pt x="1" y="1"/>
                      </a:moveTo>
                      <a:lnTo>
                        <a:pt x="1" y="293"/>
                      </a:lnTo>
                      <a:lnTo>
                        <a:pt x="1674" y="1227"/>
                      </a:lnTo>
                      <a:cubicBezTo>
                        <a:pt x="1732" y="1188"/>
                        <a:pt x="1771" y="1168"/>
                        <a:pt x="1830" y="1110"/>
                      </a:cubicBezTo>
                      <a:cubicBezTo>
                        <a:pt x="1849" y="1090"/>
                        <a:pt x="1869" y="1090"/>
                        <a:pt x="1907" y="109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5" name="Google Shape;10625;p73"/>
                <p:cNvSpPr/>
                <p:nvPr/>
              </p:nvSpPr>
              <p:spPr>
                <a:xfrm>
                  <a:off x="392575" y="2348250"/>
                  <a:ext cx="6825" cy="5375"/>
                </a:xfrm>
                <a:custGeom>
                  <a:avLst/>
                  <a:gdLst/>
                  <a:ahLst/>
                  <a:cxnLst/>
                  <a:rect l="l" t="t" r="r" b="b"/>
                  <a:pathLst>
                    <a:path w="273" h="215" extrusionOk="0">
                      <a:moveTo>
                        <a:pt x="195" y="0"/>
                      </a:moveTo>
                      <a:cubicBezTo>
                        <a:pt x="175" y="0"/>
                        <a:pt x="156" y="20"/>
                        <a:pt x="136" y="20"/>
                      </a:cubicBezTo>
                      <a:cubicBezTo>
                        <a:pt x="78" y="78"/>
                        <a:pt x="39" y="98"/>
                        <a:pt x="0" y="137"/>
                      </a:cubicBezTo>
                      <a:lnTo>
                        <a:pt x="97" y="195"/>
                      </a:lnTo>
                      <a:cubicBezTo>
                        <a:pt x="136" y="195"/>
                        <a:pt x="156" y="214"/>
                        <a:pt x="156" y="214"/>
                      </a:cubicBezTo>
                      <a:cubicBezTo>
                        <a:pt x="195" y="214"/>
                        <a:pt x="233" y="195"/>
                        <a:pt x="253" y="175"/>
                      </a:cubicBezTo>
                      <a:cubicBezTo>
                        <a:pt x="272" y="117"/>
                        <a:pt x="272" y="39"/>
                        <a:pt x="1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6" name="Google Shape;10626;p73"/>
                <p:cNvSpPr/>
                <p:nvPr/>
              </p:nvSpPr>
              <p:spPr>
                <a:xfrm>
                  <a:off x="368250" y="2210600"/>
                  <a:ext cx="6350" cy="79300"/>
                </a:xfrm>
                <a:custGeom>
                  <a:avLst/>
                  <a:gdLst/>
                  <a:ahLst/>
                  <a:cxnLst/>
                  <a:rect l="l" t="t" r="r" b="b"/>
                  <a:pathLst>
                    <a:path w="254" h="3172" extrusionOk="0">
                      <a:moveTo>
                        <a:pt x="0" y="1"/>
                      </a:moveTo>
                      <a:lnTo>
                        <a:pt x="0" y="3016"/>
                      </a:lnTo>
                      <a:lnTo>
                        <a:pt x="253" y="3172"/>
                      </a:lnTo>
                      <a:lnTo>
                        <a:pt x="253" y="156"/>
                      </a:lnTo>
                      <a:cubicBezTo>
                        <a:pt x="175" y="98"/>
                        <a:pt x="78" y="5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7" name="Google Shape;10627;p73"/>
                <p:cNvSpPr/>
                <p:nvPr/>
              </p:nvSpPr>
              <p:spPr>
                <a:xfrm>
                  <a:off x="368250" y="2207200"/>
                  <a:ext cx="6350" cy="7800"/>
                </a:xfrm>
                <a:custGeom>
                  <a:avLst/>
                  <a:gdLst/>
                  <a:ahLst/>
                  <a:cxnLst/>
                  <a:rect l="l" t="t" r="r" b="b"/>
                  <a:pathLst>
                    <a:path w="254" h="312" extrusionOk="0">
                      <a:moveTo>
                        <a:pt x="136" y="0"/>
                      </a:moveTo>
                      <a:cubicBezTo>
                        <a:pt x="59" y="0"/>
                        <a:pt x="0" y="39"/>
                        <a:pt x="0" y="117"/>
                      </a:cubicBezTo>
                      <a:lnTo>
                        <a:pt x="0" y="176"/>
                      </a:lnTo>
                      <a:cubicBezTo>
                        <a:pt x="78" y="214"/>
                        <a:pt x="175" y="273"/>
                        <a:pt x="253" y="312"/>
                      </a:cubicBezTo>
                      <a:lnTo>
                        <a:pt x="253" y="117"/>
                      </a:lnTo>
                      <a:cubicBezTo>
                        <a:pt x="253" y="39"/>
                        <a:pt x="195"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8" name="Google Shape;10628;p73"/>
                <p:cNvSpPr/>
                <p:nvPr/>
              </p:nvSpPr>
              <p:spPr>
                <a:xfrm>
                  <a:off x="368250" y="2286000"/>
                  <a:ext cx="6350" cy="7300"/>
                </a:xfrm>
                <a:custGeom>
                  <a:avLst/>
                  <a:gdLst/>
                  <a:ahLst/>
                  <a:cxnLst/>
                  <a:rect l="l" t="t" r="r" b="b"/>
                  <a:pathLst>
                    <a:path w="254" h="292" extrusionOk="0">
                      <a:moveTo>
                        <a:pt x="0" y="0"/>
                      </a:moveTo>
                      <a:lnTo>
                        <a:pt x="0" y="175"/>
                      </a:lnTo>
                      <a:cubicBezTo>
                        <a:pt x="0" y="253"/>
                        <a:pt x="59" y="292"/>
                        <a:pt x="136" y="292"/>
                      </a:cubicBezTo>
                      <a:cubicBezTo>
                        <a:pt x="195" y="292"/>
                        <a:pt x="253" y="253"/>
                        <a:pt x="253" y="175"/>
                      </a:cubicBezTo>
                      <a:lnTo>
                        <a:pt x="253" y="15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9" name="Google Shape;10629;p73"/>
                <p:cNvSpPr/>
                <p:nvPr/>
              </p:nvSpPr>
              <p:spPr>
                <a:xfrm>
                  <a:off x="434875" y="2249025"/>
                  <a:ext cx="5875" cy="79300"/>
                </a:xfrm>
                <a:custGeom>
                  <a:avLst/>
                  <a:gdLst/>
                  <a:ahLst/>
                  <a:cxnLst/>
                  <a:rect l="l" t="t" r="r" b="b"/>
                  <a:pathLst>
                    <a:path w="235" h="3172" extrusionOk="0">
                      <a:moveTo>
                        <a:pt x="1" y="1"/>
                      </a:moveTo>
                      <a:lnTo>
                        <a:pt x="1" y="3016"/>
                      </a:lnTo>
                      <a:lnTo>
                        <a:pt x="234" y="3172"/>
                      </a:lnTo>
                      <a:lnTo>
                        <a:pt x="234" y="156"/>
                      </a:lnTo>
                      <a:cubicBezTo>
                        <a:pt x="156" y="98"/>
                        <a:pt x="59" y="59"/>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0" name="Google Shape;10630;p73"/>
                <p:cNvSpPr/>
                <p:nvPr/>
              </p:nvSpPr>
              <p:spPr>
                <a:xfrm>
                  <a:off x="434875" y="2244650"/>
                  <a:ext cx="5875" cy="8300"/>
                </a:xfrm>
                <a:custGeom>
                  <a:avLst/>
                  <a:gdLst/>
                  <a:ahLst/>
                  <a:cxnLst/>
                  <a:rect l="l" t="t" r="r" b="b"/>
                  <a:pathLst>
                    <a:path w="235" h="332" extrusionOk="0">
                      <a:moveTo>
                        <a:pt x="117" y="0"/>
                      </a:moveTo>
                      <a:cubicBezTo>
                        <a:pt x="39" y="0"/>
                        <a:pt x="1" y="59"/>
                        <a:pt x="1" y="137"/>
                      </a:cubicBezTo>
                      <a:lnTo>
                        <a:pt x="1" y="176"/>
                      </a:lnTo>
                      <a:cubicBezTo>
                        <a:pt x="59" y="234"/>
                        <a:pt x="156" y="273"/>
                        <a:pt x="234" y="331"/>
                      </a:cubicBezTo>
                      <a:lnTo>
                        <a:pt x="234" y="137"/>
                      </a:lnTo>
                      <a:cubicBezTo>
                        <a:pt x="234" y="59"/>
                        <a:pt x="19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1" name="Google Shape;10631;p73"/>
                <p:cNvSpPr/>
                <p:nvPr/>
              </p:nvSpPr>
              <p:spPr>
                <a:xfrm>
                  <a:off x="434875" y="2324425"/>
                  <a:ext cx="5875" cy="7300"/>
                </a:xfrm>
                <a:custGeom>
                  <a:avLst/>
                  <a:gdLst/>
                  <a:ahLst/>
                  <a:cxnLst/>
                  <a:rect l="l" t="t" r="r" b="b"/>
                  <a:pathLst>
                    <a:path w="235" h="292" extrusionOk="0">
                      <a:moveTo>
                        <a:pt x="1" y="0"/>
                      </a:moveTo>
                      <a:lnTo>
                        <a:pt x="1" y="175"/>
                      </a:lnTo>
                      <a:cubicBezTo>
                        <a:pt x="1" y="253"/>
                        <a:pt x="39" y="292"/>
                        <a:pt x="117" y="292"/>
                      </a:cubicBezTo>
                      <a:cubicBezTo>
                        <a:pt x="195" y="292"/>
                        <a:pt x="234" y="253"/>
                        <a:pt x="234" y="175"/>
                      </a:cubicBezTo>
                      <a:lnTo>
                        <a:pt x="234" y="15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2" name="Google Shape;10632;p73"/>
                <p:cNvSpPr/>
                <p:nvPr/>
              </p:nvSpPr>
              <p:spPr>
                <a:xfrm>
                  <a:off x="350725" y="2396875"/>
                  <a:ext cx="51100" cy="33600"/>
                </a:xfrm>
                <a:custGeom>
                  <a:avLst/>
                  <a:gdLst/>
                  <a:ahLst/>
                  <a:cxnLst/>
                  <a:rect l="l" t="t" r="r" b="b"/>
                  <a:pathLst>
                    <a:path w="2044" h="1344" extrusionOk="0">
                      <a:moveTo>
                        <a:pt x="1" y="1"/>
                      </a:moveTo>
                      <a:lnTo>
                        <a:pt x="1" y="293"/>
                      </a:lnTo>
                      <a:lnTo>
                        <a:pt x="1830" y="1343"/>
                      </a:lnTo>
                      <a:cubicBezTo>
                        <a:pt x="1869" y="1265"/>
                        <a:pt x="1927" y="1207"/>
                        <a:pt x="1966" y="1188"/>
                      </a:cubicBezTo>
                      <a:cubicBezTo>
                        <a:pt x="2005" y="1168"/>
                        <a:pt x="2024" y="1168"/>
                        <a:pt x="2044" y="1168"/>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3" name="Google Shape;10633;p73"/>
                <p:cNvSpPr/>
                <p:nvPr/>
              </p:nvSpPr>
              <p:spPr>
                <a:xfrm>
                  <a:off x="396450" y="2426075"/>
                  <a:ext cx="7325" cy="5850"/>
                </a:xfrm>
                <a:custGeom>
                  <a:avLst/>
                  <a:gdLst/>
                  <a:ahLst/>
                  <a:cxnLst/>
                  <a:rect l="l" t="t" r="r" b="b"/>
                  <a:pathLst>
                    <a:path w="293" h="234" extrusionOk="0">
                      <a:moveTo>
                        <a:pt x="195" y="0"/>
                      </a:moveTo>
                      <a:cubicBezTo>
                        <a:pt x="156" y="0"/>
                        <a:pt x="137" y="20"/>
                        <a:pt x="117" y="20"/>
                      </a:cubicBezTo>
                      <a:lnTo>
                        <a:pt x="1" y="136"/>
                      </a:lnTo>
                      <a:lnTo>
                        <a:pt x="117" y="214"/>
                      </a:lnTo>
                      <a:cubicBezTo>
                        <a:pt x="137" y="214"/>
                        <a:pt x="176" y="234"/>
                        <a:pt x="176" y="234"/>
                      </a:cubicBezTo>
                      <a:cubicBezTo>
                        <a:pt x="215" y="234"/>
                        <a:pt x="234" y="214"/>
                        <a:pt x="273" y="195"/>
                      </a:cubicBezTo>
                      <a:cubicBezTo>
                        <a:pt x="292" y="136"/>
                        <a:pt x="292" y="78"/>
                        <a:pt x="215" y="20"/>
                      </a:cubicBezTo>
                      <a:lnTo>
                        <a:pt x="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4" name="Google Shape;10634;p73"/>
                <p:cNvSpPr/>
                <p:nvPr/>
              </p:nvSpPr>
              <p:spPr>
                <a:xfrm>
                  <a:off x="819600" y="2479575"/>
                  <a:ext cx="20450" cy="8275"/>
                </a:xfrm>
                <a:custGeom>
                  <a:avLst/>
                  <a:gdLst/>
                  <a:ahLst/>
                  <a:cxnLst/>
                  <a:rect l="l" t="t" r="r" b="b"/>
                  <a:pathLst>
                    <a:path w="818" h="331" extrusionOk="0">
                      <a:moveTo>
                        <a:pt x="584" y="0"/>
                      </a:moveTo>
                      <a:lnTo>
                        <a:pt x="0" y="331"/>
                      </a:lnTo>
                      <a:lnTo>
                        <a:pt x="487" y="331"/>
                      </a:lnTo>
                      <a:lnTo>
                        <a:pt x="818" y="136"/>
                      </a:lnTo>
                      <a:lnTo>
                        <a:pt x="5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5" name="Google Shape;10635;p73"/>
                <p:cNvSpPr/>
                <p:nvPr/>
              </p:nvSpPr>
              <p:spPr>
                <a:xfrm>
                  <a:off x="833700" y="2477450"/>
                  <a:ext cx="8300" cy="5550"/>
                </a:xfrm>
                <a:custGeom>
                  <a:avLst/>
                  <a:gdLst/>
                  <a:ahLst/>
                  <a:cxnLst/>
                  <a:rect l="l" t="t" r="r" b="b"/>
                  <a:pathLst>
                    <a:path w="332" h="222" extrusionOk="0">
                      <a:moveTo>
                        <a:pt x="194" y="0"/>
                      </a:moveTo>
                      <a:cubicBezTo>
                        <a:pt x="176" y="0"/>
                        <a:pt x="156" y="3"/>
                        <a:pt x="137" y="7"/>
                      </a:cubicBezTo>
                      <a:lnTo>
                        <a:pt x="1" y="85"/>
                      </a:lnTo>
                      <a:lnTo>
                        <a:pt x="254" y="221"/>
                      </a:lnTo>
                      <a:cubicBezTo>
                        <a:pt x="312" y="202"/>
                        <a:pt x="331" y="124"/>
                        <a:pt x="312" y="66"/>
                      </a:cubicBezTo>
                      <a:cubicBezTo>
                        <a:pt x="297" y="22"/>
                        <a:pt x="250" y="0"/>
                        <a:pt x="1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6" name="Google Shape;10636;p73"/>
                <p:cNvSpPr/>
                <p:nvPr/>
              </p:nvSpPr>
              <p:spPr>
                <a:xfrm>
                  <a:off x="350725" y="391075"/>
                  <a:ext cx="306450" cy="176575"/>
                </a:xfrm>
                <a:custGeom>
                  <a:avLst/>
                  <a:gdLst/>
                  <a:ahLst/>
                  <a:cxnLst/>
                  <a:rect l="l" t="t" r="r" b="b"/>
                  <a:pathLst>
                    <a:path w="12258" h="7063" extrusionOk="0">
                      <a:moveTo>
                        <a:pt x="11771" y="0"/>
                      </a:moveTo>
                      <a:lnTo>
                        <a:pt x="59" y="6751"/>
                      </a:lnTo>
                      <a:lnTo>
                        <a:pt x="59" y="7029"/>
                      </a:lnTo>
                      <a:lnTo>
                        <a:pt x="1655" y="6109"/>
                      </a:lnTo>
                      <a:cubicBezTo>
                        <a:pt x="1596" y="6109"/>
                        <a:pt x="1557" y="6051"/>
                        <a:pt x="1557" y="5993"/>
                      </a:cubicBezTo>
                      <a:cubicBezTo>
                        <a:pt x="1557" y="5915"/>
                        <a:pt x="1616" y="5856"/>
                        <a:pt x="1674" y="5856"/>
                      </a:cubicBezTo>
                      <a:lnTo>
                        <a:pt x="2102" y="5856"/>
                      </a:lnTo>
                      <a:lnTo>
                        <a:pt x="4339" y="4572"/>
                      </a:lnTo>
                      <a:cubicBezTo>
                        <a:pt x="4281" y="4572"/>
                        <a:pt x="4242" y="4533"/>
                        <a:pt x="4242" y="4456"/>
                      </a:cubicBezTo>
                      <a:cubicBezTo>
                        <a:pt x="4242" y="4378"/>
                        <a:pt x="4281" y="4339"/>
                        <a:pt x="4359" y="4339"/>
                      </a:cubicBezTo>
                      <a:lnTo>
                        <a:pt x="4767" y="4339"/>
                      </a:lnTo>
                      <a:lnTo>
                        <a:pt x="11752" y="292"/>
                      </a:lnTo>
                      <a:lnTo>
                        <a:pt x="11674" y="273"/>
                      </a:lnTo>
                      <a:cubicBezTo>
                        <a:pt x="11635" y="234"/>
                        <a:pt x="11596" y="175"/>
                        <a:pt x="11635" y="98"/>
                      </a:cubicBezTo>
                      <a:cubicBezTo>
                        <a:pt x="11649" y="70"/>
                        <a:pt x="11692" y="43"/>
                        <a:pt x="11736" y="43"/>
                      </a:cubicBezTo>
                      <a:cubicBezTo>
                        <a:pt x="11755" y="43"/>
                        <a:pt x="11773" y="47"/>
                        <a:pt x="11791" y="59"/>
                      </a:cubicBezTo>
                      <a:lnTo>
                        <a:pt x="11985" y="137"/>
                      </a:lnTo>
                      <a:lnTo>
                        <a:pt x="12258" y="0"/>
                      </a:lnTo>
                      <a:close/>
                      <a:moveTo>
                        <a:pt x="59" y="7029"/>
                      </a:moveTo>
                      <a:lnTo>
                        <a:pt x="1" y="7063"/>
                      </a:lnTo>
                      <a:lnTo>
                        <a:pt x="59" y="7063"/>
                      </a:lnTo>
                      <a:lnTo>
                        <a:pt x="59" y="702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7" name="Google Shape;10637;p73"/>
                <p:cNvSpPr/>
                <p:nvPr/>
              </p:nvSpPr>
              <p:spPr>
                <a:xfrm>
                  <a:off x="643050" y="394975"/>
                  <a:ext cx="40400" cy="22875"/>
                </a:xfrm>
                <a:custGeom>
                  <a:avLst/>
                  <a:gdLst/>
                  <a:ahLst/>
                  <a:cxnLst/>
                  <a:rect l="l" t="t" r="r" b="b"/>
                  <a:pathLst>
                    <a:path w="1616" h="915" extrusionOk="0">
                      <a:moveTo>
                        <a:pt x="253" y="0"/>
                      </a:moveTo>
                      <a:lnTo>
                        <a:pt x="0" y="136"/>
                      </a:lnTo>
                      <a:lnTo>
                        <a:pt x="1362" y="914"/>
                      </a:lnTo>
                      <a:lnTo>
                        <a:pt x="1615" y="778"/>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8" name="Google Shape;10638;p73"/>
                <p:cNvSpPr/>
                <p:nvPr/>
              </p:nvSpPr>
              <p:spPr>
                <a:xfrm>
                  <a:off x="640125" y="391900"/>
                  <a:ext cx="9750" cy="6500"/>
                </a:xfrm>
                <a:custGeom>
                  <a:avLst/>
                  <a:gdLst/>
                  <a:ahLst/>
                  <a:cxnLst/>
                  <a:rect l="l" t="t" r="r" b="b"/>
                  <a:pathLst>
                    <a:path w="390" h="260" extrusionOk="0">
                      <a:moveTo>
                        <a:pt x="131" y="0"/>
                      </a:moveTo>
                      <a:cubicBezTo>
                        <a:pt x="95" y="0"/>
                        <a:pt x="54" y="19"/>
                        <a:pt x="20" y="65"/>
                      </a:cubicBezTo>
                      <a:cubicBezTo>
                        <a:pt x="1" y="123"/>
                        <a:pt x="1" y="181"/>
                        <a:pt x="78" y="240"/>
                      </a:cubicBezTo>
                      <a:lnTo>
                        <a:pt x="156" y="259"/>
                      </a:lnTo>
                      <a:lnTo>
                        <a:pt x="390" y="123"/>
                      </a:lnTo>
                      <a:lnTo>
                        <a:pt x="195" y="26"/>
                      </a:lnTo>
                      <a:cubicBezTo>
                        <a:pt x="179" y="10"/>
                        <a:pt x="156" y="0"/>
                        <a:pt x="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9" name="Google Shape;10639;p73"/>
                <p:cNvSpPr/>
                <p:nvPr/>
              </p:nvSpPr>
              <p:spPr>
                <a:xfrm>
                  <a:off x="884275" y="391075"/>
                  <a:ext cx="20475" cy="5375"/>
                </a:xfrm>
                <a:custGeom>
                  <a:avLst/>
                  <a:gdLst/>
                  <a:ahLst/>
                  <a:cxnLst/>
                  <a:rect l="l" t="t" r="r" b="b"/>
                  <a:pathLst>
                    <a:path w="819" h="215" extrusionOk="0">
                      <a:moveTo>
                        <a:pt x="1" y="0"/>
                      </a:moveTo>
                      <a:lnTo>
                        <a:pt x="429" y="214"/>
                      </a:lnTo>
                      <a:lnTo>
                        <a:pt x="8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0" name="Google Shape;10640;p73"/>
                <p:cNvSpPr/>
                <p:nvPr/>
              </p:nvSpPr>
              <p:spPr>
                <a:xfrm>
                  <a:off x="749550" y="391075"/>
                  <a:ext cx="101200" cy="45250"/>
                </a:xfrm>
                <a:custGeom>
                  <a:avLst/>
                  <a:gdLst/>
                  <a:ahLst/>
                  <a:cxnLst/>
                  <a:rect l="l" t="t" r="r" b="b"/>
                  <a:pathLst>
                    <a:path w="4048" h="1810" extrusionOk="0">
                      <a:moveTo>
                        <a:pt x="1" y="0"/>
                      </a:moveTo>
                      <a:lnTo>
                        <a:pt x="3114" y="1810"/>
                      </a:lnTo>
                      <a:lnTo>
                        <a:pt x="4048" y="1265"/>
                      </a:lnTo>
                      <a:lnTo>
                        <a:pt x="18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1" name="Google Shape;10641;p73"/>
                <p:cNvSpPr/>
                <p:nvPr/>
              </p:nvSpPr>
              <p:spPr>
                <a:xfrm>
                  <a:off x="669300" y="408575"/>
                  <a:ext cx="113850" cy="65700"/>
                </a:xfrm>
                <a:custGeom>
                  <a:avLst/>
                  <a:gdLst/>
                  <a:ahLst/>
                  <a:cxnLst/>
                  <a:rect l="l" t="t" r="r" b="b"/>
                  <a:pathLst>
                    <a:path w="4554" h="2628" extrusionOk="0">
                      <a:moveTo>
                        <a:pt x="935" y="1"/>
                      </a:moveTo>
                      <a:lnTo>
                        <a:pt x="565" y="195"/>
                      </a:lnTo>
                      <a:lnTo>
                        <a:pt x="1051" y="487"/>
                      </a:lnTo>
                      <a:cubicBezTo>
                        <a:pt x="1129" y="546"/>
                        <a:pt x="1129" y="643"/>
                        <a:pt x="1090" y="682"/>
                      </a:cubicBezTo>
                      <a:cubicBezTo>
                        <a:pt x="1071" y="740"/>
                        <a:pt x="1032" y="740"/>
                        <a:pt x="993" y="740"/>
                      </a:cubicBezTo>
                      <a:cubicBezTo>
                        <a:pt x="974" y="740"/>
                        <a:pt x="954" y="740"/>
                        <a:pt x="954" y="721"/>
                      </a:cubicBezTo>
                      <a:lnTo>
                        <a:pt x="351" y="351"/>
                      </a:lnTo>
                      <a:lnTo>
                        <a:pt x="1" y="546"/>
                      </a:lnTo>
                      <a:lnTo>
                        <a:pt x="3620" y="2627"/>
                      </a:lnTo>
                      <a:lnTo>
                        <a:pt x="4553" y="2102"/>
                      </a:lnTo>
                      <a:lnTo>
                        <a:pt x="9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2" name="Google Shape;10642;p73"/>
                <p:cNvSpPr/>
                <p:nvPr/>
              </p:nvSpPr>
              <p:spPr>
                <a:xfrm>
                  <a:off x="676600" y="414900"/>
                  <a:ext cx="19975" cy="12675"/>
                </a:xfrm>
                <a:custGeom>
                  <a:avLst/>
                  <a:gdLst/>
                  <a:ahLst/>
                  <a:cxnLst/>
                  <a:rect l="l" t="t" r="r" b="b"/>
                  <a:pathLst>
                    <a:path w="799" h="507" extrusionOk="0">
                      <a:moveTo>
                        <a:pt x="254" y="1"/>
                      </a:moveTo>
                      <a:lnTo>
                        <a:pt x="1" y="137"/>
                      </a:lnTo>
                      <a:lnTo>
                        <a:pt x="643" y="487"/>
                      </a:lnTo>
                      <a:cubicBezTo>
                        <a:pt x="662" y="487"/>
                        <a:pt x="682" y="507"/>
                        <a:pt x="682" y="507"/>
                      </a:cubicBezTo>
                      <a:cubicBezTo>
                        <a:pt x="740" y="507"/>
                        <a:pt x="759" y="487"/>
                        <a:pt x="779" y="468"/>
                      </a:cubicBezTo>
                      <a:cubicBezTo>
                        <a:pt x="798" y="409"/>
                        <a:pt x="798" y="331"/>
                        <a:pt x="740" y="293"/>
                      </a:cubicBez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3" name="Google Shape;10643;p73"/>
                <p:cNvSpPr/>
                <p:nvPr/>
              </p:nvSpPr>
              <p:spPr>
                <a:xfrm>
                  <a:off x="350725" y="391075"/>
                  <a:ext cx="253425" cy="146425"/>
                </a:xfrm>
                <a:custGeom>
                  <a:avLst/>
                  <a:gdLst/>
                  <a:ahLst/>
                  <a:cxnLst/>
                  <a:rect l="l" t="t" r="r" b="b"/>
                  <a:pathLst>
                    <a:path w="10137" h="5857" extrusionOk="0">
                      <a:moveTo>
                        <a:pt x="9651" y="0"/>
                      </a:moveTo>
                      <a:lnTo>
                        <a:pt x="1" y="5565"/>
                      </a:lnTo>
                      <a:lnTo>
                        <a:pt x="1" y="5856"/>
                      </a:lnTo>
                      <a:lnTo>
                        <a:pt x="101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4" name="Google Shape;10644;p73"/>
                <p:cNvSpPr/>
                <p:nvPr/>
              </p:nvSpPr>
              <p:spPr>
                <a:xfrm>
                  <a:off x="350725" y="648850"/>
                  <a:ext cx="3925" cy="14125"/>
                </a:xfrm>
                <a:custGeom>
                  <a:avLst/>
                  <a:gdLst/>
                  <a:ahLst/>
                  <a:cxnLst/>
                  <a:rect l="l" t="t" r="r" b="b"/>
                  <a:pathLst>
                    <a:path w="157" h="565" extrusionOk="0">
                      <a:moveTo>
                        <a:pt x="59" y="1"/>
                      </a:moveTo>
                      <a:lnTo>
                        <a:pt x="1" y="20"/>
                      </a:lnTo>
                      <a:lnTo>
                        <a:pt x="1" y="565"/>
                      </a:lnTo>
                      <a:cubicBezTo>
                        <a:pt x="98" y="467"/>
                        <a:pt x="157" y="370"/>
                        <a:pt x="157" y="253"/>
                      </a:cubicBezTo>
                      <a:cubicBezTo>
                        <a:pt x="157" y="156"/>
                        <a:pt x="118" y="78"/>
                        <a:pt x="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5" name="Google Shape;10645;p73"/>
                <p:cNvSpPr/>
                <p:nvPr/>
              </p:nvSpPr>
              <p:spPr>
                <a:xfrm>
                  <a:off x="627475" y="460375"/>
                  <a:ext cx="41375" cy="27025"/>
                </a:xfrm>
                <a:custGeom>
                  <a:avLst/>
                  <a:gdLst/>
                  <a:ahLst/>
                  <a:cxnLst/>
                  <a:rect l="l" t="t" r="r" b="b"/>
                  <a:pathLst>
                    <a:path w="1655" h="1081" extrusionOk="0">
                      <a:moveTo>
                        <a:pt x="818" y="244"/>
                      </a:moveTo>
                      <a:cubicBezTo>
                        <a:pt x="993" y="244"/>
                        <a:pt x="1129" y="263"/>
                        <a:pt x="1265" y="341"/>
                      </a:cubicBezTo>
                      <a:cubicBezTo>
                        <a:pt x="1363" y="400"/>
                        <a:pt x="1402" y="458"/>
                        <a:pt x="1402" y="536"/>
                      </a:cubicBezTo>
                      <a:cubicBezTo>
                        <a:pt x="1402" y="614"/>
                        <a:pt x="1363" y="652"/>
                        <a:pt x="1265" y="730"/>
                      </a:cubicBezTo>
                      <a:cubicBezTo>
                        <a:pt x="1139" y="808"/>
                        <a:pt x="973" y="847"/>
                        <a:pt x="813" y="847"/>
                      </a:cubicBezTo>
                      <a:cubicBezTo>
                        <a:pt x="652" y="847"/>
                        <a:pt x="497" y="808"/>
                        <a:pt x="390" y="730"/>
                      </a:cubicBezTo>
                      <a:cubicBezTo>
                        <a:pt x="293" y="691"/>
                        <a:pt x="234" y="614"/>
                        <a:pt x="234" y="536"/>
                      </a:cubicBezTo>
                      <a:cubicBezTo>
                        <a:pt x="234" y="458"/>
                        <a:pt x="293" y="400"/>
                        <a:pt x="390" y="341"/>
                      </a:cubicBezTo>
                      <a:cubicBezTo>
                        <a:pt x="507" y="263"/>
                        <a:pt x="682" y="244"/>
                        <a:pt x="818" y="244"/>
                      </a:cubicBezTo>
                      <a:close/>
                      <a:moveTo>
                        <a:pt x="825" y="1"/>
                      </a:moveTo>
                      <a:cubicBezTo>
                        <a:pt x="623" y="1"/>
                        <a:pt x="419" y="49"/>
                        <a:pt x="254" y="147"/>
                      </a:cubicBezTo>
                      <a:cubicBezTo>
                        <a:pt x="98" y="244"/>
                        <a:pt x="1" y="380"/>
                        <a:pt x="1" y="536"/>
                      </a:cubicBezTo>
                      <a:cubicBezTo>
                        <a:pt x="1" y="652"/>
                        <a:pt x="40" y="750"/>
                        <a:pt x="137" y="828"/>
                      </a:cubicBezTo>
                      <a:lnTo>
                        <a:pt x="234" y="769"/>
                      </a:lnTo>
                      <a:cubicBezTo>
                        <a:pt x="255" y="755"/>
                        <a:pt x="278" y="749"/>
                        <a:pt x="301" y="749"/>
                      </a:cubicBezTo>
                      <a:cubicBezTo>
                        <a:pt x="343" y="749"/>
                        <a:pt x="384" y="770"/>
                        <a:pt x="409" y="808"/>
                      </a:cubicBezTo>
                      <a:cubicBezTo>
                        <a:pt x="429" y="847"/>
                        <a:pt x="429" y="925"/>
                        <a:pt x="370" y="983"/>
                      </a:cubicBezTo>
                      <a:cubicBezTo>
                        <a:pt x="507" y="1022"/>
                        <a:pt x="662" y="1080"/>
                        <a:pt x="818" y="1080"/>
                      </a:cubicBezTo>
                      <a:cubicBezTo>
                        <a:pt x="1012" y="1080"/>
                        <a:pt x="1246" y="1022"/>
                        <a:pt x="1382" y="925"/>
                      </a:cubicBezTo>
                      <a:cubicBezTo>
                        <a:pt x="1557" y="828"/>
                        <a:pt x="1654" y="691"/>
                        <a:pt x="1654" y="536"/>
                      </a:cubicBezTo>
                      <a:cubicBezTo>
                        <a:pt x="1654" y="380"/>
                        <a:pt x="1557" y="244"/>
                        <a:pt x="1382" y="147"/>
                      </a:cubicBezTo>
                      <a:cubicBezTo>
                        <a:pt x="1226" y="49"/>
                        <a:pt x="1027"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6" name="Google Shape;10646;p73"/>
                <p:cNvSpPr/>
                <p:nvPr/>
              </p:nvSpPr>
              <p:spPr>
                <a:xfrm>
                  <a:off x="629925" y="504150"/>
                  <a:ext cx="41350" cy="27025"/>
                </a:xfrm>
                <a:custGeom>
                  <a:avLst/>
                  <a:gdLst/>
                  <a:ahLst/>
                  <a:cxnLst/>
                  <a:rect l="l" t="t" r="r" b="b"/>
                  <a:pathLst>
                    <a:path w="1654" h="1081" extrusionOk="0">
                      <a:moveTo>
                        <a:pt x="817" y="263"/>
                      </a:moveTo>
                      <a:cubicBezTo>
                        <a:pt x="992" y="263"/>
                        <a:pt x="1128" y="302"/>
                        <a:pt x="1265" y="361"/>
                      </a:cubicBezTo>
                      <a:cubicBezTo>
                        <a:pt x="1362" y="419"/>
                        <a:pt x="1401" y="497"/>
                        <a:pt x="1401" y="555"/>
                      </a:cubicBezTo>
                      <a:cubicBezTo>
                        <a:pt x="1401" y="633"/>
                        <a:pt x="1362" y="691"/>
                        <a:pt x="1265" y="750"/>
                      </a:cubicBezTo>
                      <a:cubicBezTo>
                        <a:pt x="1138" y="828"/>
                        <a:pt x="973" y="866"/>
                        <a:pt x="812" y="866"/>
                      </a:cubicBezTo>
                      <a:cubicBezTo>
                        <a:pt x="652" y="866"/>
                        <a:pt x="496" y="828"/>
                        <a:pt x="389" y="750"/>
                      </a:cubicBezTo>
                      <a:cubicBezTo>
                        <a:pt x="292" y="711"/>
                        <a:pt x="233" y="633"/>
                        <a:pt x="233" y="555"/>
                      </a:cubicBezTo>
                      <a:cubicBezTo>
                        <a:pt x="233" y="497"/>
                        <a:pt x="292" y="419"/>
                        <a:pt x="389" y="361"/>
                      </a:cubicBezTo>
                      <a:cubicBezTo>
                        <a:pt x="506" y="302"/>
                        <a:pt x="681" y="263"/>
                        <a:pt x="817" y="263"/>
                      </a:cubicBezTo>
                      <a:close/>
                      <a:moveTo>
                        <a:pt x="827" y="1"/>
                      </a:moveTo>
                      <a:cubicBezTo>
                        <a:pt x="627" y="1"/>
                        <a:pt x="428" y="49"/>
                        <a:pt x="272" y="147"/>
                      </a:cubicBezTo>
                      <a:cubicBezTo>
                        <a:pt x="97" y="244"/>
                        <a:pt x="0" y="380"/>
                        <a:pt x="0" y="536"/>
                      </a:cubicBezTo>
                      <a:cubicBezTo>
                        <a:pt x="0" y="633"/>
                        <a:pt x="39" y="730"/>
                        <a:pt x="117" y="808"/>
                      </a:cubicBezTo>
                      <a:lnTo>
                        <a:pt x="233" y="730"/>
                      </a:lnTo>
                      <a:cubicBezTo>
                        <a:pt x="292" y="730"/>
                        <a:pt x="370" y="730"/>
                        <a:pt x="389" y="808"/>
                      </a:cubicBezTo>
                      <a:cubicBezTo>
                        <a:pt x="409" y="847"/>
                        <a:pt x="409" y="925"/>
                        <a:pt x="331" y="983"/>
                      </a:cubicBezTo>
                      <a:lnTo>
                        <a:pt x="311" y="983"/>
                      </a:lnTo>
                      <a:cubicBezTo>
                        <a:pt x="467" y="1042"/>
                        <a:pt x="623" y="1080"/>
                        <a:pt x="817" y="1080"/>
                      </a:cubicBezTo>
                      <a:cubicBezTo>
                        <a:pt x="1012" y="1080"/>
                        <a:pt x="1245" y="1022"/>
                        <a:pt x="1381" y="925"/>
                      </a:cubicBezTo>
                      <a:cubicBezTo>
                        <a:pt x="1556" y="828"/>
                        <a:pt x="1654" y="672"/>
                        <a:pt x="1654" y="536"/>
                      </a:cubicBezTo>
                      <a:cubicBezTo>
                        <a:pt x="1654" y="380"/>
                        <a:pt x="1556" y="244"/>
                        <a:pt x="1381" y="147"/>
                      </a:cubicBezTo>
                      <a:cubicBezTo>
                        <a:pt x="1226" y="49"/>
                        <a:pt x="1026" y="1"/>
                        <a:pt x="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7" name="Google Shape;10647;p73"/>
                <p:cNvSpPr/>
                <p:nvPr/>
              </p:nvSpPr>
              <p:spPr>
                <a:xfrm>
                  <a:off x="646450" y="776275"/>
                  <a:ext cx="41375" cy="26300"/>
                </a:xfrm>
                <a:custGeom>
                  <a:avLst/>
                  <a:gdLst/>
                  <a:ahLst/>
                  <a:cxnLst/>
                  <a:rect l="l" t="t" r="r" b="b"/>
                  <a:pathLst>
                    <a:path w="1655" h="1052" extrusionOk="0">
                      <a:moveTo>
                        <a:pt x="837" y="254"/>
                      </a:moveTo>
                      <a:cubicBezTo>
                        <a:pt x="1012" y="254"/>
                        <a:pt x="1148" y="273"/>
                        <a:pt x="1285" y="351"/>
                      </a:cubicBezTo>
                      <a:cubicBezTo>
                        <a:pt x="1382" y="409"/>
                        <a:pt x="1421" y="468"/>
                        <a:pt x="1421" y="545"/>
                      </a:cubicBezTo>
                      <a:cubicBezTo>
                        <a:pt x="1421" y="623"/>
                        <a:pt x="1382" y="662"/>
                        <a:pt x="1285" y="740"/>
                      </a:cubicBezTo>
                      <a:cubicBezTo>
                        <a:pt x="1158" y="818"/>
                        <a:pt x="993" y="857"/>
                        <a:pt x="832" y="857"/>
                      </a:cubicBezTo>
                      <a:cubicBezTo>
                        <a:pt x="672" y="857"/>
                        <a:pt x="516" y="818"/>
                        <a:pt x="409" y="740"/>
                      </a:cubicBezTo>
                      <a:cubicBezTo>
                        <a:pt x="312" y="682"/>
                        <a:pt x="253" y="623"/>
                        <a:pt x="253" y="545"/>
                      </a:cubicBezTo>
                      <a:cubicBezTo>
                        <a:pt x="253" y="468"/>
                        <a:pt x="312" y="429"/>
                        <a:pt x="409" y="351"/>
                      </a:cubicBezTo>
                      <a:cubicBezTo>
                        <a:pt x="526" y="273"/>
                        <a:pt x="701" y="254"/>
                        <a:pt x="837" y="254"/>
                      </a:cubicBezTo>
                      <a:close/>
                      <a:moveTo>
                        <a:pt x="934" y="1"/>
                      </a:moveTo>
                      <a:lnTo>
                        <a:pt x="934" y="59"/>
                      </a:lnTo>
                      <a:cubicBezTo>
                        <a:pt x="934" y="137"/>
                        <a:pt x="895" y="176"/>
                        <a:pt x="818" y="176"/>
                      </a:cubicBezTo>
                      <a:cubicBezTo>
                        <a:pt x="740" y="176"/>
                        <a:pt x="701" y="137"/>
                        <a:pt x="701" y="59"/>
                      </a:cubicBezTo>
                      <a:lnTo>
                        <a:pt x="701" y="20"/>
                      </a:lnTo>
                      <a:cubicBezTo>
                        <a:pt x="526" y="40"/>
                        <a:pt x="390" y="59"/>
                        <a:pt x="253" y="137"/>
                      </a:cubicBezTo>
                      <a:cubicBezTo>
                        <a:pt x="98" y="234"/>
                        <a:pt x="0" y="370"/>
                        <a:pt x="0" y="526"/>
                      </a:cubicBezTo>
                      <a:cubicBezTo>
                        <a:pt x="0" y="662"/>
                        <a:pt x="98" y="818"/>
                        <a:pt x="253" y="915"/>
                      </a:cubicBezTo>
                      <a:cubicBezTo>
                        <a:pt x="429" y="1012"/>
                        <a:pt x="623" y="1051"/>
                        <a:pt x="818" y="1051"/>
                      </a:cubicBezTo>
                      <a:cubicBezTo>
                        <a:pt x="1012" y="1051"/>
                        <a:pt x="1226" y="1012"/>
                        <a:pt x="1382" y="915"/>
                      </a:cubicBezTo>
                      <a:cubicBezTo>
                        <a:pt x="1557" y="818"/>
                        <a:pt x="1654" y="662"/>
                        <a:pt x="1654" y="526"/>
                      </a:cubicBezTo>
                      <a:cubicBezTo>
                        <a:pt x="1654" y="370"/>
                        <a:pt x="1557" y="234"/>
                        <a:pt x="1382" y="137"/>
                      </a:cubicBezTo>
                      <a:cubicBezTo>
                        <a:pt x="1246" y="59"/>
                        <a:pt x="1090" y="1"/>
                        <a:pt x="9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8" name="Google Shape;10648;p73"/>
                <p:cNvSpPr/>
                <p:nvPr/>
              </p:nvSpPr>
              <p:spPr>
                <a:xfrm>
                  <a:off x="453350" y="606100"/>
                  <a:ext cx="41375" cy="26250"/>
                </a:xfrm>
                <a:custGeom>
                  <a:avLst/>
                  <a:gdLst/>
                  <a:ahLst/>
                  <a:cxnLst/>
                  <a:rect l="l" t="t" r="r" b="b"/>
                  <a:pathLst>
                    <a:path w="1655" h="1050" extrusionOk="0">
                      <a:moveTo>
                        <a:pt x="837" y="251"/>
                      </a:moveTo>
                      <a:cubicBezTo>
                        <a:pt x="1013" y="251"/>
                        <a:pt x="1149" y="271"/>
                        <a:pt x="1265" y="349"/>
                      </a:cubicBezTo>
                      <a:cubicBezTo>
                        <a:pt x="1363" y="407"/>
                        <a:pt x="1421" y="465"/>
                        <a:pt x="1421" y="543"/>
                      </a:cubicBezTo>
                      <a:cubicBezTo>
                        <a:pt x="1441" y="621"/>
                        <a:pt x="1363" y="660"/>
                        <a:pt x="1265" y="738"/>
                      </a:cubicBezTo>
                      <a:cubicBezTo>
                        <a:pt x="1149" y="816"/>
                        <a:pt x="988" y="855"/>
                        <a:pt x="828" y="855"/>
                      </a:cubicBezTo>
                      <a:cubicBezTo>
                        <a:pt x="667" y="855"/>
                        <a:pt x="507" y="816"/>
                        <a:pt x="390" y="738"/>
                      </a:cubicBezTo>
                      <a:cubicBezTo>
                        <a:pt x="293" y="699"/>
                        <a:pt x="254" y="621"/>
                        <a:pt x="254" y="543"/>
                      </a:cubicBezTo>
                      <a:cubicBezTo>
                        <a:pt x="254" y="465"/>
                        <a:pt x="293" y="427"/>
                        <a:pt x="390" y="349"/>
                      </a:cubicBezTo>
                      <a:cubicBezTo>
                        <a:pt x="526" y="271"/>
                        <a:pt x="682" y="251"/>
                        <a:pt x="837" y="251"/>
                      </a:cubicBezTo>
                      <a:close/>
                      <a:moveTo>
                        <a:pt x="825" y="1"/>
                      </a:moveTo>
                      <a:cubicBezTo>
                        <a:pt x="630" y="1"/>
                        <a:pt x="433" y="45"/>
                        <a:pt x="273" y="135"/>
                      </a:cubicBezTo>
                      <a:cubicBezTo>
                        <a:pt x="98" y="232"/>
                        <a:pt x="1" y="368"/>
                        <a:pt x="1" y="524"/>
                      </a:cubicBezTo>
                      <a:cubicBezTo>
                        <a:pt x="1" y="660"/>
                        <a:pt x="98" y="816"/>
                        <a:pt x="273" y="913"/>
                      </a:cubicBezTo>
                      <a:cubicBezTo>
                        <a:pt x="448" y="1010"/>
                        <a:pt x="643" y="1049"/>
                        <a:pt x="837" y="1049"/>
                      </a:cubicBezTo>
                      <a:cubicBezTo>
                        <a:pt x="1032" y="1049"/>
                        <a:pt x="1246" y="1010"/>
                        <a:pt x="1402" y="913"/>
                      </a:cubicBezTo>
                      <a:cubicBezTo>
                        <a:pt x="1557" y="816"/>
                        <a:pt x="1655" y="660"/>
                        <a:pt x="1655" y="524"/>
                      </a:cubicBezTo>
                      <a:cubicBezTo>
                        <a:pt x="1655" y="427"/>
                        <a:pt x="1616" y="329"/>
                        <a:pt x="1538" y="251"/>
                      </a:cubicBezTo>
                      <a:lnTo>
                        <a:pt x="1421" y="329"/>
                      </a:lnTo>
                      <a:cubicBezTo>
                        <a:pt x="1421" y="349"/>
                        <a:pt x="1402" y="349"/>
                        <a:pt x="1363" y="349"/>
                      </a:cubicBezTo>
                      <a:cubicBezTo>
                        <a:pt x="1324" y="349"/>
                        <a:pt x="1304" y="329"/>
                        <a:pt x="1265" y="310"/>
                      </a:cubicBezTo>
                      <a:cubicBezTo>
                        <a:pt x="1246" y="251"/>
                        <a:pt x="1246" y="174"/>
                        <a:pt x="1324" y="135"/>
                      </a:cubicBezTo>
                      <a:lnTo>
                        <a:pt x="1343" y="115"/>
                      </a:lnTo>
                      <a:cubicBezTo>
                        <a:pt x="1192" y="40"/>
                        <a:pt x="1009" y="1"/>
                        <a:pt x="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9" name="Google Shape;10649;p73"/>
                <p:cNvSpPr/>
                <p:nvPr/>
              </p:nvSpPr>
              <p:spPr>
                <a:xfrm>
                  <a:off x="350725" y="481550"/>
                  <a:ext cx="285050" cy="167325"/>
                </a:xfrm>
                <a:custGeom>
                  <a:avLst/>
                  <a:gdLst/>
                  <a:ahLst/>
                  <a:cxnLst/>
                  <a:rect l="l" t="t" r="r" b="b"/>
                  <a:pathLst>
                    <a:path w="11402" h="6693" extrusionOk="0">
                      <a:moveTo>
                        <a:pt x="11187" y="0"/>
                      </a:moveTo>
                      <a:lnTo>
                        <a:pt x="9923" y="739"/>
                      </a:lnTo>
                      <a:cubicBezTo>
                        <a:pt x="9936" y="736"/>
                        <a:pt x="9948" y="734"/>
                        <a:pt x="9960" y="734"/>
                      </a:cubicBezTo>
                      <a:cubicBezTo>
                        <a:pt x="10013" y="734"/>
                        <a:pt x="10040" y="772"/>
                        <a:pt x="10040" y="837"/>
                      </a:cubicBezTo>
                      <a:cubicBezTo>
                        <a:pt x="10040" y="914"/>
                        <a:pt x="10001" y="953"/>
                        <a:pt x="9923" y="953"/>
                      </a:cubicBezTo>
                      <a:lnTo>
                        <a:pt x="9534" y="953"/>
                      </a:lnTo>
                      <a:lnTo>
                        <a:pt x="7296" y="2237"/>
                      </a:lnTo>
                      <a:cubicBezTo>
                        <a:pt x="7355" y="2237"/>
                        <a:pt x="7394" y="2296"/>
                        <a:pt x="7394" y="2374"/>
                      </a:cubicBezTo>
                      <a:cubicBezTo>
                        <a:pt x="7394" y="2432"/>
                        <a:pt x="7335" y="2490"/>
                        <a:pt x="7277" y="2490"/>
                      </a:cubicBezTo>
                      <a:lnTo>
                        <a:pt x="6868" y="2490"/>
                      </a:lnTo>
                      <a:lnTo>
                        <a:pt x="1" y="6459"/>
                      </a:lnTo>
                      <a:lnTo>
                        <a:pt x="1" y="6654"/>
                      </a:lnTo>
                      <a:lnTo>
                        <a:pt x="59" y="6693"/>
                      </a:lnTo>
                      <a:lnTo>
                        <a:pt x="4398" y="4183"/>
                      </a:lnTo>
                      <a:cubicBezTo>
                        <a:pt x="4359" y="4163"/>
                        <a:pt x="4339" y="4144"/>
                        <a:pt x="4339" y="4086"/>
                      </a:cubicBezTo>
                      <a:cubicBezTo>
                        <a:pt x="4339" y="4027"/>
                        <a:pt x="4378" y="3969"/>
                        <a:pt x="4456" y="3969"/>
                      </a:cubicBezTo>
                      <a:lnTo>
                        <a:pt x="4787" y="3969"/>
                      </a:lnTo>
                      <a:lnTo>
                        <a:pt x="11401" y="156"/>
                      </a:lnTo>
                      <a:cubicBezTo>
                        <a:pt x="11382" y="136"/>
                        <a:pt x="11343" y="136"/>
                        <a:pt x="11304" y="97"/>
                      </a:cubicBezTo>
                      <a:cubicBezTo>
                        <a:pt x="11265" y="78"/>
                        <a:pt x="11207" y="39"/>
                        <a:pt x="111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0" name="Google Shape;10650;p73"/>
                <p:cNvSpPr/>
                <p:nvPr/>
              </p:nvSpPr>
              <p:spPr>
                <a:xfrm>
                  <a:off x="350725" y="647875"/>
                  <a:ext cx="1500" cy="1475"/>
                </a:xfrm>
                <a:custGeom>
                  <a:avLst/>
                  <a:gdLst/>
                  <a:ahLst/>
                  <a:cxnLst/>
                  <a:rect l="l" t="t" r="r" b="b"/>
                  <a:pathLst>
                    <a:path w="60" h="59" extrusionOk="0">
                      <a:moveTo>
                        <a:pt x="1" y="1"/>
                      </a:moveTo>
                      <a:lnTo>
                        <a:pt x="1" y="59"/>
                      </a:lnTo>
                      <a:lnTo>
                        <a:pt x="59" y="40"/>
                      </a:lnTo>
                      <a:cubicBezTo>
                        <a:pt x="20" y="20"/>
                        <a:pt x="20"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1" name="Google Shape;10651;p73"/>
                <p:cNvSpPr/>
                <p:nvPr/>
              </p:nvSpPr>
              <p:spPr>
                <a:xfrm>
                  <a:off x="630875" y="478925"/>
                  <a:ext cx="7325" cy="6050"/>
                </a:xfrm>
                <a:custGeom>
                  <a:avLst/>
                  <a:gdLst/>
                  <a:ahLst/>
                  <a:cxnLst/>
                  <a:rect l="l" t="t" r="r" b="b"/>
                  <a:pathLst>
                    <a:path w="293" h="242" extrusionOk="0">
                      <a:moveTo>
                        <a:pt x="156" y="0"/>
                      </a:moveTo>
                      <a:cubicBezTo>
                        <a:pt x="137" y="0"/>
                        <a:pt x="118" y="3"/>
                        <a:pt x="98" y="8"/>
                      </a:cubicBezTo>
                      <a:lnTo>
                        <a:pt x="1" y="66"/>
                      </a:lnTo>
                      <a:cubicBezTo>
                        <a:pt x="40" y="105"/>
                        <a:pt x="79" y="163"/>
                        <a:pt x="137" y="183"/>
                      </a:cubicBezTo>
                      <a:cubicBezTo>
                        <a:pt x="157" y="202"/>
                        <a:pt x="195" y="202"/>
                        <a:pt x="234" y="241"/>
                      </a:cubicBezTo>
                      <a:cubicBezTo>
                        <a:pt x="273" y="202"/>
                        <a:pt x="293" y="144"/>
                        <a:pt x="273" y="66"/>
                      </a:cubicBezTo>
                      <a:cubicBezTo>
                        <a:pt x="259" y="22"/>
                        <a:pt x="211" y="0"/>
                        <a:pt x="1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2" name="Google Shape;10652;p73"/>
                <p:cNvSpPr/>
                <p:nvPr/>
              </p:nvSpPr>
              <p:spPr>
                <a:xfrm>
                  <a:off x="486425" y="586100"/>
                  <a:ext cx="51100" cy="26300"/>
                </a:xfrm>
                <a:custGeom>
                  <a:avLst/>
                  <a:gdLst/>
                  <a:ahLst/>
                  <a:cxnLst/>
                  <a:rect l="l" t="t" r="r" b="b"/>
                  <a:pathLst>
                    <a:path w="2044" h="1052" extrusionOk="0">
                      <a:moveTo>
                        <a:pt x="1557" y="1"/>
                      </a:moveTo>
                      <a:lnTo>
                        <a:pt x="1" y="915"/>
                      </a:lnTo>
                      <a:cubicBezTo>
                        <a:pt x="20" y="915"/>
                        <a:pt x="40" y="935"/>
                        <a:pt x="79" y="935"/>
                      </a:cubicBezTo>
                      <a:cubicBezTo>
                        <a:pt x="118" y="954"/>
                        <a:pt x="176" y="1013"/>
                        <a:pt x="215" y="1051"/>
                      </a:cubicBezTo>
                      <a:lnTo>
                        <a:pt x="20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3" name="Google Shape;10653;p73"/>
                <p:cNvSpPr/>
                <p:nvPr/>
              </p:nvSpPr>
              <p:spPr>
                <a:xfrm>
                  <a:off x="536050" y="524825"/>
                  <a:ext cx="101675" cy="55475"/>
                </a:xfrm>
                <a:custGeom>
                  <a:avLst/>
                  <a:gdLst/>
                  <a:ahLst/>
                  <a:cxnLst/>
                  <a:rect l="l" t="t" r="r" b="b"/>
                  <a:pathLst>
                    <a:path w="4067" h="2219" extrusionOk="0">
                      <a:moveTo>
                        <a:pt x="3852" y="1"/>
                      </a:moveTo>
                      <a:lnTo>
                        <a:pt x="0" y="2218"/>
                      </a:lnTo>
                      <a:lnTo>
                        <a:pt x="487" y="2218"/>
                      </a:lnTo>
                      <a:lnTo>
                        <a:pt x="4066" y="156"/>
                      </a:lnTo>
                      <a:cubicBezTo>
                        <a:pt x="4047" y="156"/>
                        <a:pt x="4027" y="117"/>
                        <a:pt x="3988" y="117"/>
                      </a:cubicBezTo>
                      <a:cubicBezTo>
                        <a:pt x="3930" y="78"/>
                        <a:pt x="3872" y="59"/>
                        <a:pt x="38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4" name="Google Shape;10654;p73"/>
                <p:cNvSpPr/>
                <p:nvPr/>
              </p:nvSpPr>
              <p:spPr>
                <a:xfrm>
                  <a:off x="632825" y="522200"/>
                  <a:ext cx="7825" cy="6550"/>
                </a:xfrm>
                <a:custGeom>
                  <a:avLst/>
                  <a:gdLst/>
                  <a:ahLst/>
                  <a:cxnLst/>
                  <a:rect l="l" t="t" r="r" b="b"/>
                  <a:pathLst>
                    <a:path w="313" h="262" extrusionOk="0">
                      <a:moveTo>
                        <a:pt x="175" y="1"/>
                      </a:moveTo>
                      <a:cubicBezTo>
                        <a:pt x="156" y="1"/>
                        <a:pt x="137" y="3"/>
                        <a:pt x="117" y="8"/>
                      </a:cubicBezTo>
                      <a:lnTo>
                        <a:pt x="1" y="86"/>
                      </a:lnTo>
                      <a:cubicBezTo>
                        <a:pt x="20" y="164"/>
                        <a:pt x="79" y="203"/>
                        <a:pt x="156" y="222"/>
                      </a:cubicBezTo>
                      <a:cubicBezTo>
                        <a:pt x="176" y="222"/>
                        <a:pt x="195" y="261"/>
                        <a:pt x="215" y="261"/>
                      </a:cubicBezTo>
                      <a:lnTo>
                        <a:pt x="254" y="222"/>
                      </a:lnTo>
                      <a:cubicBezTo>
                        <a:pt x="293" y="203"/>
                        <a:pt x="312" y="125"/>
                        <a:pt x="293" y="67"/>
                      </a:cubicBezTo>
                      <a:cubicBezTo>
                        <a:pt x="278" y="23"/>
                        <a:pt x="231" y="1"/>
                        <a:pt x="1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5" name="Google Shape;10655;p73"/>
                <p:cNvSpPr/>
                <p:nvPr/>
              </p:nvSpPr>
              <p:spPr>
                <a:xfrm>
                  <a:off x="484000" y="609450"/>
                  <a:ext cx="7325" cy="5875"/>
                </a:xfrm>
                <a:custGeom>
                  <a:avLst/>
                  <a:gdLst/>
                  <a:ahLst/>
                  <a:cxnLst/>
                  <a:rect l="l" t="t" r="r" b="b"/>
                  <a:pathLst>
                    <a:path w="293" h="235" extrusionOk="0">
                      <a:moveTo>
                        <a:pt x="98" y="1"/>
                      </a:moveTo>
                      <a:lnTo>
                        <a:pt x="78" y="20"/>
                      </a:lnTo>
                      <a:cubicBezTo>
                        <a:pt x="20" y="40"/>
                        <a:pt x="1" y="117"/>
                        <a:pt x="20" y="195"/>
                      </a:cubicBezTo>
                      <a:cubicBezTo>
                        <a:pt x="39" y="234"/>
                        <a:pt x="98" y="234"/>
                        <a:pt x="117" y="234"/>
                      </a:cubicBezTo>
                      <a:cubicBezTo>
                        <a:pt x="137" y="234"/>
                        <a:pt x="176" y="234"/>
                        <a:pt x="176" y="215"/>
                      </a:cubicBezTo>
                      <a:lnTo>
                        <a:pt x="292" y="137"/>
                      </a:lnTo>
                      <a:cubicBezTo>
                        <a:pt x="292" y="98"/>
                        <a:pt x="234" y="40"/>
                        <a:pt x="176" y="20"/>
                      </a:cubicBezTo>
                      <a:cubicBezTo>
                        <a:pt x="137" y="1"/>
                        <a:pt x="117" y="1"/>
                        <a:pt x="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6" name="Google Shape;10656;p73"/>
                <p:cNvSpPr/>
                <p:nvPr/>
              </p:nvSpPr>
              <p:spPr>
                <a:xfrm>
                  <a:off x="391600" y="537475"/>
                  <a:ext cx="141075" cy="6350"/>
                </a:xfrm>
                <a:custGeom>
                  <a:avLst/>
                  <a:gdLst/>
                  <a:ahLst/>
                  <a:cxnLst/>
                  <a:rect l="l" t="t" r="r" b="b"/>
                  <a:pathLst>
                    <a:path w="5643" h="254" extrusionOk="0">
                      <a:moveTo>
                        <a:pt x="409" y="0"/>
                      </a:moveTo>
                      <a:lnTo>
                        <a:pt x="0" y="253"/>
                      </a:lnTo>
                      <a:lnTo>
                        <a:pt x="5233" y="253"/>
                      </a:lnTo>
                      <a:lnTo>
                        <a:pt x="56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7" name="Google Shape;10657;p73"/>
                <p:cNvSpPr/>
                <p:nvPr/>
              </p:nvSpPr>
              <p:spPr>
                <a:xfrm>
                  <a:off x="389150" y="537475"/>
                  <a:ext cx="12675" cy="6350"/>
                </a:xfrm>
                <a:custGeom>
                  <a:avLst/>
                  <a:gdLst/>
                  <a:ahLst/>
                  <a:cxnLst/>
                  <a:rect l="l" t="t" r="r" b="b"/>
                  <a:pathLst>
                    <a:path w="507" h="254" extrusionOk="0">
                      <a:moveTo>
                        <a:pt x="118" y="0"/>
                      </a:moveTo>
                      <a:cubicBezTo>
                        <a:pt x="40" y="0"/>
                        <a:pt x="1" y="59"/>
                        <a:pt x="1" y="137"/>
                      </a:cubicBezTo>
                      <a:cubicBezTo>
                        <a:pt x="1" y="195"/>
                        <a:pt x="40" y="253"/>
                        <a:pt x="98" y="253"/>
                      </a:cubicBezTo>
                      <a:lnTo>
                        <a:pt x="5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8" name="Google Shape;10658;p73"/>
                <p:cNvSpPr/>
                <p:nvPr/>
              </p:nvSpPr>
              <p:spPr>
                <a:xfrm>
                  <a:off x="522900" y="537475"/>
                  <a:ext cx="12675" cy="6350"/>
                </a:xfrm>
                <a:custGeom>
                  <a:avLst/>
                  <a:gdLst/>
                  <a:ahLst/>
                  <a:cxnLst/>
                  <a:rect l="l" t="t" r="r" b="b"/>
                  <a:pathLst>
                    <a:path w="507" h="254" extrusionOk="0">
                      <a:moveTo>
                        <a:pt x="409" y="0"/>
                      </a:moveTo>
                      <a:lnTo>
                        <a:pt x="1" y="253"/>
                      </a:lnTo>
                      <a:lnTo>
                        <a:pt x="390" y="253"/>
                      </a:lnTo>
                      <a:cubicBezTo>
                        <a:pt x="468" y="253"/>
                        <a:pt x="507" y="195"/>
                        <a:pt x="507" y="137"/>
                      </a:cubicBezTo>
                      <a:cubicBezTo>
                        <a:pt x="507" y="59"/>
                        <a:pt x="468" y="39"/>
                        <a:pt x="4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9" name="Google Shape;10659;p73"/>
                <p:cNvSpPr/>
                <p:nvPr/>
              </p:nvSpPr>
              <p:spPr>
                <a:xfrm>
                  <a:off x="457725" y="499525"/>
                  <a:ext cx="141075" cy="5875"/>
                </a:xfrm>
                <a:custGeom>
                  <a:avLst/>
                  <a:gdLst/>
                  <a:ahLst/>
                  <a:cxnLst/>
                  <a:rect l="l" t="t" r="r" b="b"/>
                  <a:pathLst>
                    <a:path w="5643" h="235" extrusionOk="0">
                      <a:moveTo>
                        <a:pt x="410" y="1"/>
                      </a:moveTo>
                      <a:lnTo>
                        <a:pt x="1" y="234"/>
                      </a:lnTo>
                      <a:lnTo>
                        <a:pt x="5234" y="234"/>
                      </a:lnTo>
                      <a:lnTo>
                        <a:pt x="56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0" name="Google Shape;10660;p73"/>
                <p:cNvSpPr/>
                <p:nvPr/>
              </p:nvSpPr>
              <p:spPr>
                <a:xfrm>
                  <a:off x="455300" y="499525"/>
                  <a:ext cx="12675" cy="5875"/>
                </a:xfrm>
                <a:custGeom>
                  <a:avLst/>
                  <a:gdLst/>
                  <a:ahLst/>
                  <a:cxnLst/>
                  <a:rect l="l" t="t" r="r" b="b"/>
                  <a:pathLst>
                    <a:path w="507" h="235" extrusionOk="0">
                      <a:moveTo>
                        <a:pt x="117" y="1"/>
                      </a:moveTo>
                      <a:cubicBezTo>
                        <a:pt x="59" y="1"/>
                        <a:pt x="1" y="40"/>
                        <a:pt x="1" y="118"/>
                      </a:cubicBezTo>
                      <a:cubicBezTo>
                        <a:pt x="1" y="195"/>
                        <a:pt x="59" y="234"/>
                        <a:pt x="98" y="234"/>
                      </a:cubicBezTo>
                      <a:lnTo>
                        <a:pt x="5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1" name="Google Shape;10661;p73"/>
                <p:cNvSpPr/>
                <p:nvPr/>
              </p:nvSpPr>
              <p:spPr>
                <a:xfrm>
                  <a:off x="589050" y="499525"/>
                  <a:ext cx="12675" cy="5875"/>
                </a:xfrm>
                <a:custGeom>
                  <a:avLst/>
                  <a:gdLst/>
                  <a:ahLst/>
                  <a:cxnLst/>
                  <a:rect l="l" t="t" r="r" b="b"/>
                  <a:pathLst>
                    <a:path w="507" h="235" extrusionOk="0">
                      <a:moveTo>
                        <a:pt x="409" y="1"/>
                      </a:moveTo>
                      <a:lnTo>
                        <a:pt x="1" y="234"/>
                      </a:lnTo>
                      <a:lnTo>
                        <a:pt x="390" y="234"/>
                      </a:lnTo>
                      <a:cubicBezTo>
                        <a:pt x="468" y="234"/>
                        <a:pt x="507" y="195"/>
                        <a:pt x="507" y="118"/>
                      </a:cubicBezTo>
                      <a:cubicBezTo>
                        <a:pt x="507" y="40"/>
                        <a:pt x="468" y="20"/>
                        <a:pt x="4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2" name="Google Shape;10662;p73"/>
                <p:cNvSpPr/>
                <p:nvPr/>
              </p:nvSpPr>
              <p:spPr>
                <a:xfrm>
                  <a:off x="538000" y="391075"/>
                  <a:ext cx="467900" cy="195050"/>
                </a:xfrm>
                <a:custGeom>
                  <a:avLst/>
                  <a:gdLst/>
                  <a:ahLst/>
                  <a:cxnLst/>
                  <a:rect l="l" t="t" r="r" b="b"/>
                  <a:pathLst>
                    <a:path w="18716" h="7802" extrusionOk="0">
                      <a:moveTo>
                        <a:pt x="10616" y="4401"/>
                      </a:moveTo>
                      <a:cubicBezTo>
                        <a:pt x="10600" y="4406"/>
                        <a:pt x="10584" y="4415"/>
                        <a:pt x="10570" y="4427"/>
                      </a:cubicBezTo>
                      <a:lnTo>
                        <a:pt x="10570" y="4427"/>
                      </a:lnTo>
                      <a:lnTo>
                        <a:pt x="10616" y="4401"/>
                      </a:lnTo>
                      <a:close/>
                      <a:moveTo>
                        <a:pt x="18229" y="0"/>
                      </a:moveTo>
                      <a:lnTo>
                        <a:pt x="10616" y="4401"/>
                      </a:lnTo>
                      <a:lnTo>
                        <a:pt x="10616" y="4401"/>
                      </a:lnTo>
                      <a:cubicBezTo>
                        <a:pt x="10625" y="4399"/>
                        <a:pt x="10633" y="4397"/>
                        <a:pt x="10642" y="4397"/>
                      </a:cubicBezTo>
                      <a:cubicBezTo>
                        <a:pt x="10720" y="4397"/>
                        <a:pt x="10778" y="4456"/>
                        <a:pt x="10778" y="4533"/>
                      </a:cubicBezTo>
                      <a:lnTo>
                        <a:pt x="10778" y="4592"/>
                      </a:lnTo>
                      <a:lnTo>
                        <a:pt x="18716" y="0"/>
                      </a:lnTo>
                      <a:close/>
                      <a:moveTo>
                        <a:pt x="8833" y="5428"/>
                      </a:moveTo>
                      <a:cubicBezTo>
                        <a:pt x="8769" y="5428"/>
                        <a:pt x="8718" y="5455"/>
                        <a:pt x="8702" y="5507"/>
                      </a:cubicBezTo>
                      <a:lnTo>
                        <a:pt x="8702" y="5507"/>
                      </a:lnTo>
                      <a:lnTo>
                        <a:pt x="8838" y="5428"/>
                      </a:lnTo>
                      <a:lnTo>
                        <a:pt x="8838" y="5428"/>
                      </a:lnTo>
                      <a:cubicBezTo>
                        <a:pt x="8836" y="5428"/>
                        <a:pt x="8835" y="5428"/>
                        <a:pt x="8833" y="5428"/>
                      </a:cubicBezTo>
                      <a:close/>
                      <a:moveTo>
                        <a:pt x="10570" y="4427"/>
                      </a:moveTo>
                      <a:lnTo>
                        <a:pt x="8838" y="5428"/>
                      </a:lnTo>
                      <a:lnTo>
                        <a:pt x="8838" y="5428"/>
                      </a:lnTo>
                      <a:cubicBezTo>
                        <a:pt x="8895" y="5431"/>
                        <a:pt x="8949" y="5470"/>
                        <a:pt x="8949" y="5545"/>
                      </a:cubicBezTo>
                      <a:lnTo>
                        <a:pt x="8949" y="5623"/>
                      </a:lnTo>
                      <a:lnTo>
                        <a:pt x="10525" y="4689"/>
                      </a:lnTo>
                      <a:lnTo>
                        <a:pt x="10525" y="4533"/>
                      </a:lnTo>
                      <a:cubicBezTo>
                        <a:pt x="10525" y="4490"/>
                        <a:pt x="10544" y="4452"/>
                        <a:pt x="10570" y="4427"/>
                      </a:cubicBezTo>
                      <a:close/>
                      <a:moveTo>
                        <a:pt x="6986" y="6499"/>
                      </a:moveTo>
                      <a:lnTo>
                        <a:pt x="6986" y="6499"/>
                      </a:lnTo>
                      <a:cubicBezTo>
                        <a:pt x="6945" y="6503"/>
                        <a:pt x="6917" y="6519"/>
                        <a:pt x="6901" y="6548"/>
                      </a:cubicBezTo>
                      <a:lnTo>
                        <a:pt x="6901" y="6548"/>
                      </a:lnTo>
                      <a:lnTo>
                        <a:pt x="6986" y="6499"/>
                      </a:lnTo>
                      <a:close/>
                      <a:moveTo>
                        <a:pt x="8702" y="5507"/>
                      </a:moveTo>
                      <a:lnTo>
                        <a:pt x="6986" y="6499"/>
                      </a:lnTo>
                      <a:lnTo>
                        <a:pt x="6986" y="6499"/>
                      </a:lnTo>
                      <a:cubicBezTo>
                        <a:pt x="6992" y="6499"/>
                        <a:pt x="6998" y="6498"/>
                        <a:pt x="7004" y="6498"/>
                      </a:cubicBezTo>
                      <a:cubicBezTo>
                        <a:pt x="7082" y="6498"/>
                        <a:pt x="7121" y="6537"/>
                        <a:pt x="7121" y="6615"/>
                      </a:cubicBezTo>
                      <a:lnTo>
                        <a:pt x="7121" y="6693"/>
                      </a:lnTo>
                      <a:lnTo>
                        <a:pt x="8696" y="5759"/>
                      </a:lnTo>
                      <a:lnTo>
                        <a:pt x="8696" y="5545"/>
                      </a:lnTo>
                      <a:cubicBezTo>
                        <a:pt x="8696" y="5531"/>
                        <a:pt x="8698" y="5519"/>
                        <a:pt x="8702" y="5507"/>
                      </a:cubicBezTo>
                      <a:close/>
                      <a:moveTo>
                        <a:pt x="6901" y="6548"/>
                      </a:moveTo>
                      <a:lnTo>
                        <a:pt x="5136" y="7568"/>
                      </a:lnTo>
                      <a:lnTo>
                        <a:pt x="409" y="7568"/>
                      </a:lnTo>
                      <a:lnTo>
                        <a:pt x="0" y="7802"/>
                      </a:lnTo>
                      <a:lnTo>
                        <a:pt x="5058" y="7802"/>
                      </a:lnTo>
                      <a:lnTo>
                        <a:pt x="5058" y="7685"/>
                      </a:lnTo>
                      <a:cubicBezTo>
                        <a:pt x="5058" y="7607"/>
                        <a:pt x="5097" y="7568"/>
                        <a:pt x="5175" y="7568"/>
                      </a:cubicBezTo>
                      <a:cubicBezTo>
                        <a:pt x="5253" y="7568"/>
                        <a:pt x="5292" y="7607"/>
                        <a:pt x="5292" y="7685"/>
                      </a:cubicBezTo>
                      <a:lnTo>
                        <a:pt x="5292" y="7763"/>
                      </a:lnTo>
                      <a:lnTo>
                        <a:pt x="6887" y="6829"/>
                      </a:lnTo>
                      <a:lnTo>
                        <a:pt x="6887" y="6615"/>
                      </a:lnTo>
                      <a:cubicBezTo>
                        <a:pt x="6887" y="6588"/>
                        <a:pt x="6892" y="6566"/>
                        <a:pt x="6901" y="65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3" name="Google Shape;10663;p73"/>
                <p:cNvSpPr/>
                <p:nvPr/>
              </p:nvSpPr>
              <p:spPr>
                <a:xfrm>
                  <a:off x="461625" y="580275"/>
                  <a:ext cx="74450" cy="5850"/>
                </a:xfrm>
                <a:custGeom>
                  <a:avLst/>
                  <a:gdLst/>
                  <a:ahLst/>
                  <a:cxnLst/>
                  <a:rect l="l" t="t" r="r" b="b"/>
                  <a:pathLst>
                    <a:path w="2978" h="234" extrusionOk="0">
                      <a:moveTo>
                        <a:pt x="390" y="0"/>
                      </a:moveTo>
                      <a:lnTo>
                        <a:pt x="1" y="214"/>
                      </a:lnTo>
                      <a:cubicBezTo>
                        <a:pt x="1" y="234"/>
                        <a:pt x="20" y="234"/>
                        <a:pt x="40" y="234"/>
                      </a:cubicBezTo>
                      <a:lnTo>
                        <a:pt x="2569" y="234"/>
                      </a:lnTo>
                      <a:lnTo>
                        <a:pt x="29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4" name="Google Shape;10664;p73"/>
                <p:cNvSpPr/>
                <p:nvPr/>
              </p:nvSpPr>
              <p:spPr>
                <a:xfrm>
                  <a:off x="459675" y="580275"/>
                  <a:ext cx="11700" cy="5375"/>
                </a:xfrm>
                <a:custGeom>
                  <a:avLst/>
                  <a:gdLst/>
                  <a:ahLst/>
                  <a:cxnLst/>
                  <a:rect l="l" t="t" r="r" b="b"/>
                  <a:pathLst>
                    <a:path w="468" h="215" extrusionOk="0">
                      <a:moveTo>
                        <a:pt x="118" y="0"/>
                      </a:moveTo>
                      <a:cubicBezTo>
                        <a:pt x="40" y="0"/>
                        <a:pt x="1" y="78"/>
                        <a:pt x="1" y="117"/>
                      </a:cubicBezTo>
                      <a:cubicBezTo>
                        <a:pt x="1" y="175"/>
                        <a:pt x="20" y="195"/>
                        <a:pt x="79" y="214"/>
                      </a:cubicBezTo>
                      <a:lnTo>
                        <a:pt x="4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5" name="Google Shape;10665;p73"/>
                <p:cNvSpPr/>
                <p:nvPr/>
              </p:nvSpPr>
              <p:spPr>
                <a:xfrm>
                  <a:off x="525350" y="580275"/>
                  <a:ext cx="22875" cy="5850"/>
                </a:xfrm>
                <a:custGeom>
                  <a:avLst/>
                  <a:gdLst/>
                  <a:ahLst/>
                  <a:cxnLst/>
                  <a:rect l="l" t="t" r="r" b="b"/>
                  <a:pathLst>
                    <a:path w="915" h="234" extrusionOk="0">
                      <a:moveTo>
                        <a:pt x="428" y="0"/>
                      </a:moveTo>
                      <a:lnTo>
                        <a:pt x="0" y="234"/>
                      </a:lnTo>
                      <a:lnTo>
                        <a:pt x="487" y="234"/>
                      </a:lnTo>
                      <a:lnTo>
                        <a:pt x="9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6" name="Google Shape;10666;p73"/>
                <p:cNvSpPr/>
                <p:nvPr/>
              </p:nvSpPr>
              <p:spPr>
                <a:xfrm>
                  <a:off x="814250" y="1913925"/>
                  <a:ext cx="104600" cy="60800"/>
                </a:xfrm>
                <a:custGeom>
                  <a:avLst/>
                  <a:gdLst/>
                  <a:ahLst/>
                  <a:cxnLst/>
                  <a:rect l="l" t="t" r="r" b="b"/>
                  <a:pathLst>
                    <a:path w="4184" h="2432" extrusionOk="0">
                      <a:moveTo>
                        <a:pt x="3950" y="0"/>
                      </a:moveTo>
                      <a:lnTo>
                        <a:pt x="0" y="2296"/>
                      </a:lnTo>
                      <a:cubicBezTo>
                        <a:pt x="20" y="2296"/>
                        <a:pt x="39" y="2315"/>
                        <a:pt x="39" y="2315"/>
                      </a:cubicBezTo>
                      <a:cubicBezTo>
                        <a:pt x="117" y="2374"/>
                        <a:pt x="156" y="2393"/>
                        <a:pt x="214" y="2432"/>
                      </a:cubicBezTo>
                      <a:lnTo>
                        <a:pt x="4183" y="156"/>
                      </a:lnTo>
                      <a:cubicBezTo>
                        <a:pt x="4144" y="156"/>
                        <a:pt x="4125" y="136"/>
                        <a:pt x="4105" y="136"/>
                      </a:cubicBezTo>
                      <a:cubicBezTo>
                        <a:pt x="4047" y="97"/>
                        <a:pt x="4008" y="58"/>
                        <a:pt x="39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7" name="Google Shape;10667;p73"/>
                <p:cNvSpPr/>
                <p:nvPr/>
              </p:nvSpPr>
              <p:spPr>
                <a:xfrm>
                  <a:off x="910550" y="1893250"/>
                  <a:ext cx="41375" cy="27000"/>
                </a:xfrm>
                <a:custGeom>
                  <a:avLst/>
                  <a:gdLst/>
                  <a:ahLst/>
                  <a:cxnLst/>
                  <a:rect l="l" t="t" r="r" b="b"/>
                  <a:pathLst>
                    <a:path w="1655" h="1080" extrusionOk="0">
                      <a:moveTo>
                        <a:pt x="837" y="282"/>
                      </a:moveTo>
                      <a:cubicBezTo>
                        <a:pt x="1012" y="282"/>
                        <a:pt x="1148" y="302"/>
                        <a:pt x="1265" y="380"/>
                      </a:cubicBezTo>
                      <a:cubicBezTo>
                        <a:pt x="1362" y="418"/>
                        <a:pt x="1421" y="496"/>
                        <a:pt x="1421" y="574"/>
                      </a:cubicBezTo>
                      <a:cubicBezTo>
                        <a:pt x="1421" y="632"/>
                        <a:pt x="1362" y="691"/>
                        <a:pt x="1265" y="749"/>
                      </a:cubicBezTo>
                      <a:cubicBezTo>
                        <a:pt x="1148" y="827"/>
                        <a:pt x="983" y="866"/>
                        <a:pt x="820" y="866"/>
                      </a:cubicBezTo>
                      <a:cubicBezTo>
                        <a:pt x="657" y="866"/>
                        <a:pt x="497" y="827"/>
                        <a:pt x="390" y="749"/>
                      </a:cubicBezTo>
                      <a:cubicBezTo>
                        <a:pt x="292" y="710"/>
                        <a:pt x="253" y="632"/>
                        <a:pt x="253" y="574"/>
                      </a:cubicBezTo>
                      <a:cubicBezTo>
                        <a:pt x="253" y="496"/>
                        <a:pt x="292" y="418"/>
                        <a:pt x="390" y="380"/>
                      </a:cubicBezTo>
                      <a:cubicBezTo>
                        <a:pt x="526" y="302"/>
                        <a:pt x="681" y="282"/>
                        <a:pt x="837" y="282"/>
                      </a:cubicBezTo>
                      <a:close/>
                      <a:moveTo>
                        <a:pt x="827" y="0"/>
                      </a:moveTo>
                      <a:cubicBezTo>
                        <a:pt x="628" y="0"/>
                        <a:pt x="429" y="49"/>
                        <a:pt x="273" y="146"/>
                      </a:cubicBezTo>
                      <a:cubicBezTo>
                        <a:pt x="98" y="243"/>
                        <a:pt x="1" y="399"/>
                        <a:pt x="1" y="535"/>
                      </a:cubicBezTo>
                      <a:cubicBezTo>
                        <a:pt x="1" y="632"/>
                        <a:pt x="59" y="730"/>
                        <a:pt x="137" y="808"/>
                      </a:cubicBezTo>
                      <a:lnTo>
                        <a:pt x="253" y="730"/>
                      </a:lnTo>
                      <a:cubicBezTo>
                        <a:pt x="263" y="725"/>
                        <a:pt x="275" y="722"/>
                        <a:pt x="289" y="722"/>
                      </a:cubicBezTo>
                      <a:cubicBezTo>
                        <a:pt x="329" y="722"/>
                        <a:pt x="380" y="744"/>
                        <a:pt x="409" y="788"/>
                      </a:cubicBezTo>
                      <a:cubicBezTo>
                        <a:pt x="448" y="827"/>
                        <a:pt x="448" y="905"/>
                        <a:pt x="370" y="963"/>
                      </a:cubicBezTo>
                      <a:lnTo>
                        <a:pt x="351" y="983"/>
                      </a:lnTo>
                      <a:cubicBezTo>
                        <a:pt x="487" y="1061"/>
                        <a:pt x="662" y="1080"/>
                        <a:pt x="837" y="1080"/>
                      </a:cubicBezTo>
                      <a:cubicBezTo>
                        <a:pt x="1032" y="1080"/>
                        <a:pt x="1246" y="1022"/>
                        <a:pt x="1382" y="924"/>
                      </a:cubicBezTo>
                      <a:cubicBezTo>
                        <a:pt x="1557" y="827"/>
                        <a:pt x="1654" y="691"/>
                        <a:pt x="1654" y="535"/>
                      </a:cubicBezTo>
                      <a:cubicBezTo>
                        <a:pt x="1654" y="399"/>
                        <a:pt x="1557" y="243"/>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8" name="Google Shape;10668;p73"/>
                <p:cNvSpPr/>
                <p:nvPr/>
              </p:nvSpPr>
              <p:spPr>
                <a:xfrm>
                  <a:off x="913475" y="1911300"/>
                  <a:ext cx="8275" cy="6525"/>
                </a:xfrm>
                <a:custGeom>
                  <a:avLst/>
                  <a:gdLst/>
                  <a:ahLst/>
                  <a:cxnLst/>
                  <a:rect l="l" t="t" r="r" b="b"/>
                  <a:pathLst>
                    <a:path w="331" h="261" extrusionOk="0">
                      <a:moveTo>
                        <a:pt x="183" y="0"/>
                      </a:moveTo>
                      <a:cubicBezTo>
                        <a:pt x="167" y="0"/>
                        <a:pt x="151" y="3"/>
                        <a:pt x="136" y="8"/>
                      </a:cubicBezTo>
                      <a:lnTo>
                        <a:pt x="0" y="86"/>
                      </a:lnTo>
                      <a:cubicBezTo>
                        <a:pt x="39" y="144"/>
                        <a:pt x="78" y="183"/>
                        <a:pt x="156" y="241"/>
                      </a:cubicBezTo>
                      <a:cubicBezTo>
                        <a:pt x="175" y="261"/>
                        <a:pt x="214" y="261"/>
                        <a:pt x="234" y="261"/>
                      </a:cubicBezTo>
                      <a:lnTo>
                        <a:pt x="253" y="241"/>
                      </a:lnTo>
                      <a:cubicBezTo>
                        <a:pt x="292" y="202"/>
                        <a:pt x="331" y="144"/>
                        <a:pt x="292" y="66"/>
                      </a:cubicBezTo>
                      <a:cubicBezTo>
                        <a:pt x="278" y="22"/>
                        <a:pt x="230" y="0"/>
                        <a:pt x="1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9" name="Google Shape;10669;p73"/>
                <p:cNvSpPr/>
                <p:nvPr/>
              </p:nvSpPr>
              <p:spPr>
                <a:xfrm>
                  <a:off x="781650" y="1969725"/>
                  <a:ext cx="40900" cy="25925"/>
                </a:xfrm>
                <a:custGeom>
                  <a:avLst/>
                  <a:gdLst/>
                  <a:ahLst/>
                  <a:cxnLst/>
                  <a:rect l="l" t="t" r="r" b="b"/>
                  <a:pathLst>
                    <a:path w="1636" h="1037" extrusionOk="0">
                      <a:moveTo>
                        <a:pt x="779" y="180"/>
                      </a:moveTo>
                      <a:cubicBezTo>
                        <a:pt x="954" y="180"/>
                        <a:pt x="1110" y="200"/>
                        <a:pt x="1227" y="278"/>
                      </a:cubicBezTo>
                      <a:cubicBezTo>
                        <a:pt x="1324" y="336"/>
                        <a:pt x="1363" y="394"/>
                        <a:pt x="1363" y="472"/>
                      </a:cubicBezTo>
                      <a:cubicBezTo>
                        <a:pt x="1363" y="550"/>
                        <a:pt x="1324" y="589"/>
                        <a:pt x="1227" y="667"/>
                      </a:cubicBezTo>
                      <a:cubicBezTo>
                        <a:pt x="1120" y="745"/>
                        <a:pt x="959" y="784"/>
                        <a:pt x="796" y="784"/>
                      </a:cubicBezTo>
                      <a:cubicBezTo>
                        <a:pt x="633" y="784"/>
                        <a:pt x="468" y="745"/>
                        <a:pt x="351" y="667"/>
                      </a:cubicBezTo>
                      <a:cubicBezTo>
                        <a:pt x="254" y="608"/>
                        <a:pt x="196" y="550"/>
                        <a:pt x="196" y="472"/>
                      </a:cubicBezTo>
                      <a:cubicBezTo>
                        <a:pt x="196" y="394"/>
                        <a:pt x="254" y="356"/>
                        <a:pt x="351" y="278"/>
                      </a:cubicBezTo>
                      <a:cubicBezTo>
                        <a:pt x="468" y="200"/>
                        <a:pt x="643" y="180"/>
                        <a:pt x="779" y="180"/>
                      </a:cubicBezTo>
                      <a:close/>
                      <a:moveTo>
                        <a:pt x="818" y="1"/>
                      </a:moveTo>
                      <a:cubicBezTo>
                        <a:pt x="638" y="1"/>
                        <a:pt x="458" y="35"/>
                        <a:pt x="312" y="103"/>
                      </a:cubicBezTo>
                      <a:cubicBezTo>
                        <a:pt x="371" y="161"/>
                        <a:pt x="390" y="200"/>
                        <a:pt x="351" y="258"/>
                      </a:cubicBezTo>
                      <a:cubicBezTo>
                        <a:pt x="312" y="297"/>
                        <a:pt x="273" y="297"/>
                        <a:pt x="254" y="297"/>
                      </a:cubicBezTo>
                      <a:cubicBezTo>
                        <a:pt x="215" y="297"/>
                        <a:pt x="196" y="297"/>
                        <a:pt x="196" y="278"/>
                      </a:cubicBezTo>
                      <a:lnTo>
                        <a:pt x="118" y="219"/>
                      </a:lnTo>
                      <a:cubicBezTo>
                        <a:pt x="59" y="297"/>
                        <a:pt x="1" y="394"/>
                        <a:pt x="1" y="492"/>
                      </a:cubicBezTo>
                      <a:cubicBezTo>
                        <a:pt x="1" y="647"/>
                        <a:pt x="98" y="784"/>
                        <a:pt x="273" y="881"/>
                      </a:cubicBezTo>
                      <a:cubicBezTo>
                        <a:pt x="448" y="978"/>
                        <a:pt x="643" y="1036"/>
                        <a:pt x="838" y="1036"/>
                      </a:cubicBezTo>
                      <a:cubicBezTo>
                        <a:pt x="993" y="1036"/>
                        <a:pt x="1168" y="978"/>
                        <a:pt x="1324" y="939"/>
                      </a:cubicBezTo>
                      <a:lnTo>
                        <a:pt x="1266" y="920"/>
                      </a:lnTo>
                      <a:cubicBezTo>
                        <a:pt x="1168" y="842"/>
                        <a:pt x="1168" y="764"/>
                        <a:pt x="1188" y="725"/>
                      </a:cubicBezTo>
                      <a:cubicBezTo>
                        <a:pt x="1217" y="681"/>
                        <a:pt x="1268" y="660"/>
                        <a:pt x="1316" y="660"/>
                      </a:cubicBezTo>
                      <a:cubicBezTo>
                        <a:pt x="1332" y="660"/>
                        <a:pt x="1348" y="662"/>
                        <a:pt x="1363" y="667"/>
                      </a:cubicBezTo>
                      <a:lnTo>
                        <a:pt x="1518" y="764"/>
                      </a:lnTo>
                      <a:cubicBezTo>
                        <a:pt x="1577" y="686"/>
                        <a:pt x="1635" y="589"/>
                        <a:pt x="1635" y="492"/>
                      </a:cubicBezTo>
                      <a:cubicBezTo>
                        <a:pt x="1635" y="394"/>
                        <a:pt x="1577" y="297"/>
                        <a:pt x="1518" y="219"/>
                      </a:cubicBezTo>
                      <a:lnTo>
                        <a:pt x="1441" y="278"/>
                      </a:lnTo>
                      <a:cubicBezTo>
                        <a:pt x="1421" y="278"/>
                        <a:pt x="1382" y="297"/>
                        <a:pt x="1382" y="297"/>
                      </a:cubicBezTo>
                      <a:cubicBezTo>
                        <a:pt x="1343" y="297"/>
                        <a:pt x="1324" y="278"/>
                        <a:pt x="1285" y="258"/>
                      </a:cubicBezTo>
                      <a:cubicBezTo>
                        <a:pt x="1266" y="200"/>
                        <a:pt x="1266" y="122"/>
                        <a:pt x="1324" y="103"/>
                      </a:cubicBezTo>
                      <a:cubicBezTo>
                        <a:pt x="1178" y="35"/>
                        <a:pt x="998"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0" name="Google Shape;10670;p73"/>
                <p:cNvSpPr/>
                <p:nvPr/>
              </p:nvSpPr>
              <p:spPr>
                <a:xfrm>
                  <a:off x="812800" y="1970825"/>
                  <a:ext cx="6325" cy="5375"/>
                </a:xfrm>
                <a:custGeom>
                  <a:avLst/>
                  <a:gdLst/>
                  <a:ahLst/>
                  <a:cxnLst/>
                  <a:rect l="l" t="t" r="r" b="b"/>
                  <a:pathLst>
                    <a:path w="253" h="215" extrusionOk="0">
                      <a:moveTo>
                        <a:pt x="58" y="0"/>
                      </a:moveTo>
                      <a:cubicBezTo>
                        <a:pt x="0" y="39"/>
                        <a:pt x="0" y="117"/>
                        <a:pt x="20" y="156"/>
                      </a:cubicBezTo>
                      <a:cubicBezTo>
                        <a:pt x="58" y="214"/>
                        <a:pt x="97" y="214"/>
                        <a:pt x="117" y="214"/>
                      </a:cubicBezTo>
                      <a:cubicBezTo>
                        <a:pt x="156" y="214"/>
                        <a:pt x="175" y="214"/>
                        <a:pt x="175" y="195"/>
                      </a:cubicBezTo>
                      <a:lnTo>
                        <a:pt x="253" y="136"/>
                      </a:lnTo>
                      <a:cubicBezTo>
                        <a:pt x="195" y="78"/>
                        <a:pt x="156" y="39"/>
                        <a:pt x="97" y="20"/>
                      </a:cubicBezTo>
                      <a:cubicBezTo>
                        <a:pt x="78" y="20"/>
                        <a:pt x="58" y="0"/>
                        <a:pt x="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1" name="Google Shape;10671;p73"/>
                <p:cNvSpPr/>
                <p:nvPr/>
              </p:nvSpPr>
              <p:spPr>
                <a:xfrm>
                  <a:off x="814250" y="1988325"/>
                  <a:ext cx="306925" cy="181925"/>
                </a:xfrm>
                <a:custGeom>
                  <a:avLst/>
                  <a:gdLst/>
                  <a:ahLst/>
                  <a:cxnLst/>
                  <a:rect l="l" t="t" r="r" b="b"/>
                  <a:pathLst>
                    <a:path w="12277" h="7277" extrusionOk="0">
                      <a:moveTo>
                        <a:pt x="214" y="1"/>
                      </a:moveTo>
                      <a:cubicBezTo>
                        <a:pt x="156" y="78"/>
                        <a:pt x="117" y="98"/>
                        <a:pt x="59" y="137"/>
                      </a:cubicBezTo>
                      <a:cubicBezTo>
                        <a:pt x="39" y="137"/>
                        <a:pt x="20" y="176"/>
                        <a:pt x="0" y="176"/>
                      </a:cubicBezTo>
                      <a:lnTo>
                        <a:pt x="12277" y="7277"/>
                      </a:lnTo>
                      <a:lnTo>
                        <a:pt x="12277" y="6985"/>
                      </a:ln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2" name="Google Shape;10672;p73"/>
                <p:cNvSpPr/>
                <p:nvPr/>
              </p:nvSpPr>
              <p:spPr>
                <a:xfrm>
                  <a:off x="810850" y="1986125"/>
                  <a:ext cx="8775" cy="6600"/>
                </a:xfrm>
                <a:custGeom>
                  <a:avLst/>
                  <a:gdLst/>
                  <a:ahLst/>
                  <a:cxnLst/>
                  <a:rect l="l" t="t" r="r" b="b"/>
                  <a:pathLst>
                    <a:path w="351" h="264" extrusionOk="0">
                      <a:moveTo>
                        <a:pt x="146" y="0"/>
                      </a:moveTo>
                      <a:cubicBezTo>
                        <a:pt x="108" y="0"/>
                        <a:pt x="65" y="17"/>
                        <a:pt x="39" y="69"/>
                      </a:cubicBezTo>
                      <a:cubicBezTo>
                        <a:pt x="0" y="108"/>
                        <a:pt x="0" y="186"/>
                        <a:pt x="78" y="225"/>
                      </a:cubicBezTo>
                      <a:lnTo>
                        <a:pt x="136" y="264"/>
                      </a:lnTo>
                      <a:cubicBezTo>
                        <a:pt x="156" y="264"/>
                        <a:pt x="175" y="225"/>
                        <a:pt x="195" y="225"/>
                      </a:cubicBezTo>
                      <a:cubicBezTo>
                        <a:pt x="253" y="186"/>
                        <a:pt x="292" y="166"/>
                        <a:pt x="350" y="108"/>
                      </a:cubicBezTo>
                      <a:lnTo>
                        <a:pt x="195" y="11"/>
                      </a:lnTo>
                      <a:cubicBezTo>
                        <a:pt x="182" y="4"/>
                        <a:pt x="165"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3" name="Google Shape;10673;p73"/>
                <p:cNvSpPr/>
                <p:nvPr/>
              </p:nvSpPr>
              <p:spPr>
                <a:xfrm>
                  <a:off x="725725" y="1938225"/>
                  <a:ext cx="63250" cy="37475"/>
                </a:xfrm>
                <a:custGeom>
                  <a:avLst/>
                  <a:gdLst/>
                  <a:ahLst/>
                  <a:cxnLst/>
                  <a:rect l="l" t="t" r="r" b="b"/>
                  <a:pathLst>
                    <a:path w="2530" h="1499" extrusionOk="0">
                      <a:moveTo>
                        <a:pt x="254" y="1"/>
                      </a:moveTo>
                      <a:lnTo>
                        <a:pt x="1" y="156"/>
                      </a:lnTo>
                      <a:lnTo>
                        <a:pt x="2316" y="1499"/>
                      </a:lnTo>
                      <a:cubicBezTo>
                        <a:pt x="2374" y="1421"/>
                        <a:pt x="2413" y="1402"/>
                        <a:pt x="2471" y="1343"/>
                      </a:cubicBezTo>
                      <a:cubicBezTo>
                        <a:pt x="2491" y="1343"/>
                        <a:pt x="2510" y="1324"/>
                        <a:pt x="2530" y="1324"/>
                      </a:cubicBezTo>
                      <a:lnTo>
                        <a:pt x="2510" y="1324"/>
                      </a:lnTo>
                      <a:lnTo>
                        <a:pt x="2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4" name="Google Shape;10674;p73"/>
                <p:cNvSpPr/>
                <p:nvPr/>
              </p:nvSpPr>
              <p:spPr>
                <a:xfrm>
                  <a:off x="686825" y="1915375"/>
                  <a:ext cx="38925" cy="22875"/>
                </a:xfrm>
                <a:custGeom>
                  <a:avLst/>
                  <a:gdLst/>
                  <a:ahLst/>
                  <a:cxnLst/>
                  <a:rect l="l" t="t" r="r" b="b"/>
                  <a:pathLst>
                    <a:path w="1557" h="915" extrusionOk="0">
                      <a:moveTo>
                        <a:pt x="253" y="0"/>
                      </a:moveTo>
                      <a:lnTo>
                        <a:pt x="0" y="137"/>
                      </a:lnTo>
                      <a:lnTo>
                        <a:pt x="1323" y="915"/>
                      </a:lnTo>
                      <a:lnTo>
                        <a:pt x="1557" y="779"/>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5" name="Google Shape;10675;p73"/>
                <p:cNvSpPr/>
                <p:nvPr/>
              </p:nvSpPr>
              <p:spPr>
                <a:xfrm>
                  <a:off x="783600" y="1971800"/>
                  <a:ext cx="6850" cy="4875"/>
                </a:xfrm>
                <a:custGeom>
                  <a:avLst/>
                  <a:gdLst/>
                  <a:ahLst/>
                  <a:cxnLst/>
                  <a:rect l="l" t="t" r="r" b="b"/>
                  <a:pathLst>
                    <a:path w="274" h="195" extrusionOk="0">
                      <a:moveTo>
                        <a:pt x="215" y="0"/>
                      </a:moveTo>
                      <a:cubicBezTo>
                        <a:pt x="195" y="0"/>
                        <a:pt x="176" y="20"/>
                        <a:pt x="156" y="20"/>
                      </a:cubicBezTo>
                      <a:cubicBezTo>
                        <a:pt x="79" y="59"/>
                        <a:pt x="20" y="97"/>
                        <a:pt x="1" y="156"/>
                      </a:cubicBezTo>
                      <a:lnTo>
                        <a:pt x="79" y="195"/>
                      </a:lnTo>
                      <a:lnTo>
                        <a:pt x="156" y="195"/>
                      </a:lnTo>
                      <a:cubicBezTo>
                        <a:pt x="195" y="195"/>
                        <a:pt x="215" y="175"/>
                        <a:pt x="254" y="156"/>
                      </a:cubicBezTo>
                      <a:cubicBezTo>
                        <a:pt x="273" y="97"/>
                        <a:pt x="273" y="20"/>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6" name="Google Shape;10676;p73"/>
                <p:cNvSpPr/>
                <p:nvPr/>
              </p:nvSpPr>
              <p:spPr>
                <a:xfrm>
                  <a:off x="547225" y="1938225"/>
                  <a:ext cx="179500" cy="84650"/>
                </a:xfrm>
                <a:custGeom>
                  <a:avLst/>
                  <a:gdLst/>
                  <a:ahLst/>
                  <a:cxnLst/>
                  <a:rect l="l" t="t" r="r" b="b"/>
                  <a:pathLst>
                    <a:path w="7180" h="3386" extrusionOk="0">
                      <a:moveTo>
                        <a:pt x="6927" y="1"/>
                      </a:moveTo>
                      <a:lnTo>
                        <a:pt x="4359" y="1499"/>
                      </a:lnTo>
                      <a:cubicBezTo>
                        <a:pt x="4398" y="1518"/>
                        <a:pt x="4417" y="1596"/>
                        <a:pt x="4398" y="1654"/>
                      </a:cubicBezTo>
                      <a:cubicBezTo>
                        <a:pt x="4378" y="1713"/>
                        <a:pt x="4320" y="1713"/>
                        <a:pt x="4300" y="1713"/>
                      </a:cubicBezTo>
                      <a:cubicBezTo>
                        <a:pt x="4281" y="1713"/>
                        <a:pt x="4261" y="1713"/>
                        <a:pt x="4261" y="1693"/>
                      </a:cubicBezTo>
                      <a:lnTo>
                        <a:pt x="4125" y="1616"/>
                      </a:lnTo>
                      <a:lnTo>
                        <a:pt x="1557" y="3094"/>
                      </a:lnTo>
                      <a:lnTo>
                        <a:pt x="234" y="2335"/>
                      </a:lnTo>
                      <a:lnTo>
                        <a:pt x="1" y="2491"/>
                      </a:lnTo>
                      <a:lnTo>
                        <a:pt x="1499" y="3367"/>
                      </a:lnTo>
                      <a:cubicBezTo>
                        <a:pt x="1538" y="3367"/>
                        <a:pt x="1557" y="3386"/>
                        <a:pt x="1557" y="3386"/>
                      </a:cubicBezTo>
                      <a:cubicBezTo>
                        <a:pt x="1577" y="3386"/>
                        <a:pt x="1596" y="3386"/>
                        <a:pt x="1596" y="3367"/>
                      </a:cubicBezTo>
                      <a:lnTo>
                        <a:pt x="7180" y="156"/>
                      </a:lnTo>
                      <a:lnTo>
                        <a:pt x="69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7" name="Google Shape;10677;p73"/>
                <p:cNvSpPr/>
                <p:nvPr/>
              </p:nvSpPr>
              <p:spPr>
                <a:xfrm>
                  <a:off x="726700" y="1833650"/>
                  <a:ext cx="144000" cy="104125"/>
                </a:xfrm>
                <a:custGeom>
                  <a:avLst/>
                  <a:gdLst/>
                  <a:ahLst/>
                  <a:cxnLst/>
                  <a:rect l="l" t="t" r="r" b="b"/>
                  <a:pathLst>
                    <a:path w="5760" h="4165" extrusionOk="0">
                      <a:moveTo>
                        <a:pt x="4320" y="1"/>
                      </a:moveTo>
                      <a:lnTo>
                        <a:pt x="4067" y="157"/>
                      </a:lnTo>
                      <a:lnTo>
                        <a:pt x="5390" y="915"/>
                      </a:lnTo>
                      <a:lnTo>
                        <a:pt x="2744" y="2433"/>
                      </a:lnTo>
                      <a:cubicBezTo>
                        <a:pt x="2783" y="2472"/>
                        <a:pt x="2822" y="2530"/>
                        <a:pt x="2783" y="2608"/>
                      </a:cubicBezTo>
                      <a:cubicBezTo>
                        <a:pt x="2763" y="2666"/>
                        <a:pt x="2724" y="2666"/>
                        <a:pt x="2685" y="2666"/>
                      </a:cubicBezTo>
                      <a:cubicBezTo>
                        <a:pt x="2666" y="2666"/>
                        <a:pt x="2646" y="2666"/>
                        <a:pt x="2646" y="2627"/>
                      </a:cubicBezTo>
                      <a:lnTo>
                        <a:pt x="2530" y="2569"/>
                      </a:lnTo>
                      <a:lnTo>
                        <a:pt x="1" y="4028"/>
                      </a:lnTo>
                      <a:lnTo>
                        <a:pt x="234" y="4164"/>
                      </a:lnTo>
                      <a:lnTo>
                        <a:pt x="5701" y="1013"/>
                      </a:lnTo>
                      <a:cubicBezTo>
                        <a:pt x="5759" y="974"/>
                        <a:pt x="5759" y="935"/>
                        <a:pt x="5759" y="915"/>
                      </a:cubicBezTo>
                      <a:cubicBezTo>
                        <a:pt x="5759" y="876"/>
                        <a:pt x="5740" y="838"/>
                        <a:pt x="5701" y="818"/>
                      </a:cubicBezTo>
                      <a:lnTo>
                        <a:pt x="43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8" name="Google Shape;10678;p73"/>
                <p:cNvSpPr/>
                <p:nvPr/>
              </p:nvSpPr>
              <p:spPr>
                <a:xfrm>
                  <a:off x="719900" y="1934825"/>
                  <a:ext cx="12175" cy="6825"/>
                </a:xfrm>
                <a:custGeom>
                  <a:avLst/>
                  <a:gdLst/>
                  <a:ahLst/>
                  <a:cxnLst/>
                  <a:rect l="l" t="t" r="r" b="b"/>
                  <a:pathLst>
                    <a:path w="487" h="273" extrusionOk="0">
                      <a:moveTo>
                        <a:pt x="234" y="1"/>
                      </a:moveTo>
                      <a:lnTo>
                        <a:pt x="0" y="137"/>
                      </a:lnTo>
                      <a:lnTo>
                        <a:pt x="234" y="273"/>
                      </a:lnTo>
                      <a:lnTo>
                        <a:pt x="487" y="13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9" name="Google Shape;10679;p73"/>
                <p:cNvSpPr/>
                <p:nvPr/>
              </p:nvSpPr>
              <p:spPr>
                <a:xfrm>
                  <a:off x="756375" y="1875975"/>
                  <a:ext cx="38925" cy="22400"/>
                </a:xfrm>
                <a:custGeom>
                  <a:avLst/>
                  <a:gdLst/>
                  <a:ahLst/>
                  <a:cxnLst/>
                  <a:rect l="l" t="t" r="r" b="b"/>
                  <a:pathLst>
                    <a:path w="1557" h="896" extrusionOk="0">
                      <a:moveTo>
                        <a:pt x="234" y="1"/>
                      </a:moveTo>
                      <a:lnTo>
                        <a:pt x="0" y="137"/>
                      </a:lnTo>
                      <a:lnTo>
                        <a:pt x="1304" y="895"/>
                      </a:lnTo>
                      <a:lnTo>
                        <a:pt x="1557" y="740"/>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0" name="Google Shape;10680;p73"/>
                <p:cNvSpPr/>
                <p:nvPr/>
              </p:nvSpPr>
              <p:spPr>
                <a:xfrm>
                  <a:off x="788950" y="1894450"/>
                  <a:ext cx="8300" cy="5875"/>
                </a:xfrm>
                <a:custGeom>
                  <a:avLst/>
                  <a:gdLst/>
                  <a:ahLst/>
                  <a:cxnLst/>
                  <a:rect l="l" t="t" r="r" b="b"/>
                  <a:pathLst>
                    <a:path w="332" h="235" extrusionOk="0">
                      <a:moveTo>
                        <a:pt x="254" y="1"/>
                      </a:moveTo>
                      <a:lnTo>
                        <a:pt x="1" y="156"/>
                      </a:lnTo>
                      <a:lnTo>
                        <a:pt x="137" y="215"/>
                      </a:lnTo>
                      <a:lnTo>
                        <a:pt x="195" y="234"/>
                      </a:lnTo>
                      <a:cubicBezTo>
                        <a:pt x="254" y="234"/>
                        <a:pt x="273" y="195"/>
                        <a:pt x="293" y="176"/>
                      </a:cubicBezTo>
                      <a:cubicBezTo>
                        <a:pt x="332" y="137"/>
                        <a:pt x="332" y="59"/>
                        <a:pt x="2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1" name="Google Shape;10681;p73"/>
                <p:cNvSpPr/>
                <p:nvPr/>
              </p:nvSpPr>
              <p:spPr>
                <a:xfrm>
                  <a:off x="617275" y="1956225"/>
                  <a:ext cx="38925" cy="22400"/>
                </a:xfrm>
                <a:custGeom>
                  <a:avLst/>
                  <a:gdLst/>
                  <a:ahLst/>
                  <a:cxnLst/>
                  <a:rect l="l" t="t" r="r" b="b"/>
                  <a:pathLst>
                    <a:path w="1557" h="896" extrusionOk="0">
                      <a:moveTo>
                        <a:pt x="234" y="1"/>
                      </a:moveTo>
                      <a:lnTo>
                        <a:pt x="0" y="137"/>
                      </a:lnTo>
                      <a:lnTo>
                        <a:pt x="1304" y="896"/>
                      </a:lnTo>
                      <a:lnTo>
                        <a:pt x="1557" y="740"/>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2" name="Google Shape;10682;p73"/>
                <p:cNvSpPr/>
                <p:nvPr/>
              </p:nvSpPr>
              <p:spPr>
                <a:xfrm>
                  <a:off x="649375" y="1975200"/>
                  <a:ext cx="7800" cy="5850"/>
                </a:xfrm>
                <a:custGeom>
                  <a:avLst/>
                  <a:gdLst/>
                  <a:ahLst/>
                  <a:cxnLst/>
                  <a:rect l="l" t="t" r="r" b="b"/>
                  <a:pathLst>
                    <a:path w="312" h="234" extrusionOk="0">
                      <a:moveTo>
                        <a:pt x="234" y="0"/>
                      </a:moveTo>
                      <a:lnTo>
                        <a:pt x="0" y="156"/>
                      </a:lnTo>
                      <a:lnTo>
                        <a:pt x="117" y="234"/>
                      </a:lnTo>
                      <a:lnTo>
                        <a:pt x="195" y="234"/>
                      </a:lnTo>
                      <a:cubicBezTo>
                        <a:pt x="234" y="234"/>
                        <a:pt x="273" y="214"/>
                        <a:pt x="292" y="175"/>
                      </a:cubicBezTo>
                      <a:cubicBezTo>
                        <a:pt x="312" y="137"/>
                        <a:pt x="312" y="59"/>
                        <a:pt x="2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3" name="Google Shape;10683;p73"/>
                <p:cNvSpPr/>
                <p:nvPr/>
              </p:nvSpPr>
              <p:spPr>
                <a:xfrm>
                  <a:off x="656675" y="1733950"/>
                  <a:ext cx="192125" cy="110925"/>
                </a:xfrm>
                <a:custGeom>
                  <a:avLst/>
                  <a:gdLst/>
                  <a:ahLst/>
                  <a:cxnLst/>
                  <a:rect l="l" t="t" r="r" b="b"/>
                  <a:pathLst>
                    <a:path w="7685" h="4437" extrusionOk="0">
                      <a:moveTo>
                        <a:pt x="1304" y="1"/>
                      </a:moveTo>
                      <a:lnTo>
                        <a:pt x="0" y="759"/>
                      </a:lnTo>
                      <a:lnTo>
                        <a:pt x="6362" y="4436"/>
                      </a:lnTo>
                      <a:lnTo>
                        <a:pt x="6868" y="4145"/>
                      </a:lnTo>
                      <a:lnTo>
                        <a:pt x="5447" y="3308"/>
                      </a:lnTo>
                      <a:cubicBezTo>
                        <a:pt x="5389" y="3269"/>
                        <a:pt x="5389" y="3191"/>
                        <a:pt x="5428" y="3152"/>
                      </a:cubicBezTo>
                      <a:cubicBezTo>
                        <a:pt x="5443" y="3109"/>
                        <a:pt x="5490" y="3087"/>
                        <a:pt x="5537" y="3087"/>
                      </a:cubicBezTo>
                      <a:cubicBezTo>
                        <a:pt x="5553" y="3087"/>
                        <a:pt x="5569" y="3089"/>
                        <a:pt x="5584" y="3094"/>
                      </a:cubicBezTo>
                      <a:lnTo>
                        <a:pt x="7140" y="3989"/>
                      </a:lnTo>
                      <a:lnTo>
                        <a:pt x="7685" y="3678"/>
                      </a:lnTo>
                      <a:lnTo>
                        <a:pt x="1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4" name="Google Shape;10684;p73"/>
                <p:cNvSpPr/>
                <p:nvPr/>
              </p:nvSpPr>
              <p:spPr>
                <a:xfrm>
                  <a:off x="791400" y="1811025"/>
                  <a:ext cx="43775" cy="26550"/>
                </a:xfrm>
                <a:custGeom>
                  <a:avLst/>
                  <a:gdLst/>
                  <a:ahLst/>
                  <a:cxnLst/>
                  <a:rect l="l" t="t" r="r" b="b"/>
                  <a:pathLst>
                    <a:path w="1751" h="1062" extrusionOk="0">
                      <a:moveTo>
                        <a:pt x="146" y="0"/>
                      </a:moveTo>
                      <a:cubicBezTo>
                        <a:pt x="108" y="0"/>
                        <a:pt x="65" y="18"/>
                        <a:pt x="39" y="69"/>
                      </a:cubicBezTo>
                      <a:cubicBezTo>
                        <a:pt x="0" y="108"/>
                        <a:pt x="0" y="186"/>
                        <a:pt x="78" y="225"/>
                      </a:cubicBezTo>
                      <a:lnTo>
                        <a:pt x="1518" y="1062"/>
                      </a:lnTo>
                      <a:lnTo>
                        <a:pt x="1751" y="906"/>
                      </a:lnTo>
                      <a:lnTo>
                        <a:pt x="195" y="11"/>
                      </a:lnTo>
                      <a:cubicBezTo>
                        <a:pt x="182" y="5"/>
                        <a:pt x="164" y="0"/>
                        <a:pt x="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5" name="Google Shape;10685;p73"/>
                <p:cNvSpPr/>
                <p:nvPr/>
              </p:nvSpPr>
              <p:spPr>
                <a:xfrm>
                  <a:off x="584200" y="1775300"/>
                  <a:ext cx="192125" cy="110925"/>
                </a:xfrm>
                <a:custGeom>
                  <a:avLst/>
                  <a:gdLst/>
                  <a:ahLst/>
                  <a:cxnLst/>
                  <a:rect l="l" t="t" r="r" b="b"/>
                  <a:pathLst>
                    <a:path w="7685" h="4437" extrusionOk="0">
                      <a:moveTo>
                        <a:pt x="1323" y="0"/>
                      </a:moveTo>
                      <a:lnTo>
                        <a:pt x="0" y="759"/>
                      </a:lnTo>
                      <a:lnTo>
                        <a:pt x="6381" y="4436"/>
                      </a:lnTo>
                      <a:lnTo>
                        <a:pt x="6887" y="4144"/>
                      </a:lnTo>
                      <a:lnTo>
                        <a:pt x="5506" y="3347"/>
                      </a:lnTo>
                      <a:cubicBezTo>
                        <a:pt x="5448" y="3308"/>
                        <a:pt x="5428" y="3249"/>
                        <a:pt x="5448" y="3172"/>
                      </a:cubicBezTo>
                      <a:cubicBezTo>
                        <a:pt x="5462" y="3128"/>
                        <a:pt x="5510" y="3106"/>
                        <a:pt x="5565" y="3106"/>
                      </a:cubicBezTo>
                      <a:cubicBezTo>
                        <a:pt x="5584" y="3106"/>
                        <a:pt x="5603" y="3108"/>
                        <a:pt x="5623" y="3113"/>
                      </a:cubicBezTo>
                      <a:lnTo>
                        <a:pt x="7121" y="3989"/>
                      </a:lnTo>
                      <a:lnTo>
                        <a:pt x="7685" y="3677"/>
                      </a:lnTo>
                      <a:lnTo>
                        <a:pt x="13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6" name="Google Shape;10686;p73"/>
                <p:cNvSpPr/>
                <p:nvPr/>
              </p:nvSpPr>
              <p:spPr>
                <a:xfrm>
                  <a:off x="719900" y="1853450"/>
                  <a:ext cx="42325" cy="25950"/>
                </a:xfrm>
                <a:custGeom>
                  <a:avLst/>
                  <a:gdLst/>
                  <a:ahLst/>
                  <a:cxnLst/>
                  <a:rect l="l" t="t" r="r" b="b"/>
                  <a:pathLst>
                    <a:path w="1693" h="1038" extrusionOk="0">
                      <a:moveTo>
                        <a:pt x="122" y="1"/>
                      </a:moveTo>
                      <a:cubicBezTo>
                        <a:pt x="88" y="1"/>
                        <a:pt x="54" y="19"/>
                        <a:pt x="20" y="65"/>
                      </a:cubicBezTo>
                      <a:cubicBezTo>
                        <a:pt x="0" y="123"/>
                        <a:pt x="0" y="182"/>
                        <a:pt x="78" y="240"/>
                      </a:cubicBezTo>
                      <a:lnTo>
                        <a:pt x="1459" y="1038"/>
                      </a:lnTo>
                      <a:lnTo>
                        <a:pt x="1693" y="902"/>
                      </a:lnTo>
                      <a:lnTo>
                        <a:pt x="195" y="26"/>
                      </a:lnTo>
                      <a:cubicBezTo>
                        <a:pt x="171" y="10"/>
                        <a:pt x="146"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7" name="Google Shape;10687;p73"/>
                <p:cNvSpPr/>
                <p:nvPr/>
              </p:nvSpPr>
              <p:spPr>
                <a:xfrm>
                  <a:off x="444600" y="1855550"/>
                  <a:ext cx="192150" cy="110925"/>
                </a:xfrm>
                <a:custGeom>
                  <a:avLst/>
                  <a:gdLst/>
                  <a:ahLst/>
                  <a:cxnLst/>
                  <a:rect l="l" t="t" r="r" b="b"/>
                  <a:pathLst>
                    <a:path w="7686" h="4437" extrusionOk="0">
                      <a:moveTo>
                        <a:pt x="1304" y="0"/>
                      </a:moveTo>
                      <a:lnTo>
                        <a:pt x="1" y="759"/>
                      </a:lnTo>
                      <a:lnTo>
                        <a:pt x="6362" y="4436"/>
                      </a:lnTo>
                      <a:lnTo>
                        <a:pt x="6849" y="4144"/>
                      </a:lnTo>
                      <a:lnTo>
                        <a:pt x="5468" y="3347"/>
                      </a:lnTo>
                      <a:cubicBezTo>
                        <a:pt x="5448" y="3347"/>
                        <a:pt x="5409" y="3269"/>
                        <a:pt x="5448" y="3191"/>
                      </a:cubicBezTo>
                      <a:cubicBezTo>
                        <a:pt x="5462" y="3164"/>
                        <a:pt x="5505" y="3136"/>
                        <a:pt x="5549" y="3136"/>
                      </a:cubicBezTo>
                      <a:cubicBezTo>
                        <a:pt x="5568" y="3136"/>
                        <a:pt x="5587" y="3141"/>
                        <a:pt x="5604" y="3152"/>
                      </a:cubicBezTo>
                      <a:lnTo>
                        <a:pt x="7121" y="4028"/>
                      </a:lnTo>
                      <a:lnTo>
                        <a:pt x="7685"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8" name="Google Shape;10688;p73"/>
                <p:cNvSpPr/>
                <p:nvPr/>
              </p:nvSpPr>
              <p:spPr>
                <a:xfrm>
                  <a:off x="579825" y="1933700"/>
                  <a:ext cx="42825" cy="25950"/>
                </a:xfrm>
                <a:custGeom>
                  <a:avLst/>
                  <a:gdLst/>
                  <a:ahLst/>
                  <a:cxnLst/>
                  <a:rect l="l" t="t" r="r" b="b"/>
                  <a:pathLst>
                    <a:path w="1713" h="1038" extrusionOk="0">
                      <a:moveTo>
                        <a:pt x="130" y="1"/>
                      </a:moveTo>
                      <a:cubicBezTo>
                        <a:pt x="95" y="1"/>
                        <a:pt x="54" y="19"/>
                        <a:pt x="20" y="65"/>
                      </a:cubicBezTo>
                      <a:cubicBezTo>
                        <a:pt x="0" y="123"/>
                        <a:pt x="0" y="182"/>
                        <a:pt x="78" y="240"/>
                      </a:cubicBezTo>
                      <a:lnTo>
                        <a:pt x="1459" y="1038"/>
                      </a:lnTo>
                      <a:lnTo>
                        <a:pt x="1712" y="902"/>
                      </a:lnTo>
                      <a:lnTo>
                        <a:pt x="195" y="26"/>
                      </a:lnTo>
                      <a:cubicBezTo>
                        <a:pt x="179" y="10"/>
                        <a:pt x="156" y="1"/>
                        <a:pt x="1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9" name="Google Shape;10689;p73"/>
                <p:cNvSpPr/>
                <p:nvPr/>
              </p:nvSpPr>
              <p:spPr>
                <a:xfrm>
                  <a:off x="372625" y="1897375"/>
                  <a:ext cx="192150" cy="110925"/>
                </a:xfrm>
                <a:custGeom>
                  <a:avLst/>
                  <a:gdLst/>
                  <a:ahLst/>
                  <a:cxnLst/>
                  <a:rect l="l" t="t" r="r" b="b"/>
                  <a:pathLst>
                    <a:path w="7686" h="4437" extrusionOk="0">
                      <a:moveTo>
                        <a:pt x="1323" y="1"/>
                      </a:moveTo>
                      <a:lnTo>
                        <a:pt x="0" y="759"/>
                      </a:lnTo>
                      <a:lnTo>
                        <a:pt x="6382" y="4436"/>
                      </a:lnTo>
                      <a:lnTo>
                        <a:pt x="6926" y="4125"/>
                      </a:lnTo>
                      <a:lnTo>
                        <a:pt x="5623" y="3366"/>
                      </a:lnTo>
                      <a:cubicBezTo>
                        <a:pt x="5564" y="3347"/>
                        <a:pt x="5545" y="3269"/>
                        <a:pt x="5564" y="3191"/>
                      </a:cubicBezTo>
                      <a:cubicBezTo>
                        <a:pt x="5593" y="3163"/>
                        <a:pt x="5632" y="3145"/>
                        <a:pt x="5681" y="3145"/>
                      </a:cubicBezTo>
                      <a:cubicBezTo>
                        <a:pt x="5699" y="3145"/>
                        <a:pt x="5719" y="3147"/>
                        <a:pt x="5740" y="3152"/>
                      </a:cubicBezTo>
                      <a:lnTo>
                        <a:pt x="7179" y="3969"/>
                      </a:lnTo>
                      <a:lnTo>
                        <a:pt x="7685" y="3678"/>
                      </a:lnTo>
                      <a:lnTo>
                        <a:pt x="1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0" name="Google Shape;10690;p73"/>
                <p:cNvSpPr/>
                <p:nvPr/>
              </p:nvSpPr>
              <p:spPr>
                <a:xfrm>
                  <a:off x="511250" y="1975875"/>
                  <a:ext cx="40875" cy="24650"/>
                </a:xfrm>
                <a:custGeom>
                  <a:avLst/>
                  <a:gdLst/>
                  <a:ahLst/>
                  <a:cxnLst/>
                  <a:rect l="l" t="t" r="r" b="b"/>
                  <a:pathLst>
                    <a:path w="1635" h="986" extrusionOk="0">
                      <a:moveTo>
                        <a:pt x="139" y="1"/>
                      </a:moveTo>
                      <a:cubicBezTo>
                        <a:pt x="101" y="1"/>
                        <a:pt x="56" y="14"/>
                        <a:pt x="19" y="51"/>
                      </a:cubicBezTo>
                      <a:cubicBezTo>
                        <a:pt x="0" y="110"/>
                        <a:pt x="0" y="187"/>
                        <a:pt x="78" y="226"/>
                      </a:cubicBezTo>
                      <a:lnTo>
                        <a:pt x="1381" y="985"/>
                      </a:lnTo>
                      <a:lnTo>
                        <a:pt x="1634" y="829"/>
                      </a:lnTo>
                      <a:lnTo>
                        <a:pt x="195" y="12"/>
                      </a:lnTo>
                      <a:cubicBezTo>
                        <a:pt x="180" y="5"/>
                        <a:pt x="161" y="1"/>
                        <a:pt x="1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1" name="Google Shape;10691;p73"/>
                <p:cNvSpPr/>
                <p:nvPr/>
              </p:nvSpPr>
              <p:spPr>
                <a:xfrm>
                  <a:off x="515125" y="1815675"/>
                  <a:ext cx="192150" cy="110425"/>
                </a:xfrm>
                <a:custGeom>
                  <a:avLst/>
                  <a:gdLst/>
                  <a:ahLst/>
                  <a:cxnLst/>
                  <a:rect l="l" t="t" r="r" b="b"/>
                  <a:pathLst>
                    <a:path w="7686" h="4417" extrusionOk="0">
                      <a:moveTo>
                        <a:pt x="1304" y="0"/>
                      </a:moveTo>
                      <a:lnTo>
                        <a:pt x="1" y="759"/>
                      </a:lnTo>
                      <a:lnTo>
                        <a:pt x="6362" y="4416"/>
                      </a:lnTo>
                      <a:lnTo>
                        <a:pt x="6868" y="4125"/>
                      </a:lnTo>
                      <a:lnTo>
                        <a:pt x="5545" y="3346"/>
                      </a:lnTo>
                      <a:cubicBezTo>
                        <a:pt x="5467" y="3327"/>
                        <a:pt x="5448" y="3249"/>
                        <a:pt x="5487" y="3191"/>
                      </a:cubicBezTo>
                      <a:cubicBezTo>
                        <a:pt x="5502" y="3147"/>
                        <a:pt x="5549" y="3125"/>
                        <a:pt x="5605" y="3125"/>
                      </a:cubicBezTo>
                      <a:cubicBezTo>
                        <a:pt x="5623" y="3125"/>
                        <a:pt x="5643" y="3128"/>
                        <a:pt x="5662" y="3132"/>
                      </a:cubicBezTo>
                      <a:lnTo>
                        <a:pt x="7121" y="3988"/>
                      </a:lnTo>
                      <a:lnTo>
                        <a:pt x="7685" y="3677"/>
                      </a:lnTo>
                      <a:lnTo>
                        <a:pt x="1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2" name="Google Shape;10692;p73"/>
                <p:cNvSpPr/>
                <p:nvPr/>
              </p:nvSpPr>
              <p:spPr>
                <a:xfrm>
                  <a:off x="651800" y="1894200"/>
                  <a:ext cx="41375" cy="25575"/>
                </a:xfrm>
                <a:custGeom>
                  <a:avLst/>
                  <a:gdLst/>
                  <a:ahLst/>
                  <a:cxnLst/>
                  <a:rect l="l" t="t" r="r" b="b"/>
                  <a:pathLst>
                    <a:path w="1655" h="1023" extrusionOk="0">
                      <a:moveTo>
                        <a:pt x="137" y="0"/>
                      </a:moveTo>
                      <a:cubicBezTo>
                        <a:pt x="98" y="0"/>
                        <a:pt x="59" y="17"/>
                        <a:pt x="20" y="69"/>
                      </a:cubicBezTo>
                      <a:cubicBezTo>
                        <a:pt x="0" y="108"/>
                        <a:pt x="0" y="186"/>
                        <a:pt x="78" y="244"/>
                      </a:cubicBezTo>
                      <a:lnTo>
                        <a:pt x="1401" y="1023"/>
                      </a:lnTo>
                      <a:lnTo>
                        <a:pt x="1654" y="867"/>
                      </a:lnTo>
                      <a:lnTo>
                        <a:pt x="195" y="11"/>
                      </a:lnTo>
                      <a:cubicBezTo>
                        <a:pt x="176" y="4"/>
                        <a:pt x="156" y="0"/>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3" name="Google Shape;10693;p73"/>
                <p:cNvSpPr/>
                <p:nvPr/>
              </p:nvSpPr>
              <p:spPr>
                <a:xfrm>
                  <a:off x="351225" y="1716025"/>
                  <a:ext cx="35050" cy="26700"/>
                </a:xfrm>
                <a:custGeom>
                  <a:avLst/>
                  <a:gdLst/>
                  <a:ahLst/>
                  <a:cxnLst/>
                  <a:rect l="l" t="t" r="r" b="b"/>
                  <a:pathLst>
                    <a:path w="1402" h="1068" extrusionOk="0">
                      <a:moveTo>
                        <a:pt x="545" y="0"/>
                      </a:moveTo>
                      <a:cubicBezTo>
                        <a:pt x="347" y="0"/>
                        <a:pt x="151" y="44"/>
                        <a:pt x="0" y="134"/>
                      </a:cubicBezTo>
                      <a:lnTo>
                        <a:pt x="0" y="484"/>
                      </a:lnTo>
                      <a:cubicBezTo>
                        <a:pt x="39" y="426"/>
                        <a:pt x="78" y="387"/>
                        <a:pt x="137" y="348"/>
                      </a:cubicBezTo>
                      <a:cubicBezTo>
                        <a:pt x="253" y="290"/>
                        <a:pt x="428" y="251"/>
                        <a:pt x="565" y="251"/>
                      </a:cubicBezTo>
                      <a:cubicBezTo>
                        <a:pt x="740" y="251"/>
                        <a:pt x="876" y="290"/>
                        <a:pt x="1012" y="348"/>
                      </a:cubicBezTo>
                      <a:cubicBezTo>
                        <a:pt x="1109" y="406"/>
                        <a:pt x="1148" y="484"/>
                        <a:pt x="1148" y="543"/>
                      </a:cubicBezTo>
                      <a:cubicBezTo>
                        <a:pt x="1148" y="620"/>
                        <a:pt x="1109" y="679"/>
                        <a:pt x="1012" y="737"/>
                      </a:cubicBezTo>
                      <a:cubicBezTo>
                        <a:pt x="886" y="815"/>
                        <a:pt x="720" y="854"/>
                        <a:pt x="560" y="854"/>
                      </a:cubicBezTo>
                      <a:cubicBezTo>
                        <a:pt x="399" y="854"/>
                        <a:pt x="244" y="815"/>
                        <a:pt x="137" y="737"/>
                      </a:cubicBezTo>
                      <a:cubicBezTo>
                        <a:pt x="59" y="698"/>
                        <a:pt x="0" y="679"/>
                        <a:pt x="0" y="620"/>
                      </a:cubicBezTo>
                      <a:lnTo>
                        <a:pt x="0" y="971"/>
                      </a:lnTo>
                      <a:cubicBezTo>
                        <a:pt x="156" y="1010"/>
                        <a:pt x="370" y="1068"/>
                        <a:pt x="565" y="1068"/>
                      </a:cubicBezTo>
                      <a:cubicBezTo>
                        <a:pt x="759" y="1068"/>
                        <a:pt x="973" y="1010"/>
                        <a:pt x="1129" y="912"/>
                      </a:cubicBezTo>
                      <a:cubicBezTo>
                        <a:pt x="1304" y="815"/>
                        <a:pt x="1401" y="679"/>
                        <a:pt x="1401" y="523"/>
                      </a:cubicBezTo>
                      <a:cubicBezTo>
                        <a:pt x="1401" y="426"/>
                        <a:pt x="1343" y="329"/>
                        <a:pt x="1265" y="270"/>
                      </a:cubicBezTo>
                      <a:lnTo>
                        <a:pt x="1129" y="329"/>
                      </a:lnTo>
                      <a:cubicBezTo>
                        <a:pt x="1109" y="329"/>
                        <a:pt x="1070" y="367"/>
                        <a:pt x="1070" y="367"/>
                      </a:cubicBezTo>
                      <a:cubicBezTo>
                        <a:pt x="1031" y="367"/>
                        <a:pt x="1012" y="329"/>
                        <a:pt x="973" y="309"/>
                      </a:cubicBezTo>
                      <a:cubicBezTo>
                        <a:pt x="954" y="251"/>
                        <a:pt x="954" y="192"/>
                        <a:pt x="1031" y="134"/>
                      </a:cubicBezTo>
                      <a:lnTo>
                        <a:pt x="1070" y="115"/>
                      </a:lnTo>
                      <a:cubicBezTo>
                        <a:pt x="919" y="39"/>
                        <a:pt x="732" y="0"/>
                        <a:pt x="5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4" name="Google Shape;10694;p73"/>
                <p:cNvSpPr/>
                <p:nvPr/>
              </p:nvSpPr>
              <p:spPr>
                <a:xfrm>
                  <a:off x="375050" y="1718400"/>
                  <a:ext cx="7800" cy="5850"/>
                </a:xfrm>
                <a:custGeom>
                  <a:avLst/>
                  <a:gdLst/>
                  <a:ahLst/>
                  <a:cxnLst/>
                  <a:rect l="l" t="t" r="r" b="b"/>
                  <a:pathLst>
                    <a:path w="312" h="234" extrusionOk="0">
                      <a:moveTo>
                        <a:pt x="117" y="0"/>
                      </a:moveTo>
                      <a:lnTo>
                        <a:pt x="78" y="20"/>
                      </a:lnTo>
                      <a:cubicBezTo>
                        <a:pt x="20" y="78"/>
                        <a:pt x="1" y="136"/>
                        <a:pt x="20" y="195"/>
                      </a:cubicBezTo>
                      <a:cubicBezTo>
                        <a:pt x="59" y="234"/>
                        <a:pt x="98" y="234"/>
                        <a:pt x="117" y="234"/>
                      </a:cubicBezTo>
                      <a:cubicBezTo>
                        <a:pt x="156" y="234"/>
                        <a:pt x="176" y="234"/>
                        <a:pt x="176" y="214"/>
                      </a:cubicBezTo>
                      <a:lnTo>
                        <a:pt x="312" y="136"/>
                      </a:lnTo>
                      <a:cubicBezTo>
                        <a:pt x="273" y="97"/>
                        <a:pt x="215" y="39"/>
                        <a:pt x="176" y="20"/>
                      </a:cubicBezTo>
                      <a:cubicBezTo>
                        <a:pt x="156" y="20"/>
                        <a:pt x="117"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5" name="Google Shape;10695;p73"/>
                <p:cNvSpPr/>
                <p:nvPr/>
              </p:nvSpPr>
              <p:spPr>
                <a:xfrm>
                  <a:off x="1076900" y="919525"/>
                  <a:ext cx="41350" cy="26525"/>
                </a:xfrm>
                <a:custGeom>
                  <a:avLst/>
                  <a:gdLst/>
                  <a:ahLst/>
                  <a:cxnLst/>
                  <a:rect l="l" t="t" r="r" b="b"/>
                  <a:pathLst>
                    <a:path w="1654" h="1061" extrusionOk="0">
                      <a:moveTo>
                        <a:pt x="825" y="0"/>
                      </a:moveTo>
                      <a:cubicBezTo>
                        <a:pt x="623" y="0"/>
                        <a:pt x="418" y="49"/>
                        <a:pt x="253" y="146"/>
                      </a:cubicBezTo>
                      <a:cubicBezTo>
                        <a:pt x="97" y="243"/>
                        <a:pt x="0" y="380"/>
                        <a:pt x="0" y="535"/>
                      </a:cubicBezTo>
                      <a:cubicBezTo>
                        <a:pt x="0" y="633"/>
                        <a:pt x="39" y="749"/>
                        <a:pt x="136" y="827"/>
                      </a:cubicBezTo>
                      <a:lnTo>
                        <a:pt x="292" y="730"/>
                      </a:lnTo>
                      <a:cubicBezTo>
                        <a:pt x="306" y="716"/>
                        <a:pt x="325" y="707"/>
                        <a:pt x="345" y="705"/>
                      </a:cubicBezTo>
                      <a:lnTo>
                        <a:pt x="345" y="705"/>
                      </a:lnTo>
                      <a:cubicBezTo>
                        <a:pt x="359" y="713"/>
                        <a:pt x="373" y="722"/>
                        <a:pt x="389" y="730"/>
                      </a:cubicBezTo>
                      <a:cubicBezTo>
                        <a:pt x="406" y="740"/>
                        <a:pt x="424" y="750"/>
                        <a:pt x="442" y="759"/>
                      </a:cubicBezTo>
                      <a:lnTo>
                        <a:pt x="442" y="759"/>
                      </a:lnTo>
                      <a:cubicBezTo>
                        <a:pt x="419" y="720"/>
                        <a:pt x="386" y="704"/>
                        <a:pt x="355" y="704"/>
                      </a:cubicBezTo>
                      <a:cubicBezTo>
                        <a:pt x="352" y="704"/>
                        <a:pt x="349" y="704"/>
                        <a:pt x="345" y="705"/>
                      </a:cubicBezTo>
                      <a:lnTo>
                        <a:pt x="345" y="705"/>
                      </a:lnTo>
                      <a:cubicBezTo>
                        <a:pt x="263" y="650"/>
                        <a:pt x="234" y="586"/>
                        <a:pt x="234" y="535"/>
                      </a:cubicBezTo>
                      <a:cubicBezTo>
                        <a:pt x="234" y="457"/>
                        <a:pt x="292" y="380"/>
                        <a:pt x="389" y="341"/>
                      </a:cubicBezTo>
                      <a:cubicBezTo>
                        <a:pt x="506" y="263"/>
                        <a:pt x="681" y="243"/>
                        <a:pt x="817" y="243"/>
                      </a:cubicBezTo>
                      <a:cubicBezTo>
                        <a:pt x="992" y="243"/>
                        <a:pt x="1129" y="263"/>
                        <a:pt x="1245" y="341"/>
                      </a:cubicBezTo>
                      <a:cubicBezTo>
                        <a:pt x="1362" y="380"/>
                        <a:pt x="1401" y="457"/>
                        <a:pt x="1401" y="535"/>
                      </a:cubicBezTo>
                      <a:cubicBezTo>
                        <a:pt x="1401" y="594"/>
                        <a:pt x="1343" y="652"/>
                        <a:pt x="1245" y="730"/>
                      </a:cubicBezTo>
                      <a:cubicBezTo>
                        <a:pt x="1129" y="798"/>
                        <a:pt x="968" y="832"/>
                        <a:pt x="810" y="832"/>
                      </a:cubicBezTo>
                      <a:cubicBezTo>
                        <a:pt x="676" y="832"/>
                        <a:pt x="545" y="808"/>
                        <a:pt x="442" y="759"/>
                      </a:cubicBezTo>
                      <a:lnTo>
                        <a:pt x="442" y="759"/>
                      </a:lnTo>
                      <a:cubicBezTo>
                        <a:pt x="444" y="762"/>
                        <a:pt x="446" y="765"/>
                        <a:pt x="448" y="769"/>
                      </a:cubicBezTo>
                      <a:cubicBezTo>
                        <a:pt x="487" y="827"/>
                        <a:pt x="487" y="905"/>
                        <a:pt x="409" y="944"/>
                      </a:cubicBezTo>
                      <a:lnTo>
                        <a:pt x="350" y="963"/>
                      </a:lnTo>
                      <a:cubicBezTo>
                        <a:pt x="506" y="1022"/>
                        <a:pt x="681" y="1061"/>
                        <a:pt x="817" y="1061"/>
                      </a:cubicBezTo>
                      <a:cubicBezTo>
                        <a:pt x="1012" y="1061"/>
                        <a:pt x="1226" y="1022"/>
                        <a:pt x="1381" y="924"/>
                      </a:cubicBezTo>
                      <a:cubicBezTo>
                        <a:pt x="1557" y="827"/>
                        <a:pt x="1654" y="671"/>
                        <a:pt x="1654" y="535"/>
                      </a:cubicBezTo>
                      <a:cubicBezTo>
                        <a:pt x="1654" y="380"/>
                        <a:pt x="1537" y="243"/>
                        <a:pt x="1381" y="146"/>
                      </a:cubicBezTo>
                      <a:cubicBezTo>
                        <a:pt x="1226" y="49"/>
                        <a:pt x="1026"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6" name="Google Shape;10696;p73"/>
                <p:cNvSpPr/>
                <p:nvPr/>
              </p:nvSpPr>
              <p:spPr>
                <a:xfrm>
                  <a:off x="1079800" y="937575"/>
                  <a:ext cx="9275" cy="6050"/>
                </a:xfrm>
                <a:custGeom>
                  <a:avLst/>
                  <a:gdLst/>
                  <a:ahLst/>
                  <a:cxnLst/>
                  <a:rect l="l" t="t" r="r" b="b"/>
                  <a:pathLst>
                    <a:path w="371" h="242" extrusionOk="0">
                      <a:moveTo>
                        <a:pt x="198" y="0"/>
                      </a:moveTo>
                      <a:cubicBezTo>
                        <a:pt x="179" y="0"/>
                        <a:pt x="158" y="3"/>
                        <a:pt x="137" y="8"/>
                      </a:cubicBezTo>
                      <a:lnTo>
                        <a:pt x="1" y="105"/>
                      </a:lnTo>
                      <a:cubicBezTo>
                        <a:pt x="40" y="144"/>
                        <a:pt x="79" y="163"/>
                        <a:pt x="118" y="202"/>
                      </a:cubicBezTo>
                      <a:cubicBezTo>
                        <a:pt x="137" y="222"/>
                        <a:pt x="195" y="222"/>
                        <a:pt x="215" y="241"/>
                      </a:cubicBezTo>
                      <a:lnTo>
                        <a:pt x="273" y="222"/>
                      </a:lnTo>
                      <a:cubicBezTo>
                        <a:pt x="332" y="183"/>
                        <a:pt x="371" y="105"/>
                        <a:pt x="312" y="47"/>
                      </a:cubicBezTo>
                      <a:cubicBezTo>
                        <a:pt x="298" y="18"/>
                        <a:pt x="252" y="0"/>
                        <a:pt x="1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7" name="Google Shape;10697;p73"/>
                <p:cNvSpPr/>
                <p:nvPr/>
              </p:nvSpPr>
              <p:spPr>
                <a:xfrm>
                  <a:off x="970375" y="949675"/>
                  <a:ext cx="41375" cy="27025"/>
                </a:xfrm>
                <a:custGeom>
                  <a:avLst/>
                  <a:gdLst/>
                  <a:ahLst/>
                  <a:cxnLst/>
                  <a:rect l="l" t="t" r="r" b="b"/>
                  <a:pathLst>
                    <a:path w="1655" h="1081" extrusionOk="0">
                      <a:moveTo>
                        <a:pt x="818" y="244"/>
                      </a:moveTo>
                      <a:cubicBezTo>
                        <a:pt x="993" y="244"/>
                        <a:pt x="1129" y="283"/>
                        <a:pt x="1265" y="341"/>
                      </a:cubicBezTo>
                      <a:cubicBezTo>
                        <a:pt x="1362" y="399"/>
                        <a:pt x="1401" y="477"/>
                        <a:pt x="1401" y="535"/>
                      </a:cubicBezTo>
                      <a:cubicBezTo>
                        <a:pt x="1401" y="613"/>
                        <a:pt x="1362" y="672"/>
                        <a:pt x="1265" y="730"/>
                      </a:cubicBezTo>
                      <a:cubicBezTo>
                        <a:pt x="1139" y="808"/>
                        <a:pt x="973" y="847"/>
                        <a:pt x="813" y="847"/>
                      </a:cubicBezTo>
                      <a:cubicBezTo>
                        <a:pt x="652" y="847"/>
                        <a:pt x="497" y="808"/>
                        <a:pt x="390" y="730"/>
                      </a:cubicBezTo>
                      <a:cubicBezTo>
                        <a:pt x="292" y="691"/>
                        <a:pt x="234" y="613"/>
                        <a:pt x="234" y="535"/>
                      </a:cubicBezTo>
                      <a:cubicBezTo>
                        <a:pt x="234" y="477"/>
                        <a:pt x="292" y="419"/>
                        <a:pt x="390" y="341"/>
                      </a:cubicBezTo>
                      <a:cubicBezTo>
                        <a:pt x="506" y="283"/>
                        <a:pt x="681" y="244"/>
                        <a:pt x="818" y="244"/>
                      </a:cubicBezTo>
                      <a:close/>
                      <a:moveTo>
                        <a:pt x="827" y="0"/>
                      </a:moveTo>
                      <a:cubicBezTo>
                        <a:pt x="628" y="0"/>
                        <a:pt x="429" y="49"/>
                        <a:pt x="273" y="146"/>
                      </a:cubicBezTo>
                      <a:cubicBezTo>
                        <a:pt x="98" y="244"/>
                        <a:pt x="1" y="399"/>
                        <a:pt x="1" y="535"/>
                      </a:cubicBezTo>
                      <a:cubicBezTo>
                        <a:pt x="1" y="633"/>
                        <a:pt x="39" y="730"/>
                        <a:pt x="117" y="808"/>
                      </a:cubicBezTo>
                      <a:lnTo>
                        <a:pt x="234" y="730"/>
                      </a:lnTo>
                      <a:cubicBezTo>
                        <a:pt x="252" y="725"/>
                        <a:pt x="271" y="723"/>
                        <a:pt x="288" y="723"/>
                      </a:cubicBezTo>
                      <a:cubicBezTo>
                        <a:pt x="345" y="723"/>
                        <a:pt x="394" y="748"/>
                        <a:pt x="409" y="808"/>
                      </a:cubicBezTo>
                      <a:cubicBezTo>
                        <a:pt x="429" y="866"/>
                        <a:pt x="429" y="925"/>
                        <a:pt x="370" y="983"/>
                      </a:cubicBezTo>
                      <a:lnTo>
                        <a:pt x="331" y="983"/>
                      </a:lnTo>
                      <a:cubicBezTo>
                        <a:pt x="487" y="1061"/>
                        <a:pt x="662" y="1080"/>
                        <a:pt x="818" y="1080"/>
                      </a:cubicBezTo>
                      <a:cubicBezTo>
                        <a:pt x="1012" y="1080"/>
                        <a:pt x="1246" y="1022"/>
                        <a:pt x="1382" y="925"/>
                      </a:cubicBezTo>
                      <a:cubicBezTo>
                        <a:pt x="1557" y="827"/>
                        <a:pt x="1654" y="691"/>
                        <a:pt x="1654" y="535"/>
                      </a:cubicBezTo>
                      <a:cubicBezTo>
                        <a:pt x="1654" y="399"/>
                        <a:pt x="1557" y="244"/>
                        <a:pt x="1382" y="146"/>
                      </a:cubicBezTo>
                      <a:cubicBezTo>
                        <a:pt x="1226" y="49"/>
                        <a:pt x="1027"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8" name="Google Shape;10698;p73"/>
                <p:cNvSpPr/>
                <p:nvPr/>
              </p:nvSpPr>
              <p:spPr>
                <a:xfrm>
                  <a:off x="973300" y="967725"/>
                  <a:ext cx="7800" cy="6050"/>
                </a:xfrm>
                <a:custGeom>
                  <a:avLst/>
                  <a:gdLst/>
                  <a:ahLst/>
                  <a:cxnLst/>
                  <a:rect l="l" t="t" r="r" b="b"/>
                  <a:pathLst>
                    <a:path w="312" h="242" extrusionOk="0">
                      <a:moveTo>
                        <a:pt x="174" y="1"/>
                      </a:moveTo>
                      <a:cubicBezTo>
                        <a:pt x="156" y="1"/>
                        <a:pt x="136" y="3"/>
                        <a:pt x="117" y="8"/>
                      </a:cubicBezTo>
                      <a:lnTo>
                        <a:pt x="0" y="86"/>
                      </a:lnTo>
                      <a:cubicBezTo>
                        <a:pt x="59" y="125"/>
                        <a:pt x="98" y="183"/>
                        <a:pt x="156" y="203"/>
                      </a:cubicBezTo>
                      <a:cubicBezTo>
                        <a:pt x="175" y="241"/>
                        <a:pt x="195" y="241"/>
                        <a:pt x="214" y="241"/>
                      </a:cubicBezTo>
                      <a:lnTo>
                        <a:pt x="234" y="241"/>
                      </a:lnTo>
                      <a:cubicBezTo>
                        <a:pt x="292" y="203"/>
                        <a:pt x="312" y="144"/>
                        <a:pt x="292" y="66"/>
                      </a:cubicBezTo>
                      <a:cubicBezTo>
                        <a:pt x="277" y="23"/>
                        <a:pt x="230"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9" name="Google Shape;10699;p73"/>
                <p:cNvSpPr/>
                <p:nvPr/>
              </p:nvSpPr>
              <p:spPr>
                <a:xfrm>
                  <a:off x="1058400" y="836825"/>
                  <a:ext cx="41375" cy="26550"/>
                </a:xfrm>
                <a:custGeom>
                  <a:avLst/>
                  <a:gdLst/>
                  <a:ahLst/>
                  <a:cxnLst/>
                  <a:rect l="l" t="t" r="r" b="b"/>
                  <a:pathLst>
                    <a:path w="1655" h="1062" extrusionOk="0">
                      <a:moveTo>
                        <a:pt x="358" y="729"/>
                      </a:moveTo>
                      <a:cubicBezTo>
                        <a:pt x="368" y="736"/>
                        <a:pt x="378" y="743"/>
                        <a:pt x="390" y="750"/>
                      </a:cubicBezTo>
                      <a:cubicBezTo>
                        <a:pt x="410" y="764"/>
                        <a:pt x="431" y="777"/>
                        <a:pt x="454" y="789"/>
                      </a:cubicBezTo>
                      <a:lnTo>
                        <a:pt x="454" y="789"/>
                      </a:lnTo>
                      <a:cubicBezTo>
                        <a:pt x="452" y="782"/>
                        <a:pt x="450" y="776"/>
                        <a:pt x="448" y="769"/>
                      </a:cubicBezTo>
                      <a:cubicBezTo>
                        <a:pt x="420" y="751"/>
                        <a:pt x="388" y="737"/>
                        <a:pt x="358" y="729"/>
                      </a:cubicBezTo>
                      <a:close/>
                      <a:moveTo>
                        <a:pt x="828" y="1"/>
                      </a:moveTo>
                      <a:cubicBezTo>
                        <a:pt x="628" y="1"/>
                        <a:pt x="429" y="50"/>
                        <a:pt x="273" y="147"/>
                      </a:cubicBezTo>
                      <a:cubicBezTo>
                        <a:pt x="98" y="244"/>
                        <a:pt x="1" y="380"/>
                        <a:pt x="1" y="536"/>
                      </a:cubicBezTo>
                      <a:cubicBezTo>
                        <a:pt x="1" y="633"/>
                        <a:pt x="59" y="730"/>
                        <a:pt x="118" y="828"/>
                      </a:cubicBezTo>
                      <a:lnTo>
                        <a:pt x="273" y="730"/>
                      </a:lnTo>
                      <a:cubicBezTo>
                        <a:pt x="284" y="725"/>
                        <a:pt x="297" y="723"/>
                        <a:pt x="312" y="723"/>
                      </a:cubicBezTo>
                      <a:cubicBezTo>
                        <a:pt x="326" y="723"/>
                        <a:pt x="341" y="725"/>
                        <a:pt x="358" y="729"/>
                      </a:cubicBezTo>
                      <a:lnTo>
                        <a:pt x="358" y="729"/>
                      </a:lnTo>
                      <a:cubicBezTo>
                        <a:pt x="284" y="677"/>
                        <a:pt x="254" y="624"/>
                        <a:pt x="254" y="555"/>
                      </a:cubicBezTo>
                      <a:cubicBezTo>
                        <a:pt x="254" y="478"/>
                        <a:pt x="293" y="419"/>
                        <a:pt x="390" y="361"/>
                      </a:cubicBezTo>
                      <a:cubicBezTo>
                        <a:pt x="507" y="283"/>
                        <a:pt x="682" y="264"/>
                        <a:pt x="818" y="264"/>
                      </a:cubicBezTo>
                      <a:cubicBezTo>
                        <a:pt x="993" y="264"/>
                        <a:pt x="1149" y="283"/>
                        <a:pt x="1265" y="361"/>
                      </a:cubicBezTo>
                      <a:cubicBezTo>
                        <a:pt x="1363" y="419"/>
                        <a:pt x="1402" y="478"/>
                        <a:pt x="1402" y="555"/>
                      </a:cubicBezTo>
                      <a:cubicBezTo>
                        <a:pt x="1402" y="633"/>
                        <a:pt x="1363" y="672"/>
                        <a:pt x="1265" y="750"/>
                      </a:cubicBezTo>
                      <a:cubicBezTo>
                        <a:pt x="1139" y="828"/>
                        <a:pt x="974" y="867"/>
                        <a:pt x="813" y="867"/>
                      </a:cubicBezTo>
                      <a:cubicBezTo>
                        <a:pt x="682" y="867"/>
                        <a:pt x="555" y="841"/>
                        <a:pt x="454" y="789"/>
                      </a:cubicBezTo>
                      <a:lnTo>
                        <a:pt x="454" y="789"/>
                      </a:lnTo>
                      <a:cubicBezTo>
                        <a:pt x="467" y="844"/>
                        <a:pt x="459" y="910"/>
                        <a:pt x="390" y="944"/>
                      </a:cubicBezTo>
                      <a:lnTo>
                        <a:pt x="332" y="964"/>
                      </a:lnTo>
                      <a:cubicBezTo>
                        <a:pt x="487" y="1042"/>
                        <a:pt x="662" y="1061"/>
                        <a:pt x="818" y="1061"/>
                      </a:cubicBezTo>
                      <a:cubicBezTo>
                        <a:pt x="1013" y="1061"/>
                        <a:pt x="1246" y="1022"/>
                        <a:pt x="1382" y="925"/>
                      </a:cubicBezTo>
                      <a:cubicBezTo>
                        <a:pt x="1557" y="828"/>
                        <a:pt x="1655" y="672"/>
                        <a:pt x="1655" y="536"/>
                      </a:cubicBezTo>
                      <a:cubicBezTo>
                        <a:pt x="1655" y="380"/>
                        <a:pt x="1557" y="244"/>
                        <a:pt x="1382" y="147"/>
                      </a:cubicBezTo>
                      <a:cubicBezTo>
                        <a:pt x="1227" y="50"/>
                        <a:pt x="1027" y="1"/>
                        <a:pt x="8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0" name="Google Shape;10700;p73"/>
                <p:cNvSpPr/>
                <p:nvPr/>
              </p:nvSpPr>
              <p:spPr>
                <a:xfrm>
                  <a:off x="1061325" y="855375"/>
                  <a:ext cx="8775" cy="6525"/>
                </a:xfrm>
                <a:custGeom>
                  <a:avLst/>
                  <a:gdLst/>
                  <a:ahLst/>
                  <a:cxnLst/>
                  <a:rect l="l" t="t" r="r" b="b"/>
                  <a:pathLst>
                    <a:path w="351" h="261" extrusionOk="0">
                      <a:moveTo>
                        <a:pt x="203" y="1"/>
                      </a:moveTo>
                      <a:cubicBezTo>
                        <a:pt x="187" y="1"/>
                        <a:pt x="171" y="3"/>
                        <a:pt x="156" y="8"/>
                      </a:cubicBezTo>
                      <a:lnTo>
                        <a:pt x="1" y="105"/>
                      </a:lnTo>
                      <a:cubicBezTo>
                        <a:pt x="59" y="125"/>
                        <a:pt x="78" y="164"/>
                        <a:pt x="156" y="202"/>
                      </a:cubicBezTo>
                      <a:cubicBezTo>
                        <a:pt x="176" y="222"/>
                        <a:pt x="195" y="222"/>
                        <a:pt x="215" y="261"/>
                      </a:cubicBezTo>
                      <a:lnTo>
                        <a:pt x="273" y="222"/>
                      </a:lnTo>
                      <a:cubicBezTo>
                        <a:pt x="331" y="202"/>
                        <a:pt x="351" y="125"/>
                        <a:pt x="331" y="66"/>
                      </a:cubicBezTo>
                      <a:cubicBezTo>
                        <a:pt x="302" y="23"/>
                        <a:pt x="251" y="1"/>
                        <a:pt x="2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1" name="Google Shape;10701;p73"/>
                <p:cNvSpPr/>
                <p:nvPr/>
              </p:nvSpPr>
              <p:spPr>
                <a:xfrm>
                  <a:off x="968925" y="857275"/>
                  <a:ext cx="41350" cy="27000"/>
                </a:xfrm>
                <a:custGeom>
                  <a:avLst/>
                  <a:gdLst/>
                  <a:ahLst/>
                  <a:cxnLst/>
                  <a:rect l="l" t="t" r="r" b="b"/>
                  <a:pathLst>
                    <a:path w="1654" h="1080" extrusionOk="0">
                      <a:moveTo>
                        <a:pt x="817" y="282"/>
                      </a:moveTo>
                      <a:cubicBezTo>
                        <a:pt x="953" y="282"/>
                        <a:pt x="1129" y="302"/>
                        <a:pt x="1245" y="379"/>
                      </a:cubicBezTo>
                      <a:cubicBezTo>
                        <a:pt x="1343" y="418"/>
                        <a:pt x="1381" y="496"/>
                        <a:pt x="1381" y="574"/>
                      </a:cubicBezTo>
                      <a:cubicBezTo>
                        <a:pt x="1381" y="632"/>
                        <a:pt x="1343" y="691"/>
                        <a:pt x="1245" y="749"/>
                      </a:cubicBezTo>
                      <a:cubicBezTo>
                        <a:pt x="1119" y="827"/>
                        <a:pt x="953" y="866"/>
                        <a:pt x="793" y="866"/>
                      </a:cubicBezTo>
                      <a:cubicBezTo>
                        <a:pt x="632" y="866"/>
                        <a:pt x="477" y="827"/>
                        <a:pt x="370" y="749"/>
                      </a:cubicBezTo>
                      <a:cubicBezTo>
                        <a:pt x="273" y="710"/>
                        <a:pt x="234" y="632"/>
                        <a:pt x="234" y="574"/>
                      </a:cubicBezTo>
                      <a:cubicBezTo>
                        <a:pt x="234" y="496"/>
                        <a:pt x="273" y="418"/>
                        <a:pt x="370" y="379"/>
                      </a:cubicBezTo>
                      <a:cubicBezTo>
                        <a:pt x="487" y="302"/>
                        <a:pt x="662" y="282"/>
                        <a:pt x="817" y="282"/>
                      </a:cubicBezTo>
                      <a:close/>
                      <a:moveTo>
                        <a:pt x="827" y="0"/>
                      </a:moveTo>
                      <a:cubicBezTo>
                        <a:pt x="628" y="0"/>
                        <a:pt x="428" y="49"/>
                        <a:pt x="273" y="146"/>
                      </a:cubicBezTo>
                      <a:cubicBezTo>
                        <a:pt x="97" y="243"/>
                        <a:pt x="0" y="399"/>
                        <a:pt x="0" y="535"/>
                      </a:cubicBezTo>
                      <a:cubicBezTo>
                        <a:pt x="0" y="632"/>
                        <a:pt x="59" y="730"/>
                        <a:pt x="136" y="807"/>
                      </a:cubicBezTo>
                      <a:lnTo>
                        <a:pt x="253" y="730"/>
                      </a:lnTo>
                      <a:cubicBezTo>
                        <a:pt x="273" y="730"/>
                        <a:pt x="350" y="768"/>
                        <a:pt x="389" y="807"/>
                      </a:cubicBezTo>
                      <a:cubicBezTo>
                        <a:pt x="409" y="866"/>
                        <a:pt x="409" y="924"/>
                        <a:pt x="350" y="982"/>
                      </a:cubicBezTo>
                      <a:cubicBezTo>
                        <a:pt x="487" y="1060"/>
                        <a:pt x="662" y="1080"/>
                        <a:pt x="837" y="1080"/>
                      </a:cubicBezTo>
                      <a:cubicBezTo>
                        <a:pt x="1031" y="1080"/>
                        <a:pt x="1245" y="1021"/>
                        <a:pt x="1381" y="924"/>
                      </a:cubicBezTo>
                      <a:cubicBezTo>
                        <a:pt x="1557" y="827"/>
                        <a:pt x="1654" y="691"/>
                        <a:pt x="1654" y="535"/>
                      </a:cubicBezTo>
                      <a:cubicBezTo>
                        <a:pt x="1654" y="399"/>
                        <a:pt x="1557" y="243"/>
                        <a:pt x="1381" y="146"/>
                      </a:cubicBezTo>
                      <a:cubicBezTo>
                        <a:pt x="1226" y="49"/>
                        <a:pt x="1026" y="0"/>
                        <a:pt x="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2" name="Google Shape;10702;p73"/>
                <p:cNvSpPr/>
                <p:nvPr/>
              </p:nvSpPr>
              <p:spPr>
                <a:xfrm>
                  <a:off x="970850" y="875800"/>
                  <a:ext cx="7825" cy="6050"/>
                </a:xfrm>
                <a:custGeom>
                  <a:avLst/>
                  <a:gdLst/>
                  <a:ahLst/>
                  <a:cxnLst/>
                  <a:rect l="l" t="t" r="r" b="b"/>
                  <a:pathLst>
                    <a:path w="313" h="242" extrusionOk="0">
                      <a:moveTo>
                        <a:pt x="175" y="1"/>
                      </a:moveTo>
                      <a:cubicBezTo>
                        <a:pt x="157" y="1"/>
                        <a:pt x="137" y="3"/>
                        <a:pt x="118" y="8"/>
                      </a:cubicBezTo>
                      <a:lnTo>
                        <a:pt x="1" y="86"/>
                      </a:lnTo>
                      <a:cubicBezTo>
                        <a:pt x="79" y="144"/>
                        <a:pt x="118" y="183"/>
                        <a:pt x="176" y="222"/>
                      </a:cubicBezTo>
                      <a:cubicBezTo>
                        <a:pt x="196" y="241"/>
                        <a:pt x="215" y="241"/>
                        <a:pt x="254" y="241"/>
                      </a:cubicBezTo>
                      <a:cubicBezTo>
                        <a:pt x="293" y="222"/>
                        <a:pt x="312" y="144"/>
                        <a:pt x="293" y="66"/>
                      </a:cubicBezTo>
                      <a:cubicBezTo>
                        <a:pt x="278" y="23"/>
                        <a:pt x="231" y="1"/>
                        <a:pt x="1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3" name="Google Shape;10703;p73"/>
                <p:cNvSpPr/>
                <p:nvPr/>
              </p:nvSpPr>
              <p:spPr>
                <a:xfrm>
                  <a:off x="887200" y="811900"/>
                  <a:ext cx="40875" cy="26650"/>
                </a:xfrm>
                <a:custGeom>
                  <a:avLst/>
                  <a:gdLst/>
                  <a:ahLst/>
                  <a:cxnLst/>
                  <a:rect l="l" t="t" r="r" b="b"/>
                  <a:pathLst>
                    <a:path w="1635" h="1066" extrusionOk="0">
                      <a:moveTo>
                        <a:pt x="361" y="712"/>
                      </a:moveTo>
                      <a:lnTo>
                        <a:pt x="361" y="712"/>
                      </a:lnTo>
                      <a:cubicBezTo>
                        <a:pt x="364" y="713"/>
                        <a:pt x="367" y="715"/>
                        <a:pt x="370" y="716"/>
                      </a:cubicBezTo>
                      <a:cubicBezTo>
                        <a:pt x="384" y="725"/>
                        <a:pt x="398" y="733"/>
                        <a:pt x="413" y="741"/>
                      </a:cubicBezTo>
                      <a:lnTo>
                        <a:pt x="413" y="741"/>
                      </a:lnTo>
                      <a:cubicBezTo>
                        <a:pt x="400" y="725"/>
                        <a:pt x="381" y="716"/>
                        <a:pt x="361" y="712"/>
                      </a:cubicBezTo>
                      <a:close/>
                      <a:moveTo>
                        <a:pt x="811" y="1"/>
                      </a:moveTo>
                      <a:cubicBezTo>
                        <a:pt x="609" y="1"/>
                        <a:pt x="409" y="45"/>
                        <a:pt x="254" y="132"/>
                      </a:cubicBezTo>
                      <a:cubicBezTo>
                        <a:pt x="79" y="229"/>
                        <a:pt x="1" y="385"/>
                        <a:pt x="1" y="521"/>
                      </a:cubicBezTo>
                      <a:cubicBezTo>
                        <a:pt x="1" y="619"/>
                        <a:pt x="40" y="716"/>
                        <a:pt x="117" y="833"/>
                      </a:cubicBezTo>
                      <a:lnTo>
                        <a:pt x="254" y="735"/>
                      </a:lnTo>
                      <a:cubicBezTo>
                        <a:pt x="278" y="719"/>
                        <a:pt x="309" y="710"/>
                        <a:pt x="338" y="710"/>
                      </a:cubicBezTo>
                      <a:cubicBezTo>
                        <a:pt x="346" y="710"/>
                        <a:pt x="353" y="710"/>
                        <a:pt x="361" y="712"/>
                      </a:cubicBezTo>
                      <a:lnTo>
                        <a:pt x="361" y="712"/>
                      </a:lnTo>
                      <a:cubicBezTo>
                        <a:pt x="271" y="672"/>
                        <a:pt x="234" y="596"/>
                        <a:pt x="234" y="521"/>
                      </a:cubicBezTo>
                      <a:cubicBezTo>
                        <a:pt x="234" y="463"/>
                        <a:pt x="293" y="385"/>
                        <a:pt x="370" y="346"/>
                      </a:cubicBezTo>
                      <a:cubicBezTo>
                        <a:pt x="507" y="268"/>
                        <a:pt x="682" y="249"/>
                        <a:pt x="818" y="249"/>
                      </a:cubicBezTo>
                      <a:cubicBezTo>
                        <a:pt x="954" y="249"/>
                        <a:pt x="1129" y="268"/>
                        <a:pt x="1246" y="346"/>
                      </a:cubicBezTo>
                      <a:cubicBezTo>
                        <a:pt x="1343" y="385"/>
                        <a:pt x="1401" y="463"/>
                        <a:pt x="1401" y="521"/>
                      </a:cubicBezTo>
                      <a:cubicBezTo>
                        <a:pt x="1401" y="599"/>
                        <a:pt x="1343" y="657"/>
                        <a:pt x="1246" y="716"/>
                      </a:cubicBezTo>
                      <a:cubicBezTo>
                        <a:pt x="1129" y="794"/>
                        <a:pt x="969" y="833"/>
                        <a:pt x="808" y="833"/>
                      </a:cubicBezTo>
                      <a:cubicBezTo>
                        <a:pt x="666" y="833"/>
                        <a:pt x="525" y="802"/>
                        <a:pt x="413" y="741"/>
                      </a:cubicBezTo>
                      <a:lnTo>
                        <a:pt x="413" y="741"/>
                      </a:lnTo>
                      <a:cubicBezTo>
                        <a:pt x="420" y="750"/>
                        <a:pt x="425" y="761"/>
                        <a:pt x="429" y="774"/>
                      </a:cubicBezTo>
                      <a:cubicBezTo>
                        <a:pt x="448" y="833"/>
                        <a:pt x="448" y="891"/>
                        <a:pt x="370" y="949"/>
                      </a:cubicBezTo>
                      <a:lnTo>
                        <a:pt x="331" y="969"/>
                      </a:lnTo>
                      <a:cubicBezTo>
                        <a:pt x="468" y="1047"/>
                        <a:pt x="643" y="1066"/>
                        <a:pt x="818" y="1066"/>
                      </a:cubicBezTo>
                      <a:cubicBezTo>
                        <a:pt x="1012" y="1066"/>
                        <a:pt x="1226" y="1008"/>
                        <a:pt x="1382" y="930"/>
                      </a:cubicBezTo>
                      <a:cubicBezTo>
                        <a:pt x="1538" y="833"/>
                        <a:pt x="1635" y="677"/>
                        <a:pt x="1635" y="521"/>
                      </a:cubicBezTo>
                      <a:cubicBezTo>
                        <a:pt x="1635" y="385"/>
                        <a:pt x="1538" y="229"/>
                        <a:pt x="1382" y="132"/>
                      </a:cubicBezTo>
                      <a:cubicBezTo>
                        <a:pt x="1217" y="45"/>
                        <a:pt x="1012" y="1"/>
                        <a:pt x="8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4" name="Google Shape;10704;p73"/>
                <p:cNvSpPr/>
                <p:nvPr/>
              </p:nvSpPr>
              <p:spPr>
                <a:xfrm>
                  <a:off x="890600" y="829600"/>
                  <a:ext cx="8800" cy="6525"/>
                </a:xfrm>
                <a:custGeom>
                  <a:avLst/>
                  <a:gdLst/>
                  <a:ahLst/>
                  <a:cxnLst/>
                  <a:rect l="l" t="t" r="r" b="b"/>
                  <a:pathLst>
                    <a:path w="352" h="261" extrusionOk="0">
                      <a:moveTo>
                        <a:pt x="203" y="1"/>
                      </a:moveTo>
                      <a:cubicBezTo>
                        <a:pt x="187" y="1"/>
                        <a:pt x="171" y="3"/>
                        <a:pt x="157" y="8"/>
                      </a:cubicBezTo>
                      <a:lnTo>
                        <a:pt x="1" y="105"/>
                      </a:lnTo>
                      <a:cubicBezTo>
                        <a:pt x="20" y="144"/>
                        <a:pt x="59" y="183"/>
                        <a:pt x="118" y="222"/>
                      </a:cubicBezTo>
                      <a:cubicBezTo>
                        <a:pt x="137" y="241"/>
                        <a:pt x="176" y="241"/>
                        <a:pt x="215" y="261"/>
                      </a:cubicBezTo>
                      <a:lnTo>
                        <a:pt x="273" y="241"/>
                      </a:lnTo>
                      <a:cubicBezTo>
                        <a:pt x="312" y="222"/>
                        <a:pt x="351" y="144"/>
                        <a:pt x="312" y="66"/>
                      </a:cubicBezTo>
                      <a:cubicBezTo>
                        <a:pt x="298" y="22"/>
                        <a:pt x="250" y="1"/>
                        <a:pt x="2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5" name="Google Shape;10705;p73"/>
                <p:cNvSpPr/>
                <p:nvPr/>
              </p:nvSpPr>
              <p:spPr>
                <a:xfrm>
                  <a:off x="775825" y="844625"/>
                  <a:ext cx="41375" cy="27000"/>
                </a:xfrm>
                <a:custGeom>
                  <a:avLst/>
                  <a:gdLst/>
                  <a:ahLst/>
                  <a:cxnLst/>
                  <a:rect l="l" t="t" r="r" b="b"/>
                  <a:pathLst>
                    <a:path w="1655" h="1080" extrusionOk="0">
                      <a:moveTo>
                        <a:pt x="351" y="731"/>
                      </a:moveTo>
                      <a:cubicBezTo>
                        <a:pt x="363" y="737"/>
                        <a:pt x="376" y="744"/>
                        <a:pt x="389" y="749"/>
                      </a:cubicBezTo>
                      <a:lnTo>
                        <a:pt x="389" y="749"/>
                      </a:lnTo>
                      <a:cubicBezTo>
                        <a:pt x="377" y="741"/>
                        <a:pt x="364" y="735"/>
                        <a:pt x="351" y="731"/>
                      </a:cubicBezTo>
                      <a:close/>
                      <a:moveTo>
                        <a:pt x="825" y="0"/>
                      </a:moveTo>
                      <a:cubicBezTo>
                        <a:pt x="623" y="0"/>
                        <a:pt x="419" y="49"/>
                        <a:pt x="253" y="146"/>
                      </a:cubicBezTo>
                      <a:cubicBezTo>
                        <a:pt x="98" y="243"/>
                        <a:pt x="1" y="399"/>
                        <a:pt x="1" y="535"/>
                      </a:cubicBezTo>
                      <a:cubicBezTo>
                        <a:pt x="1" y="632"/>
                        <a:pt x="39" y="730"/>
                        <a:pt x="117" y="827"/>
                      </a:cubicBezTo>
                      <a:lnTo>
                        <a:pt x="253" y="730"/>
                      </a:lnTo>
                      <a:cubicBezTo>
                        <a:pt x="268" y="725"/>
                        <a:pt x="284" y="722"/>
                        <a:pt x="300" y="722"/>
                      </a:cubicBezTo>
                      <a:cubicBezTo>
                        <a:pt x="317" y="722"/>
                        <a:pt x="334" y="725"/>
                        <a:pt x="351" y="731"/>
                      </a:cubicBezTo>
                      <a:lnTo>
                        <a:pt x="351" y="731"/>
                      </a:lnTo>
                      <a:cubicBezTo>
                        <a:pt x="277" y="688"/>
                        <a:pt x="234" y="622"/>
                        <a:pt x="234" y="555"/>
                      </a:cubicBezTo>
                      <a:cubicBezTo>
                        <a:pt x="234" y="496"/>
                        <a:pt x="292" y="418"/>
                        <a:pt x="390" y="360"/>
                      </a:cubicBezTo>
                      <a:cubicBezTo>
                        <a:pt x="506" y="302"/>
                        <a:pt x="681" y="263"/>
                        <a:pt x="818" y="263"/>
                      </a:cubicBezTo>
                      <a:cubicBezTo>
                        <a:pt x="993" y="263"/>
                        <a:pt x="1129" y="302"/>
                        <a:pt x="1265" y="360"/>
                      </a:cubicBezTo>
                      <a:cubicBezTo>
                        <a:pt x="1362" y="418"/>
                        <a:pt x="1401" y="496"/>
                        <a:pt x="1401" y="555"/>
                      </a:cubicBezTo>
                      <a:cubicBezTo>
                        <a:pt x="1401" y="632"/>
                        <a:pt x="1362" y="671"/>
                        <a:pt x="1265" y="749"/>
                      </a:cubicBezTo>
                      <a:cubicBezTo>
                        <a:pt x="1139" y="827"/>
                        <a:pt x="973" y="866"/>
                        <a:pt x="813" y="866"/>
                      </a:cubicBezTo>
                      <a:cubicBezTo>
                        <a:pt x="652" y="866"/>
                        <a:pt x="497" y="827"/>
                        <a:pt x="390" y="749"/>
                      </a:cubicBezTo>
                      <a:cubicBezTo>
                        <a:pt x="389" y="749"/>
                        <a:pt x="389" y="749"/>
                        <a:pt x="389" y="749"/>
                      </a:cubicBezTo>
                      <a:lnTo>
                        <a:pt x="389" y="749"/>
                      </a:lnTo>
                      <a:cubicBezTo>
                        <a:pt x="404" y="759"/>
                        <a:pt x="418" y="772"/>
                        <a:pt x="429" y="788"/>
                      </a:cubicBezTo>
                      <a:cubicBezTo>
                        <a:pt x="467" y="827"/>
                        <a:pt x="467" y="905"/>
                        <a:pt x="390" y="944"/>
                      </a:cubicBezTo>
                      <a:lnTo>
                        <a:pt x="331" y="983"/>
                      </a:lnTo>
                      <a:cubicBezTo>
                        <a:pt x="487" y="1041"/>
                        <a:pt x="643" y="1080"/>
                        <a:pt x="818" y="1080"/>
                      </a:cubicBezTo>
                      <a:cubicBezTo>
                        <a:pt x="1012" y="1080"/>
                        <a:pt x="1246" y="1022"/>
                        <a:pt x="1382" y="924"/>
                      </a:cubicBezTo>
                      <a:cubicBezTo>
                        <a:pt x="1557" y="827"/>
                        <a:pt x="1654" y="691"/>
                        <a:pt x="1654" y="535"/>
                      </a:cubicBezTo>
                      <a:cubicBezTo>
                        <a:pt x="1654" y="399"/>
                        <a:pt x="1557" y="243"/>
                        <a:pt x="1382" y="146"/>
                      </a:cubicBezTo>
                      <a:cubicBezTo>
                        <a:pt x="1226" y="49"/>
                        <a:pt x="1027" y="0"/>
                        <a:pt x="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6" name="Google Shape;10706;p73"/>
                <p:cNvSpPr/>
                <p:nvPr/>
              </p:nvSpPr>
              <p:spPr>
                <a:xfrm>
                  <a:off x="778750" y="863150"/>
                  <a:ext cx="8275" cy="6550"/>
                </a:xfrm>
                <a:custGeom>
                  <a:avLst/>
                  <a:gdLst/>
                  <a:ahLst/>
                  <a:cxnLst/>
                  <a:rect l="l" t="t" r="r" b="b"/>
                  <a:pathLst>
                    <a:path w="331" h="262" extrusionOk="0">
                      <a:moveTo>
                        <a:pt x="202" y="1"/>
                      </a:moveTo>
                      <a:cubicBezTo>
                        <a:pt x="186" y="1"/>
                        <a:pt x="170" y="3"/>
                        <a:pt x="156" y="8"/>
                      </a:cubicBezTo>
                      <a:lnTo>
                        <a:pt x="0" y="105"/>
                      </a:lnTo>
                      <a:cubicBezTo>
                        <a:pt x="20" y="144"/>
                        <a:pt x="78" y="183"/>
                        <a:pt x="156" y="203"/>
                      </a:cubicBezTo>
                      <a:cubicBezTo>
                        <a:pt x="175" y="242"/>
                        <a:pt x="195" y="242"/>
                        <a:pt x="214" y="261"/>
                      </a:cubicBezTo>
                      <a:lnTo>
                        <a:pt x="273" y="242"/>
                      </a:lnTo>
                      <a:cubicBezTo>
                        <a:pt x="312" y="203"/>
                        <a:pt x="331" y="144"/>
                        <a:pt x="312" y="67"/>
                      </a:cubicBezTo>
                      <a:cubicBezTo>
                        <a:pt x="297" y="23"/>
                        <a:pt x="250" y="1"/>
                        <a:pt x="2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7" name="Google Shape;10707;p73"/>
                <p:cNvSpPr/>
                <p:nvPr/>
              </p:nvSpPr>
              <p:spPr>
                <a:xfrm>
                  <a:off x="366775" y="2487825"/>
                  <a:ext cx="7825" cy="2475"/>
                </a:xfrm>
                <a:custGeom>
                  <a:avLst/>
                  <a:gdLst/>
                  <a:ahLst/>
                  <a:cxnLst/>
                  <a:rect l="l" t="t" r="r" b="b"/>
                  <a:pathLst>
                    <a:path w="313" h="99" extrusionOk="0">
                      <a:moveTo>
                        <a:pt x="1" y="1"/>
                      </a:moveTo>
                      <a:lnTo>
                        <a:pt x="157" y="98"/>
                      </a:lnTo>
                      <a:cubicBezTo>
                        <a:pt x="195" y="79"/>
                        <a:pt x="215" y="59"/>
                        <a:pt x="254" y="40"/>
                      </a:cubicBezTo>
                      <a:cubicBezTo>
                        <a:pt x="293" y="40"/>
                        <a:pt x="312" y="1"/>
                        <a:pt x="3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8" name="Google Shape;10708;p73"/>
                <p:cNvSpPr/>
                <p:nvPr/>
              </p:nvSpPr>
              <p:spPr>
                <a:xfrm>
                  <a:off x="350725" y="2471775"/>
                  <a:ext cx="26300" cy="16075"/>
                </a:xfrm>
                <a:custGeom>
                  <a:avLst/>
                  <a:gdLst/>
                  <a:ahLst/>
                  <a:cxnLst/>
                  <a:rect l="l" t="t" r="r" b="b"/>
                  <a:pathLst>
                    <a:path w="1052" h="643" extrusionOk="0">
                      <a:moveTo>
                        <a:pt x="1" y="1"/>
                      </a:moveTo>
                      <a:lnTo>
                        <a:pt x="1" y="293"/>
                      </a:lnTo>
                      <a:lnTo>
                        <a:pt x="643" y="643"/>
                      </a:lnTo>
                      <a:lnTo>
                        <a:pt x="954" y="643"/>
                      </a:lnTo>
                      <a:cubicBezTo>
                        <a:pt x="993" y="624"/>
                        <a:pt x="1032" y="604"/>
                        <a:pt x="1051" y="604"/>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9" name="Google Shape;10709;p73"/>
                <p:cNvSpPr/>
                <p:nvPr/>
              </p:nvSpPr>
              <p:spPr>
                <a:xfrm>
                  <a:off x="374575" y="2486875"/>
                  <a:ext cx="4400" cy="975"/>
                </a:xfrm>
                <a:custGeom>
                  <a:avLst/>
                  <a:gdLst/>
                  <a:ahLst/>
                  <a:cxnLst/>
                  <a:rect l="l" t="t" r="r" b="b"/>
                  <a:pathLst>
                    <a:path w="176" h="39" extrusionOk="0">
                      <a:moveTo>
                        <a:pt x="97" y="0"/>
                      </a:moveTo>
                      <a:cubicBezTo>
                        <a:pt x="78" y="0"/>
                        <a:pt x="20" y="20"/>
                        <a:pt x="0" y="39"/>
                      </a:cubicBezTo>
                      <a:lnTo>
                        <a:pt x="175" y="39"/>
                      </a:lnTo>
                      <a:lnTo>
                        <a:pt x="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0" name="Google Shape;10710;p73"/>
                <p:cNvSpPr/>
                <p:nvPr/>
              </p:nvSpPr>
              <p:spPr>
                <a:xfrm>
                  <a:off x="664450" y="585125"/>
                  <a:ext cx="5375" cy="191675"/>
                </a:xfrm>
                <a:custGeom>
                  <a:avLst/>
                  <a:gdLst/>
                  <a:ahLst/>
                  <a:cxnLst/>
                  <a:rect l="l" t="t" r="r" b="b"/>
                  <a:pathLst>
                    <a:path w="215" h="7667" extrusionOk="0">
                      <a:moveTo>
                        <a:pt x="214" y="1"/>
                      </a:moveTo>
                      <a:lnTo>
                        <a:pt x="175" y="20"/>
                      </a:lnTo>
                      <a:cubicBezTo>
                        <a:pt x="137" y="20"/>
                        <a:pt x="117" y="40"/>
                        <a:pt x="117" y="40"/>
                      </a:cubicBezTo>
                      <a:lnTo>
                        <a:pt x="0" y="40"/>
                      </a:lnTo>
                      <a:lnTo>
                        <a:pt x="0" y="7666"/>
                      </a:lnTo>
                      <a:lnTo>
                        <a:pt x="214" y="7666"/>
                      </a:lnTo>
                      <a:lnTo>
                        <a:pt x="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1" name="Google Shape;10711;p73"/>
                <p:cNvSpPr/>
                <p:nvPr/>
              </p:nvSpPr>
              <p:spPr>
                <a:xfrm>
                  <a:off x="663950" y="776775"/>
                  <a:ext cx="5875" cy="3900"/>
                </a:xfrm>
                <a:custGeom>
                  <a:avLst/>
                  <a:gdLst/>
                  <a:ahLst/>
                  <a:cxnLst/>
                  <a:rect l="l" t="t" r="r" b="b"/>
                  <a:pathLst>
                    <a:path w="235" h="156" extrusionOk="0">
                      <a:moveTo>
                        <a:pt x="1" y="0"/>
                      </a:moveTo>
                      <a:lnTo>
                        <a:pt x="1" y="39"/>
                      </a:lnTo>
                      <a:cubicBezTo>
                        <a:pt x="1" y="117"/>
                        <a:pt x="40" y="156"/>
                        <a:pt x="118" y="156"/>
                      </a:cubicBezTo>
                      <a:cubicBezTo>
                        <a:pt x="195" y="156"/>
                        <a:pt x="234" y="117"/>
                        <a:pt x="234" y="39"/>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2" name="Google Shape;10712;p73"/>
                <p:cNvSpPr/>
                <p:nvPr/>
              </p:nvSpPr>
              <p:spPr>
                <a:xfrm>
                  <a:off x="663950" y="580275"/>
                  <a:ext cx="5875" cy="5850"/>
                </a:xfrm>
                <a:custGeom>
                  <a:avLst/>
                  <a:gdLst/>
                  <a:ahLst/>
                  <a:cxnLst/>
                  <a:rect l="l" t="t" r="r" b="b"/>
                  <a:pathLst>
                    <a:path w="235" h="234" extrusionOk="0">
                      <a:moveTo>
                        <a:pt x="118" y="0"/>
                      </a:moveTo>
                      <a:cubicBezTo>
                        <a:pt x="40" y="0"/>
                        <a:pt x="1" y="39"/>
                        <a:pt x="1" y="117"/>
                      </a:cubicBezTo>
                      <a:lnTo>
                        <a:pt x="1" y="234"/>
                      </a:lnTo>
                      <a:lnTo>
                        <a:pt x="195" y="234"/>
                      </a:lnTo>
                      <a:lnTo>
                        <a:pt x="234" y="214"/>
                      </a:lnTo>
                      <a:lnTo>
                        <a:pt x="234" y="117"/>
                      </a:lnTo>
                      <a:cubicBezTo>
                        <a:pt x="234" y="39"/>
                        <a:pt x="195" y="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3" name="Google Shape;10713;p73"/>
                <p:cNvSpPr/>
                <p:nvPr/>
              </p:nvSpPr>
              <p:spPr>
                <a:xfrm>
                  <a:off x="692650" y="712575"/>
                  <a:ext cx="41375" cy="26275"/>
                </a:xfrm>
                <a:custGeom>
                  <a:avLst/>
                  <a:gdLst/>
                  <a:ahLst/>
                  <a:cxnLst/>
                  <a:rect l="l" t="t" r="r" b="b"/>
                  <a:pathLst>
                    <a:path w="1655" h="1051" extrusionOk="0">
                      <a:moveTo>
                        <a:pt x="818" y="234"/>
                      </a:moveTo>
                      <a:cubicBezTo>
                        <a:pt x="993" y="234"/>
                        <a:pt x="1129" y="253"/>
                        <a:pt x="1246" y="331"/>
                      </a:cubicBezTo>
                      <a:cubicBezTo>
                        <a:pt x="1363" y="389"/>
                        <a:pt x="1401" y="467"/>
                        <a:pt x="1401" y="525"/>
                      </a:cubicBezTo>
                      <a:cubicBezTo>
                        <a:pt x="1401" y="584"/>
                        <a:pt x="1343" y="642"/>
                        <a:pt x="1265" y="720"/>
                      </a:cubicBezTo>
                      <a:cubicBezTo>
                        <a:pt x="1139" y="788"/>
                        <a:pt x="973" y="822"/>
                        <a:pt x="811" y="822"/>
                      </a:cubicBezTo>
                      <a:cubicBezTo>
                        <a:pt x="648" y="822"/>
                        <a:pt x="487" y="788"/>
                        <a:pt x="370" y="720"/>
                      </a:cubicBezTo>
                      <a:cubicBezTo>
                        <a:pt x="293" y="662"/>
                        <a:pt x="234" y="584"/>
                        <a:pt x="234" y="525"/>
                      </a:cubicBezTo>
                      <a:cubicBezTo>
                        <a:pt x="234" y="448"/>
                        <a:pt x="293" y="389"/>
                        <a:pt x="370" y="331"/>
                      </a:cubicBezTo>
                      <a:cubicBezTo>
                        <a:pt x="507" y="253"/>
                        <a:pt x="682" y="234"/>
                        <a:pt x="818" y="234"/>
                      </a:cubicBezTo>
                      <a:close/>
                      <a:moveTo>
                        <a:pt x="701" y="0"/>
                      </a:moveTo>
                      <a:cubicBezTo>
                        <a:pt x="526" y="39"/>
                        <a:pt x="390" y="59"/>
                        <a:pt x="254" y="136"/>
                      </a:cubicBezTo>
                      <a:cubicBezTo>
                        <a:pt x="98" y="234"/>
                        <a:pt x="1" y="370"/>
                        <a:pt x="1" y="525"/>
                      </a:cubicBezTo>
                      <a:cubicBezTo>
                        <a:pt x="1" y="662"/>
                        <a:pt x="98" y="817"/>
                        <a:pt x="254" y="915"/>
                      </a:cubicBezTo>
                      <a:cubicBezTo>
                        <a:pt x="429" y="1012"/>
                        <a:pt x="623" y="1051"/>
                        <a:pt x="818" y="1051"/>
                      </a:cubicBezTo>
                      <a:cubicBezTo>
                        <a:pt x="1012" y="1051"/>
                        <a:pt x="1226" y="1012"/>
                        <a:pt x="1382" y="915"/>
                      </a:cubicBezTo>
                      <a:cubicBezTo>
                        <a:pt x="1557" y="817"/>
                        <a:pt x="1654" y="662"/>
                        <a:pt x="1654" y="525"/>
                      </a:cubicBezTo>
                      <a:cubicBezTo>
                        <a:pt x="1654" y="370"/>
                        <a:pt x="1557" y="234"/>
                        <a:pt x="1382" y="136"/>
                      </a:cubicBezTo>
                      <a:cubicBezTo>
                        <a:pt x="1265" y="59"/>
                        <a:pt x="1090" y="0"/>
                        <a:pt x="935" y="0"/>
                      </a:cubicBezTo>
                      <a:lnTo>
                        <a:pt x="935" y="59"/>
                      </a:lnTo>
                      <a:cubicBezTo>
                        <a:pt x="935" y="136"/>
                        <a:pt x="896" y="175"/>
                        <a:pt x="818" y="175"/>
                      </a:cubicBezTo>
                      <a:cubicBezTo>
                        <a:pt x="740" y="175"/>
                        <a:pt x="701" y="136"/>
                        <a:pt x="701" y="5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4" name="Google Shape;10714;p73"/>
                <p:cNvSpPr/>
                <p:nvPr/>
              </p:nvSpPr>
              <p:spPr>
                <a:xfrm>
                  <a:off x="710175" y="558875"/>
                  <a:ext cx="5850" cy="153725"/>
                </a:xfrm>
                <a:custGeom>
                  <a:avLst/>
                  <a:gdLst/>
                  <a:ahLst/>
                  <a:cxnLst/>
                  <a:rect l="l" t="t" r="r" b="b"/>
                  <a:pathLst>
                    <a:path w="234" h="6149" extrusionOk="0">
                      <a:moveTo>
                        <a:pt x="234" y="0"/>
                      </a:moveTo>
                      <a:lnTo>
                        <a:pt x="0" y="156"/>
                      </a:lnTo>
                      <a:lnTo>
                        <a:pt x="0" y="6148"/>
                      </a:lnTo>
                      <a:cubicBezTo>
                        <a:pt x="39" y="6138"/>
                        <a:pt x="73" y="6134"/>
                        <a:pt x="110" y="6134"/>
                      </a:cubicBezTo>
                      <a:cubicBezTo>
                        <a:pt x="146" y="6134"/>
                        <a:pt x="185" y="6138"/>
                        <a:pt x="234" y="6148"/>
                      </a:cubicBez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5" name="Google Shape;10715;p73"/>
                <p:cNvSpPr/>
                <p:nvPr/>
              </p:nvSpPr>
              <p:spPr>
                <a:xfrm>
                  <a:off x="710175" y="554000"/>
                  <a:ext cx="5850" cy="8775"/>
                </a:xfrm>
                <a:custGeom>
                  <a:avLst/>
                  <a:gdLst/>
                  <a:ahLst/>
                  <a:cxnLst/>
                  <a:rect l="l" t="t" r="r" b="b"/>
                  <a:pathLst>
                    <a:path w="234" h="351" extrusionOk="0">
                      <a:moveTo>
                        <a:pt x="117" y="1"/>
                      </a:moveTo>
                      <a:cubicBezTo>
                        <a:pt x="39" y="1"/>
                        <a:pt x="0" y="59"/>
                        <a:pt x="0" y="118"/>
                      </a:cubicBezTo>
                      <a:lnTo>
                        <a:pt x="0" y="351"/>
                      </a:lnTo>
                      <a:lnTo>
                        <a:pt x="234" y="195"/>
                      </a:lnTo>
                      <a:lnTo>
                        <a:pt x="234" y="118"/>
                      </a:lnTo>
                      <a:cubicBezTo>
                        <a:pt x="234" y="59"/>
                        <a:pt x="195"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6" name="Google Shape;10716;p73"/>
                <p:cNvSpPr/>
                <p:nvPr/>
              </p:nvSpPr>
              <p:spPr>
                <a:xfrm>
                  <a:off x="710175" y="712200"/>
                  <a:ext cx="5850" cy="4775"/>
                </a:xfrm>
                <a:custGeom>
                  <a:avLst/>
                  <a:gdLst/>
                  <a:ahLst/>
                  <a:cxnLst/>
                  <a:rect l="l" t="t" r="r" b="b"/>
                  <a:pathLst>
                    <a:path w="234" h="191" extrusionOk="0">
                      <a:moveTo>
                        <a:pt x="110" y="1"/>
                      </a:moveTo>
                      <a:cubicBezTo>
                        <a:pt x="73" y="1"/>
                        <a:pt x="39" y="5"/>
                        <a:pt x="0" y="15"/>
                      </a:cubicBezTo>
                      <a:lnTo>
                        <a:pt x="0" y="74"/>
                      </a:lnTo>
                      <a:cubicBezTo>
                        <a:pt x="0" y="151"/>
                        <a:pt x="39" y="190"/>
                        <a:pt x="117" y="190"/>
                      </a:cubicBezTo>
                      <a:cubicBezTo>
                        <a:pt x="195" y="190"/>
                        <a:pt x="234" y="151"/>
                        <a:pt x="234" y="74"/>
                      </a:cubicBezTo>
                      <a:lnTo>
                        <a:pt x="234" y="15"/>
                      </a:lnTo>
                      <a:cubicBezTo>
                        <a:pt x="185" y="5"/>
                        <a:pt x="146" y="1"/>
                        <a:pt x="1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7" name="Google Shape;10717;p73"/>
                <p:cNvSpPr/>
                <p:nvPr/>
              </p:nvSpPr>
              <p:spPr>
                <a:xfrm>
                  <a:off x="737900" y="653225"/>
                  <a:ext cx="41350" cy="26300"/>
                </a:xfrm>
                <a:custGeom>
                  <a:avLst/>
                  <a:gdLst/>
                  <a:ahLst/>
                  <a:cxnLst/>
                  <a:rect l="l" t="t" r="r" b="b"/>
                  <a:pathLst>
                    <a:path w="1654" h="1052" extrusionOk="0">
                      <a:moveTo>
                        <a:pt x="837" y="215"/>
                      </a:moveTo>
                      <a:cubicBezTo>
                        <a:pt x="992" y="215"/>
                        <a:pt x="1148" y="234"/>
                        <a:pt x="1265" y="312"/>
                      </a:cubicBezTo>
                      <a:cubicBezTo>
                        <a:pt x="1362" y="390"/>
                        <a:pt x="1420" y="468"/>
                        <a:pt x="1420" y="506"/>
                      </a:cubicBezTo>
                      <a:cubicBezTo>
                        <a:pt x="1420" y="584"/>
                        <a:pt x="1362" y="623"/>
                        <a:pt x="1265" y="701"/>
                      </a:cubicBezTo>
                      <a:cubicBezTo>
                        <a:pt x="1148" y="779"/>
                        <a:pt x="983" y="818"/>
                        <a:pt x="820" y="818"/>
                      </a:cubicBezTo>
                      <a:cubicBezTo>
                        <a:pt x="657" y="818"/>
                        <a:pt x="496" y="779"/>
                        <a:pt x="389" y="701"/>
                      </a:cubicBezTo>
                      <a:cubicBezTo>
                        <a:pt x="292" y="662"/>
                        <a:pt x="253" y="584"/>
                        <a:pt x="253" y="506"/>
                      </a:cubicBezTo>
                      <a:cubicBezTo>
                        <a:pt x="253" y="429"/>
                        <a:pt x="292" y="390"/>
                        <a:pt x="389" y="312"/>
                      </a:cubicBezTo>
                      <a:cubicBezTo>
                        <a:pt x="506" y="234"/>
                        <a:pt x="681" y="215"/>
                        <a:pt x="837" y="215"/>
                      </a:cubicBezTo>
                      <a:close/>
                      <a:moveTo>
                        <a:pt x="720" y="1"/>
                      </a:moveTo>
                      <a:cubicBezTo>
                        <a:pt x="545" y="20"/>
                        <a:pt x="389" y="40"/>
                        <a:pt x="272" y="117"/>
                      </a:cubicBezTo>
                      <a:cubicBezTo>
                        <a:pt x="97" y="215"/>
                        <a:pt x="0" y="370"/>
                        <a:pt x="0" y="506"/>
                      </a:cubicBezTo>
                      <a:cubicBezTo>
                        <a:pt x="0" y="662"/>
                        <a:pt x="97" y="798"/>
                        <a:pt x="272" y="896"/>
                      </a:cubicBezTo>
                      <a:cubicBezTo>
                        <a:pt x="447" y="993"/>
                        <a:pt x="642" y="1051"/>
                        <a:pt x="837" y="1051"/>
                      </a:cubicBezTo>
                      <a:cubicBezTo>
                        <a:pt x="1031" y="1051"/>
                        <a:pt x="1245" y="993"/>
                        <a:pt x="1401" y="896"/>
                      </a:cubicBezTo>
                      <a:cubicBezTo>
                        <a:pt x="1556" y="798"/>
                        <a:pt x="1654" y="662"/>
                        <a:pt x="1654" y="506"/>
                      </a:cubicBezTo>
                      <a:cubicBezTo>
                        <a:pt x="1654" y="370"/>
                        <a:pt x="1556" y="215"/>
                        <a:pt x="1401" y="117"/>
                      </a:cubicBezTo>
                      <a:cubicBezTo>
                        <a:pt x="1265" y="40"/>
                        <a:pt x="1090" y="1"/>
                        <a:pt x="953" y="1"/>
                      </a:cubicBezTo>
                      <a:lnTo>
                        <a:pt x="953" y="40"/>
                      </a:lnTo>
                      <a:cubicBezTo>
                        <a:pt x="953" y="117"/>
                        <a:pt x="914" y="176"/>
                        <a:pt x="837" y="176"/>
                      </a:cubicBezTo>
                      <a:cubicBezTo>
                        <a:pt x="759" y="176"/>
                        <a:pt x="720" y="117"/>
                        <a:pt x="720" y="40"/>
                      </a:cubicBezTo>
                      <a:lnTo>
                        <a:pt x="7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8" name="Google Shape;10718;p73"/>
                <p:cNvSpPr/>
                <p:nvPr/>
              </p:nvSpPr>
              <p:spPr>
                <a:xfrm>
                  <a:off x="755875" y="532600"/>
                  <a:ext cx="5875" cy="120650"/>
                </a:xfrm>
                <a:custGeom>
                  <a:avLst/>
                  <a:gdLst/>
                  <a:ahLst/>
                  <a:cxnLst/>
                  <a:rect l="l" t="t" r="r" b="b"/>
                  <a:pathLst>
                    <a:path w="235" h="4826" extrusionOk="0">
                      <a:moveTo>
                        <a:pt x="234" y="1"/>
                      </a:moveTo>
                      <a:lnTo>
                        <a:pt x="1" y="156"/>
                      </a:lnTo>
                      <a:lnTo>
                        <a:pt x="1" y="4826"/>
                      </a:lnTo>
                      <a:cubicBezTo>
                        <a:pt x="30" y="4816"/>
                        <a:pt x="69" y="4811"/>
                        <a:pt x="110" y="4811"/>
                      </a:cubicBezTo>
                      <a:cubicBezTo>
                        <a:pt x="152" y="4811"/>
                        <a:pt x="195" y="4816"/>
                        <a:pt x="234" y="4826"/>
                      </a:cubicBez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9" name="Google Shape;10719;p73"/>
                <p:cNvSpPr/>
                <p:nvPr/>
              </p:nvSpPr>
              <p:spPr>
                <a:xfrm>
                  <a:off x="755875" y="527250"/>
                  <a:ext cx="5875" cy="8775"/>
                </a:xfrm>
                <a:custGeom>
                  <a:avLst/>
                  <a:gdLst/>
                  <a:ahLst/>
                  <a:cxnLst/>
                  <a:rect l="l" t="t" r="r" b="b"/>
                  <a:pathLst>
                    <a:path w="235" h="351" extrusionOk="0">
                      <a:moveTo>
                        <a:pt x="118" y="1"/>
                      </a:moveTo>
                      <a:cubicBezTo>
                        <a:pt x="40" y="1"/>
                        <a:pt x="1" y="59"/>
                        <a:pt x="1" y="118"/>
                      </a:cubicBezTo>
                      <a:lnTo>
                        <a:pt x="1" y="351"/>
                      </a:lnTo>
                      <a:lnTo>
                        <a:pt x="234" y="195"/>
                      </a:lnTo>
                      <a:lnTo>
                        <a:pt x="234" y="118"/>
                      </a:lnTo>
                      <a:cubicBezTo>
                        <a:pt x="234" y="59"/>
                        <a:pt x="195"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0" name="Google Shape;10720;p73"/>
                <p:cNvSpPr/>
                <p:nvPr/>
              </p:nvSpPr>
              <p:spPr>
                <a:xfrm>
                  <a:off x="755875" y="652875"/>
                  <a:ext cx="5875" cy="4750"/>
                </a:xfrm>
                <a:custGeom>
                  <a:avLst/>
                  <a:gdLst/>
                  <a:ahLst/>
                  <a:cxnLst/>
                  <a:rect l="l" t="t" r="r" b="b"/>
                  <a:pathLst>
                    <a:path w="235" h="190" extrusionOk="0">
                      <a:moveTo>
                        <a:pt x="110" y="0"/>
                      </a:moveTo>
                      <a:cubicBezTo>
                        <a:pt x="69" y="0"/>
                        <a:pt x="30" y="5"/>
                        <a:pt x="1" y="15"/>
                      </a:cubicBezTo>
                      <a:lnTo>
                        <a:pt x="1" y="54"/>
                      </a:lnTo>
                      <a:cubicBezTo>
                        <a:pt x="1" y="131"/>
                        <a:pt x="40" y="190"/>
                        <a:pt x="118" y="190"/>
                      </a:cubicBezTo>
                      <a:cubicBezTo>
                        <a:pt x="195" y="190"/>
                        <a:pt x="234" y="131"/>
                        <a:pt x="234" y="54"/>
                      </a:cubicBezTo>
                      <a:lnTo>
                        <a:pt x="234" y="15"/>
                      </a:lnTo>
                      <a:cubicBezTo>
                        <a:pt x="195" y="5"/>
                        <a:pt x="152" y="0"/>
                        <a:pt x="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1" name="Google Shape;10721;p73"/>
                <p:cNvSpPr/>
                <p:nvPr/>
              </p:nvSpPr>
              <p:spPr>
                <a:xfrm>
                  <a:off x="783600" y="589525"/>
                  <a:ext cx="41375" cy="25800"/>
                </a:xfrm>
                <a:custGeom>
                  <a:avLst/>
                  <a:gdLst/>
                  <a:ahLst/>
                  <a:cxnLst/>
                  <a:rect l="l" t="t" r="r" b="b"/>
                  <a:pathLst>
                    <a:path w="1655" h="1032" extrusionOk="0">
                      <a:moveTo>
                        <a:pt x="857" y="214"/>
                      </a:moveTo>
                      <a:cubicBezTo>
                        <a:pt x="1032" y="214"/>
                        <a:pt x="1168" y="233"/>
                        <a:pt x="1285" y="311"/>
                      </a:cubicBezTo>
                      <a:cubicBezTo>
                        <a:pt x="1363" y="389"/>
                        <a:pt x="1440" y="447"/>
                        <a:pt x="1440" y="506"/>
                      </a:cubicBezTo>
                      <a:cubicBezTo>
                        <a:pt x="1440" y="584"/>
                        <a:pt x="1382" y="623"/>
                        <a:pt x="1285" y="700"/>
                      </a:cubicBezTo>
                      <a:cubicBezTo>
                        <a:pt x="1168" y="769"/>
                        <a:pt x="1008" y="803"/>
                        <a:pt x="847" y="803"/>
                      </a:cubicBezTo>
                      <a:cubicBezTo>
                        <a:pt x="687" y="803"/>
                        <a:pt x="526" y="769"/>
                        <a:pt x="409" y="700"/>
                      </a:cubicBezTo>
                      <a:cubicBezTo>
                        <a:pt x="312" y="642"/>
                        <a:pt x="273" y="584"/>
                        <a:pt x="273" y="506"/>
                      </a:cubicBezTo>
                      <a:cubicBezTo>
                        <a:pt x="273" y="428"/>
                        <a:pt x="312" y="389"/>
                        <a:pt x="409" y="311"/>
                      </a:cubicBezTo>
                      <a:cubicBezTo>
                        <a:pt x="546" y="233"/>
                        <a:pt x="701" y="214"/>
                        <a:pt x="857" y="214"/>
                      </a:cubicBezTo>
                      <a:close/>
                      <a:moveTo>
                        <a:pt x="701" y="0"/>
                      </a:moveTo>
                      <a:cubicBezTo>
                        <a:pt x="546" y="19"/>
                        <a:pt x="390" y="39"/>
                        <a:pt x="273" y="117"/>
                      </a:cubicBezTo>
                      <a:cubicBezTo>
                        <a:pt x="98" y="214"/>
                        <a:pt x="1" y="350"/>
                        <a:pt x="1" y="506"/>
                      </a:cubicBezTo>
                      <a:cubicBezTo>
                        <a:pt x="1" y="642"/>
                        <a:pt x="98" y="798"/>
                        <a:pt x="273" y="895"/>
                      </a:cubicBezTo>
                      <a:cubicBezTo>
                        <a:pt x="448" y="992"/>
                        <a:pt x="643" y="1031"/>
                        <a:pt x="837" y="1031"/>
                      </a:cubicBezTo>
                      <a:cubicBezTo>
                        <a:pt x="1032" y="1031"/>
                        <a:pt x="1246" y="992"/>
                        <a:pt x="1382" y="895"/>
                      </a:cubicBezTo>
                      <a:cubicBezTo>
                        <a:pt x="1557" y="798"/>
                        <a:pt x="1654" y="642"/>
                        <a:pt x="1654" y="506"/>
                      </a:cubicBezTo>
                      <a:cubicBezTo>
                        <a:pt x="1654" y="350"/>
                        <a:pt x="1557" y="214"/>
                        <a:pt x="1382" y="117"/>
                      </a:cubicBezTo>
                      <a:cubicBezTo>
                        <a:pt x="1265" y="39"/>
                        <a:pt x="1090" y="0"/>
                        <a:pt x="954" y="0"/>
                      </a:cubicBezTo>
                      <a:lnTo>
                        <a:pt x="954" y="39"/>
                      </a:lnTo>
                      <a:cubicBezTo>
                        <a:pt x="954" y="117"/>
                        <a:pt x="896" y="156"/>
                        <a:pt x="837" y="156"/>
                      </a:cubicBezTo>
                      <a:cubicBezTo>
                        <a:pt x="760" y="156"/>
                        <a:pt x="701" y="117"/>
                        <a:pt x="701" y="39"/>
                      </a:cubicBezTo>
                      <a:lnTo>
                        <a:pt x="7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2" name="Google Shape;10722;p73"/>
                <p:cNvSpPr/>
                <p:nvPr/>
              </p:nvSpPr>
              <p:spPr>
                <a:xfrm>
                  <a:off x="801125" y="505850"/>
                  <a:ext cx="6350" cy="83700"/>
                </a:xfrm>
                <a:custGeom>
                  <a:avLst/>
                  <a:gdLst/>
                  <a:ahLst/>
                  <a:cxnLst/>
                  <a:rect l="l" t="t" r="r" b="b"/>
                  <a:pathLst>
                    <a:path w="254" h="3348" extrusionOk="0">
                      <a:moveTo>
                        <a:pt x="253" y="1"/>
                      </a:moveTo>
                      <a:lnTo>
                        <a:pt x="0" y="156"/>
                      </a:lnTo>
                      <a:lnTo>
                        <a:pt x="0" y="3347"/>
                      </a:lnTo>
                      <a:cubicBezTo>
                        <a:pt x="49" y="3328"/>
                        <a:pt x="93" y="3318"/>
                        <a:pt x="134" y="3318"/>
                      </a:cubicBezTo>
                      <a:cubicBezTo>
                        <a:pt x="175" y="3318"/>
                        <a:pt x="214" y="3328"/>
                        <a:pt x="253" y="3347"/>
                      </a:cubicBezTo>
                      <a:lnTo>
                        <a:pt x="2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3" name="Google Shape;10723;p73"/>
                <p:cNvSpPr/>
                <p:nvPr/>
              </p:nvSpPr>
              <p:spPr>
                <a:xfrm>
                  <a:off x="801125" y="501000"/>
                  <a:ext cx="6350" cy="8775"/>
                </a:xfrm>
                <a:custGeom>
                  <a:avLst/>
                  <a:gdLst/>
                  <a:ahLst/>
                  <a:cxnLst/>
                  <a:rect l="l" t="t" r="r" b="b"/>
                  <a:pathLst>
                    <a:path w="254" h="351" extrusionOk="0">
                      <a:moveTo>
                        <a:pt x="136" y="0"/>
                      </a:moveTo>
                      <a:cubicBezTo>
                        <a:pt x="59" y="0"/>
                        <a:pt x="0" y="59"/>
                        <a:pt x="0" y="136"/>
                      </a:cubicBezTo>
                      <a:lnTo>
                        <a:pt x="0" y="350"/>
                      </a:lnTo>
                      <a:lnTo>
                        <a:pt x="253" y="195"/>
                      </a:lnTo>
                      <a:lnTo>
                        <a:pt x="253" y="136"/>
                      </a:lnTo>
                      <a:cubicBezTo>
                        <a:pt x="253" y="59"/>
                        <a:pt x="195" y="0"/>
                        <a:pt x="1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4" name="Google Shape;10724;p73"/>
                <p:cNvSpPr/>
                <p:nvPr/>
              </p:nvSpPr>
              <p:spPr>
                <a:xfrm>
                  <a:off x="801125" y="588775"/>
                  <a:ext cx="6350" cy="4650"/>
                </a:xfrm>
                <a:custGeom>
                  <a:avLst/>
                  <a:gdLst/>
                  <a:ahLst/>
                  <a:cxnLst/>
                  <a:rect l="l" t="t" r="r" b="b"/>
                  <a:pathLst>
                    <a:path w="254" h="186" extrusionOk="0">
                      <a:moveTo>
                        <a:pt x="134" y="1"/>
                      </a:moveTo>
                      <a:cubicBezTo>
                        <a:pt x="93" y="1"/>
                        <a:pt x="49" y="11"/>
                        <a:pt x="0" y="30"/>
                      </a:cubicBezTo>
                      <a:lnTo>
                        <a:pt x="0" y="69"/>
                      </a:lnTo>
                      <a:cubicBezTo>
                        <a:pt x="0" y="147"/>
                        <a:pt x="59" y="186"/>
                        <a:pt x="136" y="186"/>
                      </a:cubicBezTo>
                      <a:cubicBezTo>
                        <a:pt x="195" y="186"/>
                        <a:pt x="253" y="147"/>
                        <a:pt x="253" y="69"/>
                      </a:cubicBezTo>
                      <a:lnTo>
                        <a:pt x="253" y="30"/>
                      </a:lnTo>
                      <a:cubicBezTo>
                        <a:pt x="214" y="11"/>
                        <a:pt x="175"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725" name="Google Shape;10725;p73"/>
            <p:cNvGrpSpPr/>
            <p:nvPr/>
          </p:nvGrpSpPr>
          <p:grpSpPr>
            <a:xfrm>
              <a:off x="834580" y="937252"/>
              <a:ext cx="642501" cy="606585"/>
              <a:chOff x="-4345070" y="3726402"/>
              <a:chExt cx="642501" cy="606585"/>
            </a:xfrm>
          </p:grpSpPr>
          <p:sp>
            <p:nvSpPr>
              <p:cNvPr id="10726" name="Google Shape;10726;p73"/>
              <p:cNvSpPr/>
              <p:nvPr/>
            </p:nvSpPr>
            <p:spPr>
              <a:xfrm>
                <a:off x="-4345070" y="3767752"/>
                <a:ext cx="275029" cy="208137"/>
              </a:xfrm>
              <a:custGeom>
                <a:avLst/>
                <a:gdLst/>
                <a:ahLst/>
                <a:cxnLst/>
                <a:rect l="l" t="t" r="r" b="b"/>
                <a:pathLst>
                  <a:path w="2175" h="1646" extrusionOk="0">
                    <a:moveTo>
                      <a:pt x="539" y="1"/>
                    </a:moveTo>
                    <a:cubicBezTo>
                      <a:pt x="447" y="1"/>
                      <a:pt x="361" y="22"/>
                      <a:pt x="284" y="63"/>
                    </a:cubicBezTo>
                    <a:cubicBezTo>
                      <a:pt x="107" y="169"/>
                      <a:pt x="1" y="382"/>
                      <a:pt x="1" y="642"/>
                    </a:cubicBezTo>
                    <a:lnTo>
                      <a:pt x="1" y="1528"/>
                    </a:lnTo>
                    <a:cubicBezTo>
                      <a:pt x="1" y="1587"/>
                      <a:pt x="60" y="1646"/>
                      <a:pt x="119" y="1646"/>
                    </a:cubicBezTo>
                    <a:cubicBezTo>
                      <a:pt x="201" y="1646"/>
                      <a:pt x="237" y="1599"/>
                      <a:pt x="225" y="1540"/>
                    </a:cubicBezTo>
                    <a:lnTo>
                      <a:pt x="225" y="654"/>
                    </a:lnTo>
                    <a:cubicBezTo>
                      <a:pt x="225" y="465"/>
                      <a:pt x="284" y="335"/>
                      <a:pt x="390" y="276"/>
                    </a:cubicBezTo>
                    <a:cubicBezTo>
                      <a:pt x="429" y="252"/>
                      <a:pt x="476" y="239"/>
                      <a:pt x="530" y="239"/>
                    </a:cubicBezTo>
                    <a:cubicBezTo>
                      <a:pt x="611" y="239"/>
                      <a:pt x="705" y="266"/>
                      <a:pt x="804" y="323"/>
                    </a:cubicBezTo>
                    <a:lnTo>
                      <a:pt x="1985" y="996"/>
                    </a:lnTo>
                    <a:cubicBezTo>
                      <a:pt x="2004" y="1008"/>
                      <a:pt x="2024" y="1013"/>
                      <a:pt x="2044" y="1013"/>
                    </a:cubicBezTo>
                    <a:cubicBezTo>
                      <a:pt x="2086" y="1013"/>
                      <a:pt x="2127" y="989"/>
                      <a:pt x="2151" y="949"/>
                    </a:cubicBezTo>
                    <a:cubicBezTo>
                      <a:pt x="2174" y="890"/>
                      <a:pt x="2162" y="819"/>
                      <a:pt x="2103" y="795"/>
                    </a:cubicBezTo>
                    <a:lnTo>
                      <a:pt x="922" y="110"/>
                    </a:lnTo>
                    <a:cubicBezTo>
                      <a:pt x="788" y="37"/>
                      <a:pt x="658" y="1"/>
                      <a:pt x="539"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7" name="Google Shape;10727;p73"/>
              <p:cNvSpPr/>
              <p:nvPr/>
            </p:nvSpPr>
            <p:spPr>
              <a:xfrm>
                <a:off x="-4261358" y="3726402"/>
                <a:ext cx="504915" cy="413871"/>
              </a:xfrm>
              <a:custGeom>
                <a:avLst/>
                <a:gdLst/>
                <a:ahLst/>
                <a:cxnLst/>
                <a:rect l="l" t="t" r="r" b="b"/>
                <a:pathLst>
                  <a:path w="3993" h="3273" extrusionOk="0">
                    <a:moveTo>
                      <a:pt x="874" y="0"/>
                    </a:moveTo>
                    <a:cubicBezTo>
                      <a:pt x="803" y="12"/>
                      <a:pt x="709" y="24"/>
                      <a:pt x="638" y="83"/>
                    </a:cubicBezTo>
                    <a:cubicBezTo>
                      <a:pt x="626" y="83"/>
                      <a:pt x="626" y="95"/>
                      <a:pt x="614" y="95"/>
                    </a:cubicBezTo>
                    <a:cubicBezTo>
                      <a:pt x="591" y="118"/>
                      <a:pt x="579" y="118"/>
                      <a:pt x="567" y="130"/>
                    </a:cubicBezTo>
                    <a:cubicBezTo>
                      <a:pt x="555" y="142"/>
                      <a:pt x="544" y="142"/>
                      <a:pt x="544" y="154"/>
                    </a:cubicBezTo>
                    <a:cubicBezTo>
                      <a:pt x="520" y="154"/>
                      <a:pt x="520" y="177"/>
                      <a:pt x="508" y="189"/>
                    </a:cubicBezTo>
                    <a:lnTo>
                      <a:pt x="461" y="236"/>
                    </a:lnTo>
                    <a:cubicBezTo>
                      <a:pt x="402" y="295"/>
                      <a:pt x="343" y="354"/>
                      <a:pt x="295" y="414"/>
                    </a:cubicBezTo>
                    <a:lnTo>
                      <a:pt x="284" y="425"/>
                    </a:lnTo>
                    <a:cubicBezTo>
                      <a:pt x="201" y="543"/>
                      <a:pt x="118" y="673"/>
                      <a:pt x="83" y="803"/>
                    </a:cubicBezTo>
                    <a:cubicBezTo>
                      <a:pt x="36" y="945"/>
                      <a:pt x="0" y="1063"/>
                      <a:pt x="0" y="1181"/>
                    </a:cubicBezTo>
                    <a:cubicBezTo>
                      <a:pt x="0" y="1382"/>
                      <a:pt x="83" y="1512"/>
                      <a:pt x="201" y="1595"/>
                    </a:cubicBezTo>
                    <a:lnTo>
                      <a:pt x="1855" y="2552"/>
                    </a:lnTo>
                    <a:lnTo>
                      <a:pt x="3063" y="3247"/>
                    </a:lnTo>
                    <a:lnTo>
                      <a:pt x="3063" y="3247"/>
                    </a:lnTo>
                    <a:cubicBezTo>
                      <a:pt x="3025" y="3218"/>
                      <a:pt x="2995" y="3174"/>
                      <a:pt x="2977" y="3131"/>
                    </a:cubicBezTo>
                    <a:cubicBezTo>
                      <a:pt x="2942" y="3048"/>
                      <a:pt x="2930" y="2977"/>
                      <a:pt x="2930" y="2871"/>
                    </a:cubicBezTo>
                    <a:cubicBezTo>
                      <a:pt x="2930" y="2682"/>
                      <a:pt x="2989" y="2481"/>
                      <a:pt x="3095" y="2280"/>
                    </a:cubicBezTo>
                    <a:cubicBezTo>
                      <a:pt x="3095" y="2268"/>
                      <a:pt x="3107" y="2256"/>
                      <a:pt x="3107" y="2245"/>
                    </a:cubicBezTo>
                    <a:cubicBezTo>
                      <a:pt x="3119" y="2209"/>
                      <a:pt x="3142" y="2197"/>
                      <a:pt x="3154" y="2162"/>
                    </a:cubicBezTo>
                    <a:cubicBezTo>
                      <a:pt x="3178" y="2138"/>
                      <a:pt x="3202" y="2091"/>
                      <a:pt x="3225" y="2067"/>
                    </a:cubicBezTo>
                    <a:cubicBezTo>
                      <a:pt x="3331" y="1949"/>
                      <a:pt x="3438" y="1843"/>
                      <a:pt x="3556" y="1772"/>
                    </a:cubicBezTo>
                    <a:cubicBezTo>
                      <a:pt x="3580" y="1748"/>
                      <a:pt x="3627" y="1737"/>
                      <a:pt x="3650" y="1725"/>
                    </a:cubicBezTo>
                    <a:cubicBezTo>
                      <a:pt x="3707" y="1699"/>
                      <a:pt x="3764" y="1688"/>
                      <a:pt x="3818" y="1688"/>
                    </a:cubicBezTo>
                    <a:cubicBezTo>
                      <a:pt x="3864" y="1688"/>
                      <a:pt x="3907" y="1697"/>
                      <a:pt x="3946" y="1713"/>
                    </a:cubicBezTo>
                    <a:cubicBezTo>
                      <a:pt x="3969" y="1713"/>
                      <a:pt x="3981" y="1725"/>
                      <a:pt x="3981" y="1725"/>
                    </a:cubicBezTo>
                    <a:lnTo>
                      <a:pt x="3993" y="1725"/>
                    </a:lnTo>
                    <a:lnTo>
                      <a:pt x="2209" y="685"/>
                    </a:lnTo>
                    <a:lnTo>
                      <a:pt x="1087" y="36"/>
                    </a:lnTo>
                    <a:cubicBezTo>
                      <a:pt x="1087" y="36"/>
                      <a:pt x="1063" y="24"/>
                      <a:pt x="1052" y="24"/>
                    </a:cubicBezTo>
                    <a:cubicBezTo>
                      <a:pt x="1004" y="12"/>
                      <a:pt x="957" y="0"/>
                      <a:pt x="910" y="0"/>
                    </a:cubicBezTo>
                    <a:close/>
                    <a:moveTo>
                      <a:pt x="3063" y="3247"/>
                    </a:moveTo>
                    <a:lnTo>
                      <a:pt x="3063" y="3247"/>
                    </a:lnTo>
                    <a:cubicBezTo>
                      <a:pt x="3077" y="3258"/>
                      <a:pt x="3092" y="3266"/>
                      <a:pt x="3107" y="3272"/>
                    </a:cubicBezTo>
                    <a:lnTo>
                      <a:pt x="3063" y="3247"/>
                    </a:lnTo>
                    <a:close/>
                  </a:path>
                </a:pathLst>
              </a:custGeom>
              <a:solidFill>
                <a:schemeClr val="accent3"/>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8" name="Google Shape;10728;p73"/>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rgbClr val="E7A11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9" name="Google Shape;10729;p73"/>
              <p:cNvSpPr/>
              <p:nvPr/>
            </p:nvSpPr>
            <p:spPr>
              <a:xfrm>
                <a:off x="-3959643" y="3902929"/>
                <a:ext cx="203205" cy="241772"/>
              </a:xfrm>
              <a:custGeom>
                <a:avLst/>
                <a:gdLst/>
                <a:ahLst/>
                <a:cxnLst/>
                <a:rect l="l" t="t" r="r" b="b"/>
                <a:pathLst>
                  <a:path w="1607" h="1912" extrusionOk="0">
                    <a:moveTo>
                      <a:pt x="926" y="1"/>
                    </a:moveTo>
                    <a:cubicBezTo>
                      <a:pt x="866" y="1"/>
                      <a:pt x="798" y="16"/>
                      <a:pt x="721" y="45"/>
                    </a:cubicBezTo>
                    <a:lnTo>
                      <a:pt x="638" y="93"/>
                    </a:lnTo>
                    <a:cubicBezTo>
                      <a:pt x="556" y="140"/>
                      <a:pt x="485" y="199"/>
                      <a:pt x="426" y="258"/>
                    </a:cubicBezTo>
                    <a:cubicBezTo>
                      <a:pt x="178" y="506"/>
                      <a:pt x="0" y="872"/>
                      <a:pt x="0" y="1203"/>
                    </a:cubicBezTo>
                    <a:cubicBezTo>
                      <a:pt x="0" y="1404"/>
                      <a:pt x="71" y="1534"/>
                      <a:pt x="189" y="1616"/>
                    </a:cubicBezTo>
                    <a:lnTo>
                      <a:pt x="709" y="1912"/>
                    </a:lnTo>
                    <a:cubicBezTo>
                      <a:pt x="591" y="1829"/>
                      <a:pt x="520" y="1699"/>
                      <a:pt x="520" y="1498"/>
                    </a:cubicBezTo>
                    <a:cubicBezTo>
                      <a:pt x="520" y="1168"/>
                      <a:pt x="697" y="790"/>
                      <a:pt x="945" y="553"/>
                    </a:cubicBezTo>
                    <a:cubicBezTo>
                      <a:pt x="1005" y="494"/>
                      <a:pt x="1075" y="435"/>
                      <a:pt x="1146" y="388"/>
                    </a:cubicBezTo>
                    <a:lnTo>
                      <a:pt x="1241" y="341"/>
                    </a:lnTo>
                    <a:cubicBezTo>
                      <a:pt x="1312" y="317"/>
                      <a:pt x="1371" y="293"/>
                      <a:pt x="1430" y="293"/>
                    </a:cubicBezTo>
                    <a:cubicBezTo>
                      <a:pt x="1501" y="293"/>
                      <a:pt x="1560" y="317"/>
                      <a:pt x="1607" y="341"/>
                    </a:cubicBezTo>
                    <a:lnTo>
                      <a:pt x="1087" y="45"/>
                    </a:lnTo>
                    <a:cubicBezTo>
                      <a:pt x="1040" y="16"/>
                      <a:pt x="987" y="1"/>
                      <a:pt x="926"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0" name="Google Shape;10730;p73"/>
              <p:cNvSpPr/>
              <p:nvPr/>
            </p:nvSpPr>
            <p:spPr>
              <a:xfrm>
                <a:off x="-3893888" y="3940232"/>
                <a:ext cx="159959" cy="209654"/>
              </a:xfrm>
              <a:custGeom>
                <a:avLst/>
                <a:gdLst/>
                <a:ahLst/>
                <a:cxnLst/>
                <a:rect l="l" t="t" r="r" b="b"/>
                <a:pathLst>
                  <a:path w="1265" h="1658" extrusionOk="0">
                    <a:moveTo>
                      <a:pt x="917" y="0"/>
                    </a:moveTo>
                    <a:cubicBezTo>
                      <a:pt x="830" y="0"/>
                      <a:pt x="731" y="30"/>
                      <a:pt x="626" y="93"/>
                    </a:cubicBezTo>
                    <a:cubicBezTo>
                      <a:pt x="272" y="294"/>
                      <a:pt x="0" y="790"/>
                      <a:pt x="0" y="1203"/>
                    </a:cubicBezTo>
                    <a:cubicBezTo>
                      <a:pt x="0" y="1495"/>
                      <a:pt x="135" y="1657"/>
                      <a:pt x="339" y="1657"/>
                    </a:cubicBezTo>
                    <a:cubicBezTo>
                      <a:pt x="424" y="1657"/>
                      <a:pt x="522" y="1629"/>
                      <a:pt x="626" y="1570"/>
                    </a:cubicBezTo>
                    <a:cubicBezTo>
                      <a:pt x="981" y="1357"/>
                      <a:pt x="1264" y="861"/>
                      <a:pt x="1264" y="459"/>
                    </a:cubicBezTo>
                    <a:cubicBezTo>
                      <a:pt x="1264" y="168"/>
                      <a:pt x="1124" y="0"/>
                      <a:pt x="917" y="0"/>
                    </a:cubicBez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1" name="Google Shape;10731;p73"/>
              <p:cNvSpPr/>
              <p:nvPr/>
            </p:nvSpPr>
            <p:spPr>
              <a:xfrm>
                <a:off x="-3840146" y="4010034"/>
                <a:ext cx="52350" cy="66133"/>
              </a:xfrm>
              <a:custGeom>
                <a:avLst/>
                <a:gdLst/>
                <a:ahLst/>
                <a:cxnLst/>
                <a:rect l="l" t="t" r="r" b="b"/>
                <a:pathLst>
                  <a:path w="414" h="523" extrusionOk="0">
                    <a:moveTo>
                      <a:pt x="295" y="0"/>
                    </a:moveTo>
                    <a:cubicBezTo>
                      <a:pt x="267" y="0"/>
                      <a:pt x="235" y="8"/>
                      <a:pt x="201" y="25"/>
                    </a:cubicBezTo>
                    <a:cubicBezTo>
                      <a:pt x="107" y="96"/>
                      <a:pt x="12" y="261"/>
                      <a:pt x="0" y="380"/>
                    </a:cubicBezTo>
                    <a:cubicBezTo>
                      <a:pt x="0" y="472"/>
                      <a:pt x="43" y="523"/>
                      <a:pt x="109" y="523"/>
                    </a:cubicBezTo>
                    <a:cubicBezTo>
                      <a:pt x="136" y="523"/>
                      <a:pt x="167" y="515"/>
                      <a:pt x="201" y="498"/>
                    </a:cubicBezTo>
                    <a:cubicBezTo>
                      <a:pt x="319" y="427"/>
                      <a:pt x="414" y="273"/>
                      <a:pt x="414" y="143"/>
                    </a:cubicBezTo>
                    <a:cubicBezTo>
                      <a:pt x="414" y="51"/>
                      <a:pt x="366" y="0"/>
                      <a:pt x="295" y="0"/>
                    </a:cubicBezTo>
                    <a:close/>
                  </a:path>
                </a:pathLst>
              </a:cu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2" name="Google Shape;10732;p73"/>
              <p:cNvSpPr/>
              <p:nvPr/>
            </p:nvSpPr>
            <p:spPr>
              <a:xfrm>
                <a:off x="-4262876" y="3728173"/>
                <a:ext cx="204723" cy="238738"/>
              </a:xfrm>
              <a:custGeom>
                <a:avLst/>
                <a:gdLst/>
                <a:ahLst/>
                <a:cxnLst/>
                <a:rect l="l" t="t" r="r" b="b"/>
                <a:pathLst>
                  <a:path w="1619" h="1888" extrusionOk="0">
                    <a:moveTo>
                      <a:pt x="920" y="1"/>
                    </a:moveTo>
                    <a:cubicBezTo>
                      <a:pt x="857" y="1"/>
                      <a:pt x="786" y="16"/>
                      <a:pt x="709" y="45"/>
                    </a:cubicBezTo>
                    <a:cubicBezTo>
                      <a:pt x="697" y="57"/>
                      <a:pt x="674" y="69"/>
                      <a:pt x="638" y="81"/>
                    </a:cubicBezTo>
                    <a:cubicBezTo>
                      <a:pt x="567" y="128"/>
                      <a:pt x="496" y="175"/>
                      <a:pt x="414" y="246"/>
                    </a:cubicBezTo>
                    <a:cubicBezTo>
                      <a:pt x="178" y="482"/>
                      <a:pt x="0" y="872"/>
                      <a:pt x="0" y="1179"/>
                    </a:cubicBezTo>
                    <a:cubicBezTo>
                      <a:pt x="0" y="1380"/>
                      <a:pt x="83" y="1522"/>
                      <a:pt x="201" y="1593"/>
                    </a:cubicBezTo>
                    <a:lnTo>
                      <a:pt x="709" y="1888"/>
                    </a:lnTo>
                    <a:cubicBezTo>
                      <a:pt x="591" y="1817"/>
                      <a:pt x="520" y="1675"/>
                      <a:pt x="520" y="1475"/>
                    </a:cubicBezTo>
                    <a:cubicBezTo>
                      <a:pt x="508" y="1167"/>
                      <a:pt x="685" y="789"/>
                      <a:pt x="934" y="541"/>
                    </a:cubicBezTo>
                    <a:cubicBezTo>
                      <a:pt x="1004" y="482"/>
                      <a:pt x="1087" y="423"/>
                      <a:pt x="1158" y="376"/>
                    </a:cubicBezTo>
                    <a:lnTo>
                      <a:pt x="1241" y="340"/>
                    </a:lnTo>
                    <a:cubicBezTo>
                      <a:pt x="1317" y="311"/>
                      <a:pt x="1385" y="296"/>
                      <a:pt x="1447" y="296"/>
                    </a:cubicBezTo>
                    <a:cubicBezTo>
                      <a:pt x="1509" y="296"/>
                      <a:pt x="1566" y="311"/>
                      <a:pt x="1619" y="340"/>
                    </a:cubicBezTo>
                    <a:lnTo>
                      <a:pt x="1087" y="45"/>
                    </a:lnTo>
                    <a:cubicBezTo>
                      <a:pt x="1040" y="16"/>
                      <a:pt x="984" y="1"/>
                      <a:pt x="920"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3" name="Google Shape;10733;p73"/>
              <p:cNvSpPr/>
              <p:nvPr/>
            </p:nvSpPr>
            <p:spPr>
              <a:xfrm>
                <a:off x="-4206099" y="3735254"/>
                <a:ext cx="404893" cy="237726"/>
              </a:xfrm>
              <a:custGeom>
                <a:avLst/>
                <a:gdLst/>
                <a:ahLst/>
                <a:cxnLst/>
                <a:rect l="l" t="t" r="r" b="b"/>
                <a:pathLst>
                  <a:path w="3202" h="1880" extrusionOk="0">
                    <a:moveTo>
                      <a:pt x="296" y="1"/>
                    </a:moveTo>
                    <a:cubicBezTo>
                      <a:pt x="284" y="13"/>
                      <a:pt x="248" y="25"/>
                      <a:pt x="225" y="48"/>
                    </a:cubicBezTo>
                    <a:cubicBezTo>
                      <a:pt x="142" y="84"/>
                      <a:pt x="71" y="131"/>
                      <a:pt x="0" y="202"/>
                    </a:cubicBezTo>
                    <a:lnTo>
                      <a:pt x="520" y="497"/>
                    </a:lnTo>
                    <a:lnTo>
                      <a:pt x="2386" y="1584"/>
                    </a:lnTo>
                    <a:lnTo>
                      <a:pt x="2906" y="1879"/>
                    </a:lnTo>
                    <a:cubicBezTo>
                      <a:pt x="2965" y="1820"/>
                      <a:pt x="3036" y="1761"/>
                      <a:pt x="3119" y="1714"/>
                    </a:cubicBezTo>
                    <a:lnTo>
                      <a:pt x="3202" y="1667"/>
                    </a:lnTo>
                    <a:lnTo>
                      <a:pt x="2682" y="1371"/>
                    </a:lnTo>
                    <a:lnTo>
                      <a:pt x="815" y="296"/>
                    </a:lnTo>
                    <a:lnTo>
                      <a:pt x="296"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4" name="Google Shape;10734;p73"/>
              <p:cNvSpPr/>
              <p:nvPr/>
            </p:nvSpPr>
            <p:spPr>
              <a:xfrm>
                <a:off x="-3826742" y="4028116"/>
                <a:ext cx="124174" cy="304871"/>
              </a:xfrm>
              <a:custGeom>
                <a:avLst/>
                <a:gdLst/>
                <a:ahLst/>
                <a:cxnLst/>
                <a:rect l="l" t="t" r="r" b="b"/>
                <a:pathLst>
                  <a:path w="982" h="2411" extrusionOk="0">
                    <a:moveTo>
                      <a:pt x="132" y="1"/>
                    </a:moveTo>
                    <a:cubicBezTo>
                      <a:pt x="89" y="1"/>
                      <a:pt x="49" y="19"/>
                      <a:pt x="24" y="59"/>
                    </a:cubicBezTo>
                    <a:cubicBezTo>
                      <a:pt x="1" y="118"/>
                      <a:pt x="13" y="189"/>
                      <a:pt x="72" y="225"/>
                    </a:cubicBezTo>
                    <a:cubicBezTo>
                      <a:pt x="438" y="426"/>
                      <a:pt x="745" y="981"/>
                      <a:pt x="745" y="1406"/>
                    </a:cubicBezTo>
                    <a:lnTo>
                      <a:pt x="745" y="2292"/>
                    </a:lnTo>
                    <a:cubicBezTo>
                      <a:pt x="745" y="2351"/>
                      <a:pt x="804" y="2410"/>
                      <a:pt x="863" y="2410"/>
                    </a:cubicBezTo>
                    <a:cubicBezTo>
                      <a:pt x="922" y="2410"/>
                      <a:pt x="981" y="2363"/>
                      <a:pt x="981" y="2292"/>
                    </a:cubicBezTo>
                    <a:lnTo>
                      <a:pt x="981" y="1406"/>
                    </a:lnTo>
                    <a:cubicBezTo>
                      <a:pt x="981" y="886"/>
                      <a:pt x="627" y="260"/>
                      <a:pt x="190" y="12"/>
                    </a:cubicBezTo>
                    <a:cubicBezTo>
                      <a:pt x="171" y="5"/>
                      <a:pt x="151" y="1"/>
                      <a:pt x="132"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5" name="Google Shape;10735;p73"/>
              <p:cNvSpPr/>
              <p:nvPr/>
            </p:nvSpPr>
            <p:spPr>
              <a:xfrm>
                <a:off x="-4110501" y="3813275"/>
                <a:ext cx="145038" cy="207504"/>
              </a:xfrm>
              <a:custGeom>
                <a:avLst/>
                <a:gdLst/>
                <a:ahLst/>
                <a:cxnLst/>
                <a:rect l="l" t="t" r="r" b="b"/>
                <a:pathLst>
                  <a:path w="1147" h="1641" extrusionOk="0">
                    <a:moveTo>
                      <a:pt x="1111" y="60"/>
                    </a:moveTo>
                    <a:lnTo>
                      <a:pt x="1146" y="81"/>
                    </a:lnTo>
                    <a:cubicBezTo>
                      <a:pt x="1134" y="72"/>
                      <a:pt x="1122" y="65"/>
                      <a:pt x="1111" y="60"/>
                    </a:cubicBezTo>
                    <a:close/>
                    <a:moveTo>
                      <a:pt x="918" y="1"/>
                    </a:moveTo>
                    <a:cubicBezTo>
                      <a:pt x="829" y="1"/>
                      <a:pt x="730" y="31"/>
                      <a:pt x="626" y="93"/>
                    </a:cubicBezTo>
                    <a:cubicBezTo>
                      <a:pt x="272" y="294"/>
                      <a:pt x="0" y="790"/>
                      <a:pt x="0" y="1203"/>
                    </a:cubicBezTo>
                    <a:cubicBezTo>
                      <a:pt x="0" y="1333"/>
                      <a:pt x="24" y="1416"/>
                      <a:pt x="71" y="1510"/>
                    </a:cubicBezTo>
                    <a:cubicBezTo>
                      <a:pt x="83" y="1522"/>
                      <a:pt x="83" y="1534"/>
                      <a:pt x="95" y="1558"/>
                    </a:cubicBezTo>
                    <a:lnTo>
                      <a:pt x="130" y="1581"/>
                    </a:lnTo>
                    <a:cubicBezTo>
                      <a:pt x="142" y="1593"/>
                      <a:pt x="154" y="1593"/>
                      <a:pt x="177" y="1617"/>
                    </a:cubicBezTo>
                    <a:lnTo>
                      <a:pt x="237" y="1640"/>
                    </a:lnTo>
                    <a:cubicBezTo>
                      <a:pt x="107" y="1569"/>
                      <a:pt x="36" y="1439"/>
                      <a:pt x="36" y="1227"/>
                    </a:cubicBezTo>
                    <a:cubicBezTo>
                      <a:pt x="36" y="825"/>
                      <a:pt x="319" y="329"/>
                      <a:pt x="674" y="116"/>
                    </a:cubicBezTo>
                    <a:cubicBezTo>
                      <a:pt x="744" y="81"/>
                      <a:pt x="804" y="57"/>
                      <a:pt x="863" y="45"/>
                    </a:cubicBezTo>
                    <a:cubicBezTo>
                      <a:pt x="886" y="45"/>
                      <a:pt x="910" y="34"/>
                      <a:pt x="922" y="34"/>
                    </a:cubicBezTo>
                    <a:lnTo>
                      <a:pt x="981" y="34"/>
                    </a:lnTo>
                    <a:cubicBezTo>
                      <a:pt x="1042" y="42"/>
                      <a:pt x="1077" y="45"/>
                      <a:pt x="1111" y="60"/>
                    </a:cubicBezTo>
                    <a:lnTo>
                      <a:pt x="1111" y="60"/>
                    </a:lnTo>
                    <a:lnTo>
                      <a:pt x="1087" y="45"/>
                    </a:lnTo>
                    <a:cubicBezTo>
                      <a:pt x="1038" y="16"/>
                      <a:pt x="981" y="1"/>
                      <a:pt x="918"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6" name="Google Shape;10736;p73"/>
              <p:cNvSpPr/>
              <p:nvPr/>
            </p:nvSpPr>
            <p:spPr>
              <a:xfrm>
                <a:off x="-4011994" y="3871569"/>
                <a:ext cx="145038" cy="207378"/>
              </a:xfrm>
              <a:custGeom>
                <a:avLst/>
                <a:gdLst/>
                <a:ahLst/>
                <a:cxnLst/>
                <a:rect l="l" t="t" r="r" b="b"/>
                <a:pathLst>
                  <a:path w="1147" h="1640" extrusionOk="0">
                    <a:moveTo>
                      <a:pt x="923" y="1"/>
                    </a:moveTo>
                    <a:cubicBezTo>
                      <a:pt x="838" y="1"/>
                      <a:pt x="742" y="30"/>
                      <a:pt x="639" y="92"/>
                    </a:cubicBezTo>
                    <a:cubicBezTo>
                      <a:pt x="284" y="293"/>
                      <a:pt x="1" y="778"/>
                      <a:pt x="1" y="1191"/>
                    </a:cubicBezTo>
                    <a:cubicBezTo>
                      <a:pt x="1" y="1333"/>
                      <a:pt x="25" y="1416"/>
                      <a:pt x="72" y="1510"/>
                    </a:cubicBezTo>
                    <a:cubicBezTo>
                      <a:pt x="84" y="1522"/>
                      <a:pt x="84" y="1534"/>
                      <a:pt x="107" y="1545"/>
                    </a:cubicBezTo>
                    <a:lnTo>
                      <a:pt x="131" y="1581"/>
                    </a:lnTo>
                    <a:cubicBezTo>
                      <a:pt x="131" y="1581"/>
                      <a:pt x="166" y="1593"/>
                      <a:pt x="178" y="1605"/>
                    </a:cubicBezTo>
                    <a:lnTo>
                      <a:pt x="237" y="1640"/>
                    </a:lnTo>
                    <a:cubicBezTo>
                      <a:pt x="119" y="1569"/>
                      <a:pt x="48" y="1427"/>
                      <a:pt x="48" y="1227"/>
                    </a:cubicBezTo>
                    <a:cubicBezTo>
                      <a:pt x="48" y="825"/>
                      <a:pt x="320" y="329"/>
                      <a:pt x="674" y="116"/>
                    </a:cubicBezTo>
                    <a:cubicBezTo>
                      <a:pt x="757" y="69"/>
                      <a:pt x="804" y="57"/>
                      <a:pt x="875" y="45"/>
                    </a:cubicBezTo>
                    <a:cubicBezTo>
                      <a:pt x="887" y="45"/>
                      <a:pt x="911" y="33"/>
                      <a:pt x="934" y="33"/>
                    </a:cubicBezTo>
                    <a:lnTo>
                      <a:pt x="981" y="33"/>
                    </a:lnTo>
                    <a:cubicBezTo>
                      <a:pt x="1064" y="45"/>
                      <a:pt x="1111" y="57"/>
                      <a:pt x="1147" y="69"/>
                    </a:cubicBezTo>
                    <a:lnTo>
                      <a:pt x="1088" y="45"/>
                    </a:lnTo>
                    <a:cubicBezTo>
                      <a:pt x="1039" y="16"/>
                      <a:pt x="983" y="1"/>
                      <a:pt x="923" y="1"/>
                    </a:cubicBezTo>
                    <a:close/>
                  </a:path>
                </a:pathLst>
              </a:custGeom>
              <a:solidFill>
                <a:srgbClr val="D81E18"/>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7" name="Google Shape;10737;p73"/>
              <p:cNvSpPr/>
              <p:nvPr/>
            </p:nvSpPr>
            <p:spPr>
              <a:xfrm>
                <a:off x="-4176256" y="3775971"/>
                <a:ext cx="145038" cy="207378"/>
              </a:xfrm>
              <a:custGeom>
                <a:avLst/>
                <a:gdLst/>
                <a:ahLst/>
                <a:cxnLst/>
                <a:rect l="l" t="t" r="r" b="b"/>
                <a:pathLst>
                  <a:path w="1147" h="1640" extrusionOk="0">
                    <a:moveTo>
                      <a:pt x="1088" y="46"/>
                    </a:moveTo>
                    <a:lnTo>
                      <a:pt x="1146" y="81"/>
                    </a:lnTo>
                    <a:cubicBezTo>
                      <a:pt x="1130" y="64"/>
                      <a:pt x="1112" y="53"/>
                      <a:pt x="1088" y="46"/>
                    </a:cubicBezTo>
                    <a:close/>
                    <a:moveTo>
                      <a:pt x="922" y="0"/>
                    </a:moveTo>
                    <a:cubicBezTo>
                      <a:pt x="837" y="0"/>
                      <a:pt x="742" y="30"/>
                      <a:pt x="638" y="92"/>
                    </a:cubicBezTo>
                    <a:cubicBezTo>
                      <a:pt x="284" y="293"/>
                      <a:pt x="0" y="789"/>
                      <a:pt x="0" y="1203"/>
                    </a:cubicBezTo>
                    <a:cubicBezTo>
                      <a:pt x="0" y="1333"/>
                      <a:pt x="24" y="1415"/>
                      <a:pt x="71" y="1510"/>
                    </a:cubicBezTo>
                    <a:cubicBezTo>
                      <a:pt x="83" y="1522"/>
                      <a:pt x="83" y="1534"/>
                      <a:pt x="107" y="1557"/>
                    </a:cubicBezTo>
                    <a:lnTo>
                      <a:pt x="130" y="1581"/>
                    </a:lnTo>
                    <a:cubicBezTo>
                      <a:pt x="142" y="1593"/>
                      <a:pt x="166" y="1593"/>
                      <a:pt x="178" y="1616"/>
                    </a:cubicBezTo>
                    <a:lnTo>
                      <a:pt x="237" y="1640"/>
                    </a:lnTo>
                    <a:cubicBezTo>
                      <a:pt x="119" y="1569"/>
                      <a:pt x="36" y="1439"/>
                      <a:pt x="36" y="1226"/>
                    </a:cubicBezTo>
                    <a:cubicBezTo>
                      <a:pt x="36" y="825"/>
                      <a:pt x="319" y="329"/>
                      <a:pt x="674" y="116"/>
                    </a:cubicBezTo>
                    <a:cubicBezTo>
                      <a:pt x="757" y="81"/>
                      <a:pt x="804" y="57"/>
                      <a:pt x="875" y="45"/>
                    </a:cubicBezTo>
                    <a:cubicBezTo>
                      <a:pt x="886" y="45"/>
                      <a:pt x="910" y="33"/>
                      <a:pt x="922" y="33"/>
                    </a:cubicBezTo>
                    <a:lnTo>
                      <a:pt x="981" y="33"/>
                    </a:lnTo>
                    <a:cubicBezTo>
                      <a:pt x="1026" y="33"/>
                      <a:pt x="1060" y="37"/>
                      <a:pt x="1088" y="46"/>
                    </a:cubicBezTo>
                    <a:lnTo>
                      <a:pt x="1088" y="46"/>
                    </a:lnTo>
                    <a:lnTo>
                      <a:pt x="1087" y="45"/>
                    </a:lnTo>
                    <a:cubicBezTo>
                      <a:pt x="1038" y="16"/>
                      <a:pt x="983" y="0"/>
                      <a:pt x="922" y="0"/>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8" name="Google Shape;10738;p73"/>
              <p:cNvSpPr/>
              <p:nvPr/>
            </p:nvSpPr>
            <p:spPr>
              <a:xfrm>
                <a:off x="-4146413" y="3792410"/>
                <a:ext cx="145038" cy="207378"/>
              </a:xfrm>
              <a:custGeom>
                <a:avLst/>
                <a:gdLst/>
                <a:ahLst/>
                <a:cxnLst/>
                <a:rect l="l" t="t" r="r" b="b"/>
                <a:pathLst>
                  <a:path w="1147" h="1640" extrusionOk="0">
                    <a:moveTo>
                      <a:pt x="922" y="0"/>
                    </a:moveTo>
                    <a:cubicBezTo>
                      <a:pt x="838" y="0"/>
                      <a:pt x="742" y="30"/>
                      <a:pt x="639" y="92"/>
                    </a:cubicBezTo>
                    <a:cubicBezTo>
                      <a:pt x="284" y="305"/>
                      <a:pt x="1" y="789"/>
                      <a:pt x="1" y="1203"/>
                    </a:cubicBezTo>
                    <a:cubicBezTo>
                      <a:pt x="1" y="1333"/>
                      <a:pt x="24" y="1427"/>
                      <a:pt x="72" y="1510"/>
                    </a:cubicBezTo>
                    <a:cubicBezTo>
                      <a:pt x="83" y="1522"/>
                      <a:pt x="83" y="1545"/>
                      <a:pt x="95" y="1557"/>
                    </a:cubicBezTo>
                    <a:lnTo>
                      <a:pt x="131" y="1581"/>
                    </a:lnTo>
                    <a:cubicBezTo>
                      <a:pt x="143" y="1604"/>
                      <a:pt x="154" y="1604"/>
                      <a:pt x="178" y="1616"/>
                    </a:cubicBezTo>
                    <a:lnTo>
                      <a:pt x="237" y="1640"/>
                    </a:lnTo>
                    <a:cubicBezTo>
                      <a:pt x="119" y="1569"/>
                      <a:pt x="36" y="1439"/>
                      <a:pt x="36" y="1226"/>
                    </a:cubicBezTo>
                    <a:cubicBezTo>
                      <a:pt x="36" y="837"/>
                      <a:pt x="320" y="329"/>
                      <a:pt x="674" y="128"/>
                    </a:cubicBezTo>
                    <a:cubicBezTo>
                      <a:pt x="745" y="81"/>
                      <a:pt x="804" y="69"/>
                      <a:pt x="863" y="45"/>
                    </a:cubicBezTo>
                    <a:cubicBezTo>
                      <a:pt x="887" y="45"/>
                      <a:pt x="910" y="45"/>
                      <a:pt x="922" y="33"/>
                    </a:cubicBezTo>
                    <a:lnTo>
                      <a:pt x="981" y="33"/>
                    </a:lnTo>
                    <a:cubicBezTo>
                      <a:pt x="1064" y="45"/>
                      <a:pt x="1111" y="69"/>
                      <a:pt x="1147" y="81"/>
                    </a:cubicBezTo>
                    <a:lnTo>
                      <a:pt x="1088" y="45"/>
                    </a:lnTo>
                    <a:cubicBezTo>
                      <a:pt x="1038" y="16"/>
                      <a:pt x="983" y="0"/>
                      <a:pt x="922" y="0"/>
                    </a:cubicBezTo>
                    <a:close/>
                  </a:path>
                </a:pathLst>
              </a:cu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39" name="Google Shape;10739;p73"/>
            <p:cNvGrpSpPr/>
            <p:nvPr/>
          </p:nvGrpSpPr>
          <p:grpSpPr>
            <a:xfrm>
              <a:off x="823386" y="3491657"/>
              <a:ext cx="664880" cy="790316"/>
              <a:chOff x="-2482589" y="3634532"/>
              <a:chExt cx="664880" cy="790316"/>
            </a:xfrm>
          </p:grpSpPr>
          <p:sp>
            <p:nvSpPr>
              <p:cNvPr id="10740" name="Google Shape;10740;p73"/>
              <p:cNvSpPr/>
              <p:nvPr/>
            </p:nvSpPr>
            <p:spPr>
              <a:xfrm>
                <a:off x="-2430238" y="3857088"/>
                <a:ext cx="47925" cy="403375"/>
              </a:xfrm>
              <a:custGeom>
                <a:avLst/>
                <a:gdLst/>
                <a:ahLst/>
                <a:cxnLst/>
                <a:rect l="l" t="t" r="r" b="b"/>
                <a:pathLst>
                  <a:path w="379" h="3190" extrusionOk="0">
                    <a:moveTo>
                      <a:pt x="0" y="0"/>
                    </a:moveTo>
                    <a:lnTo>
                      <a:pt x="0" y="3001"/>
                    </a:lnTo>
                    <a:cubicBezTo>
                      <a:pt x="0" y="3107"/>
                      <a:pt x="83" y="3190"/>
                      <a:pt x="189" y="3190"/>
                    </a:cubicBezTo>
                    <a:cubicBezTo>
                      <a:pt x="295" y="3190"/>
                      <a:pt x="378" y="3095"/>
                      <a:pt x="378" y="3001"/>
                    </a:cubicBezTo>
                    <a:lnTo>
                      <a:pt x="378"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1" name="Google Shape;10741;p73"/>
              <p:cNvSpPr/>
              <p:nvPr/>
            </p:nvSpPr>
            <p:spPr>
              <a:xfrm>
                <a:off x="-2174805" y="3857088"/>
                <a:ext cx="49315" cy="551322"/>
              </a:xfrm>
              <a:custGeom>
                <a:avLst/>
                <a:gdLst/>
                <a:ahLst/>
                <a:cxnLst/>
                <a:rect l="l" t="t" r="r" b="b"/>
                <a:pathLst>
                  <a:path w="390" h="4360" extrusionOk="0">
                    <a:moveTo>
                      <a:pt x="0" y="0"/>
                    </a:moveTo>
                    <a:lnTo>
                      <a:pt x="0" y="4170"/>
                    </a:lnTo>
                    <a:cubicBezTo>
                      <a:pt x="0" y="4265"/>
                      <a:pt x="95" y="4359"/>
                      <a:pt x="189" y="4359"/>
                    </a:cubicBezTo>
                    <a:cubicBezTo>
                      <a:pt x="295" y="4359"/>
                      <a:pt x="390" y="4265"/>
                      <a:pt x="390" y="4170"/>
                    </a:cubicBezTo>
                    <a:lnTo>
                      <a:pt x="390" y="0"/>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2" name="Google Shape;10742;p73"/>
              <p:cNvSpPr/>
              <p:nvPr/>
            </p:nvSpPr>
            <p:spPr>
              <a:xfrm>
                <a:off x="-1919371" y="3857088"/>
                <a:ext cx="49442" cy="403375"/>
              </a:xfrm>
              <a:custGeom>
                <a:avLst/>
                <a:gdLst/>
                <a:ahLst/>
                <a:cxnLst/>
                <a:rect l="l" t="t" r="r" b="b"/>
                <a:pathLst>
                  <a:path w="391" h="3190" extrusionOk="0">
                    <a:moveTo>
                      <a:pt x="0" y="0"/>
                    </a:moveTo>
                    <a:lnTo>
                      <a:pt x="0" y="3001"/>
                    </a:lnTo>
                    <a:cubicBezTo>
                      <a:pt x="0" y="3107"/>
                      <a:pt x="95" y="3190"/>
                      <a:pt x="201" y="3190"/>
                    </a:cubicBezTo>
                    <a:cubicBezTo>
                      <a:pt x="296" y="3190"/>
                      <a:pt x="390" y="3095"/>
                      <a:pt x="390" y="3001"/>
                    </a:cubicBezTo>
                    <a:lnTo>
                      <a:pt x="39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3" name="Google Shape;10743;p73"/>
              <p:cNvSpPr/>
              <p:nvPr/>
            </p:nvSpPr>
            <p:spPr>
              <a:xfrm>
                <a:off x="-2174805" y="3873526"/>
                <a:ext cx="49315" cy="551322"/>
              </a:xfrm>
              <a:custGeom>
                <a:avLst/>
                <a:gdLst/>
                <a:ahLst/>
                <a:cxnLst/>
                <a:rect l="l" t="t" r="r" b="b"/>
                <a:pathLst>
                  <a:path w="390" h="4360" extrusionOk="0">
                    <a:moveTo>
                      <a:pt x="0" y="0"/>
                    </a:moveTo>
                    <a:lnTo>
                      <a:pt x="0" y="4170"/>
                    </a:lnTo>
                    <a:cubicBezTo>
                      <a:pt x="0" y="4277"/>
                      <a:pt x="95" y="4359"/>
                      <a:pt x="189" y="4359"/>
                    </a:cubicBezTo>
                    <a:cubicBezTo>
                      <a:pt x="295" y="4359"/>
                      <a:pt x="390" y="4265"/>
                      <a:pt x="390" y="4170"/>
                    </a:cubicBezTo>
                    <a:lnTo>
                      <a:pt x="390" y="0"/>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4" name="Google Shape;10744;p73"/>
              <p:cNvSpPr/>
              <p:nvPr/>
            </p:nvSpPr>
            <p:spPr>
              <a:xfrm>
                <a:off x="-2150905" y="3827118"/>
                <a:ext cx="333196" cy="378086"/>
              </a:xfrm>
              <a:custGeom>
                <a:avLst/>
                <a:gdLst/>
                <a:ahLst/>
                <a:cxnLst/>
                <a:rect l="l" t="t" r="r" b="b"/>
                <a:pathLst>
                  <a:path w="2635" h="2990" extrusionOk="0">
                    <a:moveTo>
                      <a:pt x="2634" y="1"/>
                    </a:moveTo>
                    <a:lnTo>
                      <a:pt x="0" y="1525"/>
                    </a:lnTo>
                    <a:lnTo>
                      <a:pt x="0" y="2990"/>
                    </a:lnTo>
                    <a:lnTo>
                      <a:pt x="2623" y="1466"/>
                    </a:lnTo>
                    <a:lnTo>
                      <a:pt x="2634" y="1"/>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5" name="Google Shape;10745;p73"/>
              <p:cNvSpPr/>
              <p:nvPr/>
            </p:nvSpPr>
            <p:spPr>
              <a:xfrm>
                <a:off x="-2482589" y="3827118"/>
                <a:ext cx="331805" cy="378086"/>
              </a:xfrm>
              <a:custGeom>
                <a:avLst/>
                <a:gdLst/>
                <a:ahLst/>
                <a:cxnLst/>
                <a:rect l="l" t="t" r="r" b="b"/>
                <a:pathLst>
                  <a:path w="2624" h="2990" extrusionOk="0">
                    <a:moveTo>
                      <a:pt x="1" y="1"/>
                    </a:moveTo>
                    <a:lnTo>
                      <a:pt x="1" y="1466"/>
                    </a:lnTo>
                    <a:lnTo>
                      <a:pt x="2623" y="2990"/>
                    </a:lnTo>
                    <a:lnTo>
                      <a:pt x="2623" y="1525"/>
                    </a:lnTo>
                    <a:lnTo>
                      <a:pt x="1" y="1"/>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6" name="Google Shape;10746;p73"/>
              <p:cNvSpPr/>
              <p:nvPr/>
            </p:nvSpPr>
            <p:spPr>
              <a:xfrm>
                <a:off x="-2482589" y="3634532"/>
                <a:ext cx="664874" cy="385420"/>
              </a:xfrm>
              <a:custGeom>
                <a:avLst/>
                <a:gdLst/>
                <a:ahLst/>
                <a:cxnLst/>
                <a:rect l="l" t="t" r="r" b="b"/>
                <a:pathLst>
                  <a:path w="5258" h="3048" extrusionOk="0">
                    <a:moveTo>
                      <a:pt x="2611" y="0"/>
                    </a:moveTo>
                    <a:lnTo>
                      <a:pt x="1" y="1524"/>
                    </a:lnTo>
                    <a:lnTo>
                      <a:pt x="2623" y="3048"/>
                    </a:lnTo>
                    <a:lnTo>
                      <a:pt x="5257" y="1524"/>
                    </a:lnTo>
                    <a:lnTo>
                      <a:pt x="2611" y="0"/>
                    </a:ln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7" name="Google Shape;10747;p73"/>
              <p:cNvSpPr/>
              <p:nvPr/>
            </p:nvSpPr>
            <p:spPr>
              <a:xfrm>
                <a:off x="-2437825" y="3661340"/>
                <a:ext cx="321309" cy="185376"/>
              </a:xfrm>
              <a:custGeom>
                <a:avLst/>
                <a:gdLst/>
                <a:ahLst/>
                <a:cxnLst/>
                <a:rect l="l" t="t" r="r" b="b"/>
                <a:pathLst>
                  <a:path w="2541" h="1466" extrusionOk="0">
                    <a:moveTo>
                      <a:pt x="2293" y="1"/>
                    </a:moveTo>
                    <a:lnTo>
                      <a:pt x="1" y="1312"/>
                    </a:lnTo>
                    <a:lnTo>
                      <a:pt x="249" y="1466"/>
                    </a:lnTo>
                    <a:lnTo>
                      <a:pt x="2541" y="131"/>
                    </a:lnTo>
                    <a:lnTo>
                      <a:pt x="2293"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8" name="Google Shape;10748;p73"/>
              <p:cNvSpPr/>
              <p:nvPr/>
            </p:nvSpPr>
            <p:spPr>
              <a:xfrm>
                <a:off x="-2349688" y="3801828"/>
                <a:ext cx="213827" cy="122530"/>
              </a:xfrm>
              <a:custGeom>
                <a:avLst/>
                <a:gdLst/>
                <a:ahLst/>
                <a:cxnLst/>
                <a:rect l="l" t="t" r="r" b="b"/>
                <a:pathLst>
                  <a:path w="1691" h="969" extrusionOk="0">
                    <a:moveTo>
                      <a:pt x="1064" y="0"/>
                    </a:moveTo>
                    <a:lnTo>
                      <a:pt x="1" y="603"/>
                    </a:lnTo>
                    <a:lnTo>
                      <a:pt x="627" y="969"/>
                    </a:lnTo>
                    <a:lnTo>
                      <a:pt x="1690" y="355"/>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9" name="Google Shape;10749;p73"/>
              <p:cNvSpPr/>
              <p:nvPr/>
            </p:nvSpPr>
            <p:spPr>
              <a:xfrm>
                <a:off x="-2392935" y="3774894"/>
                <a:ext cx="164385" cy="95723"/>
              </a:xfrm>
              <a:custGeom>
                <a:avLst/>
                <a:gdLst/>
                <a:ahLst/>
                <a:cxnLst/>
                <a:rect l="l" t="t" r="r" b="b"/>
                <a:pathLst>
                  <a:path w="1300" h="757" extrusionOk="0">
                    <a:moveTo>
                      <a:pt x="1064" y="1"/>
                    </a:moveTo>
                    <a:lnTo>
                      <a:pt x="0" y="615"/>
                    </a:lnTo>
                    <a:lnTo>
                      <a:pt x="237" y="757"/>
                    </a:lnTo>
                    <a:lnTo>
                      <a:pt x="1300" y="154"/>
                    </a:lnTo>
                    <a:lnTo>
                      <a:pt x="1064"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0" name="Google Shape;10750;p73"/>
              <p:cNvSpPr/>
              <p:nvPr/>
            </p:nvSpPr>
            <p:spPr>
              <a:xfrm>
                <a:off x="-2240560" y="3685239"/>
                <a:ext cx="167420" cy="97240"/>
              </a:xfrm>
              <a:custGeom>
                <a:avLst/>
                <a:gdLst/>
                <a:ahLst/>
                <a:cxnLst/>
                <a:rect l="l" t="t" r="r" b="b"/>
                <a:pathLst>
                  <a:path w="1324" h="769" extrusionOk="0">
                    <a:moveTo>
                      <a:pt x="1064" y="1"/>
                    </a:moveTo>
                    <a:lnTo>
                      <a:pt x="0" y="627"/>
                    </a:lnTo>
                    <a:lnTo>
                      <a:pt x="260" y="769"/>
                    </a:lnTo>
                    <a:lnTo>
                      <a:pt x="1323" y="154"/>
                    </a:lnTo>
                    <a:lnTo>
                      <a:pt x="1064"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1" name="Google Shape;10751;p73"/>
              <p:cNvSpPr/>
              <p:nvPr/>
            </p:nvSpPr>
            <p:spPr>
              <a:xfrm>
                <a:off x="-2195796" y="3712174"/>
                <a:ext cx="167420" cy="94205"/>
              </a:xfrm>
              <a:custGeom>
                <a:avLst/>
                <a:gdLst/>
                <a:ahLst/>
                <a:cxnLst/>
                <a:rect l="l" t="t" r="r" b="b"/>
                <a:pathLst>
                  <a:path w="1324" h="745" extrusionOk="0">
                    <a:moveTo>
                      <a:pt x="1064" y="0"/>
                    </a:moveTo>
                    <a:lnTo>
                      <a:pt x="1" y="615"/>
                    </a:lnTo>
                    <a:lnTo>
                      <a:pt x="261" y="745"/>
                    </a:lnTo>
                    <a:lnTo>
                      <a:pt x="1324" y="142"/>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2" name="Google Shape;10752;p73"/>
              <p:cNvSpPr/>
              <p:nvPr/>
            </p:nvSpPr>
            <p:spPr>
              <a:xfrm>
                <a:off x="-2146479" y="3739108"/>
                <a:ext cx="164511" cy="95723"/>
              </a:xfrm>
              <a:custGeom>
                <a:avLst/>
                <a:gdLst/>
                <a:ahLst/>
                <a:cxnLst/>
                <a:rect l="l" t="t" r="r" b="b"/>
                <a:pathLst>
                  <a:path w="1301" h="757" extrusionOk="0">
                    <a:moveTo>
                      <a:pt x="1064" y="0"/>
                    </a:moveTo>
                    <a:lnTo>
                      <a:pt x="1" y="602"/>
                    </a:lnTo>
                    <a:lnTo>
                      <a:pt x="237" y="756"/>
                    </a:lnTo>
                    <a:lnTo>
                      <a:pt x="1300" y="142"/>
                    </a:lnTo>
                    <a:lnTo>
                      <a:pt x="1064" y="0"/>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3" name="Google Shape;10753;p73"/>
              <p:cNvSpPr/>
              <p:nvPr/>
            </p:nvSpPr>
            <p:spPr>
              <a:xfrm>
                <a:off x="-2031408" y="3754029"/>
                <a:ext cx="159959" cy="122530"/>
              </a:xfrm>
              <a:custGeom>
                <a:avLst/>
                <a:gdLst/>
                <a:ahLst/>
                <a:cxnLst/>
                <a:rect l="l" t="t" r="r" b="b"/>
                <a:pathLst>
                  <a:path w="1265" h="969" extrusionOk="0">
                    <a:moveTo>
                      <a:pt x="0" y="0"/>
                    </a:moveTo>
                    <a:lnTo>
                      <a:pt x="0" y="591"/>
                    </a:lnTo>
                    <a:cubicBezTo>
                      <a:pt x="0" y="697"/>
                      <a:pt x="83" y="792"/>
                      <a:pt x="201" y="862"/>
                    </a:cubicBezTo>
                    <a:cubicBezTo>
                      <a:pt x="319" y="933"/>
                      <a:pt x="476" y="969"/>
                      <a:pt x="635" y="969"/>
                    </a:cubicBezTo>
                    <a:cubicBezTo>
                      <a:pt x="795" y="969"/>
                      <a:pt x="957" y="933"/>
                      <a:pt x="1087" y="862"/>
                    </a:cubicBezTo>
                    <a:cubicBezTo>
                      <a:pt x="1205" y="803"/>
                      <a:pt x="1264" y="697"/>
                      <a:pt x="1264" y="614"/>
                    </a:cubicBezTo>
                    <a:lnTo>
                      <a:pt x="1264" y="24"/>
                    </a:lnTo>
                    <a:cubicBezTo>
                      <a:pt x="1264" y="106"/>
                      <a:pt x="1205" y="189"/>
                      <a:pt x="1087" y="272"/>
                    </a:cubicBezTo>
                    <a:cubicBezTo>
                      <a:pt x="969" y="343"/>
                      <a:pt x="809" y="378"/>
                      <a:pt x="648" y="378"/>
                    </a:cubicBezTo>
                    <a:cubicBezTo>
                      <a:pt x="487" y="378"/>
                      <a:pt x="325" y="343"/>
                      <a:pt x="201" y="272"/>
                    </a:cubicBezTo>
                    <a:cubicBezTo>
                      <a:pt x="59" y="201"/>
                      <a:pt x="0" y="95"/>
                      <a:pt x="0" y="0"/>
                    </a:cubicBezTo>
                    <a:close/>
                  </a:path>
                </a:pathLst>
              </a:cu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4" name="Google Shape;10754;p73"/>
              <p:cNvSpPr/>
              <p:nvPr/>
            </p:nvSpPr>
            <p:spPr>
              <a:xfrm>
                <a:off x="-2013578" y="3755420"/>
                <a:ext cx="142130" cy="120380"/>
              </a:xfrm>
              <a:custGeom>
                <a:avLst/>
                <a:gdLst/>
                <a:ahLst/>
                <a:cxnLst/>
                <a:rect l="l" t="t" r="r" b="b"/>
                <a:pathLst>
                  <a:path w="1124" h="952" extrusionOk="0">
                    <a:moveTo>
                      <a:pt x="1123" y="1"/>
                    </a:moveTo>
                    <a:cubicBezTo>
                      <a:pt x="1123" y="95"/>
                      <a:pt x="1064" y="178"/>
                      <a:pt x="946" y="261"/>
                    </a:cubicBezTo>
                    <a:cubicBezTo>
                      <a:pt x="851" y="296"/>
                      <a:pt x="769" y="332"/>
                      <a:pt x="662" y="344"/>
                    </a:cubicBezTo>
                    <a:cubicBezTo>
                      <a:pt x="609" y="355"/>
                      <a:pt x="556" y="361"/>
                      <a:pt x="502" y="361"/>
                    </a:cubicBezTo>
                    <a:cubicBezTo>
                      <a:pt x="447" y="361"/>
                      <a:pt x="391" y="355"/>
                      <a:pt x="332" y="344"/>
                    </a:cubicBezTo>
                    <a:cubicBezTo>
                      <a:pt x="237" y="332"/>
                      <a:pt x="131" y="308"/>
                      <a:pt x="36" y="261"/>
                    </a:cubicBezTo>
                    <a:cubicBezTo>
                      <a:pt x="25" y="237"/>
                      <a:pt x="13" y="237"/>
                      <a:pt x="1" y="225"/>
                    </a:cubicBezTo>
                    <a:lnTo>
                      <a:pt x="1" y="816"/>
                    </a:lnTo>
                    <a:cubicBezTo>
                      <a:pt x="13" y="828"/>
                      <a:pt x="25" y="828"/>
                      <a:pt x="36" y="851"/>
                    </a:cubicBezTo>
                    <a:cubicBezTo>
                      <a:pt x="131" y="887"/>
                      <a:pt x="214" y="922"/>
                      <a:pt x="332" y="934"/>
                    </a:cubicBezTo>
                    <a:cubicBezTo>
                      <a:pt x="385" y="946"/>
                      <a:pt x="438" y="952"/>
                      <a:pt x="493" y="952"/>
                    </a:cubicBezTo>
                    <a:cubicBezTo>
                      <a:pt x="547" y="952"/>
                      <a:pt x="603" y="946"/>
                      <a:pt x="662" y="934"/>
                    </a:cubicBezTo>
                    <a:cubicBezTo>
                      <a:pt x="769" y="922"/>
                      <a:pt x="863" y="899"/>
                      <a:pt x="946" y="851"/>
                    </a:cubicBezTo>
                    <a:cubicBezTo>
                      <a:pt x="1064" y="769"/>
                      <a:pt x="1123" y="686"/>
                      <a:pt x="1123" y="592"/>
                    </a:cubicBezTo>
                    <a:lnTo>
                      <a:pt x="1123" y="1"/>
                    </a:ln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5" name="Google Shape;10755;p73"/>
              <p:cNvSpPr/>
              <p:nvPr/>
            </p:nvSpPr>
            <p:spPr>
              <a:xfrm>
                <a:off x="-2032925" y="3754029"/>
                <a:ext cx="18082" cy="104701"/>
              </a:xfrm>
              <a:custGeom>
                <a:avLst/>
                <a:gdLst/>
                <a:ahLst/>
                <a:cxnLst/>
                <a:rect l="l" t="t" r="r" b="b"/>
                <a:pathLst>
                  <a:path w="143" h="828" extrusionOk="0">
                    <a:moveTo>
                      <a:pt x="0" y="0"/>
                    </a:moveTo>
                    <a:lnTo>
                      <a:pt x="0" y="591"/>
                    </a:lnTo>
                    <a:cubicBezTo>
                      <a:pt x="0" y="614"/>
                      <a:pt x="0" y="638"/>
                      <a:pt x="12" y="650"/>
                    </a:cubicBezTo>
                    <a:cubicBezTo>
                      <a:pt x="36" y="709"/>
                      <a:pt x="71" y="768"/>
                      <a:pt x="142" y="827"/>
                    </a:cubicBezTo>
                    <a:lnTo>
                      <a:pt x="142" y="236"/>
                    </a:lnTo>
                    <a:cubicBezTo>
                      <a:pt x="71" y="201"/>
                      <a:pt x="24" y="142"/>
                      <a:pt x="12" y="59"/>
                    </a:cubicBezTo>
                    <a:cubicBezTo>
                      <a:pt x="12" y="47"/>
                      <a:pt x="0" y="24"/>
                      <a:pt x="0" y="0"/>
                    </a:cubicBezTo>
                    <a:close/>
                  </a:path>
                </a:pathLst>
              </a:custGeom>
              <a:solidFill>
                <a:srgbClr val="282A2E"/>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6" name="Google Shape;10756;p73"/>
              <p:cNvSpPr/>
              <p:nvPr/>
            </p:nvSpPr>
            <p:spPr>
              <a:xfrm>
                <a:off x="-2040386" y="3709139"/>
                <a:ext cx="174880" cy="92814"/>
              </a:xfrm>
              <a:custGeom>
                <a:avLst/>
                <a:gdLst/>
                <a:ahLst/>
                <a:cxnLst/>
                <a:rect l="l" t="t" r="r" b="b"/>
                <a:pathLst>
                  <a:path w="1383" h="734" extrusionOk="0">
                    <a:moveTo>
                      <a:pt x="696" y="1"/>
                    </a:moveTo>
                    <a:cubicBezTo>
                      <a:pt x="535" y="1"/>
                      <a:pt x="372" y="36"/>
                      <a:pt x="248" y="107"/>
                    </a:cubicBezTo>
                    <a:cubicBezTo>
                      <a:pt x="0" y="249"/>
                      <a:pt x="0" y="473"/>
                      <a:pt x="248" y="627"/>
                    </a:cubicBezTo>
                    <a:cubicBezTo>
                      <a:pt x="367" y="698"/>
                      <a:pt x="526" y="733"/>
                      <a:pt x="687" y="733"/>
                    </a:cubicBezTo>
                    <a:cubicBezTo>
                      <a:pt x="848" y="733"/>
                      <a:pt x="1010" y="698"/>
                      <a:pt x="1134" y="627"/>
                    </a:cubicBezTo>
                    <a:cubicBezTo>
                      <a:pt x="1382" y="473"/>
                      <a:pt x="1382" y="261"/>
                      <a:pt x="1134" y="107"/>
                    </a:cubicBezTo>
                    <a:cubicBezTo>
                      <a:pt x="1016" y="36"/>
                      <a:pt x="857" y="1"/>
                      <a:pt x="696" y="1"/>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7" name="Google Shape;10757;p73"/>
              <p:cNvSpPr/>
              <p:nvPr/>
            </p:nvSpPr>
            <p:spPr>
              <a:xfrm>
                <a:off x="-2040386" y="3709139"/>
                <a:ext cx="174880" cy="92814"/>
              </a:xfrm>
              <a:custGeom>
                <a:avLst/>
                <a:gdLst/>
                <a:ahLst/>
                <a:cxnLst/>
                <a:rect l="l" t="t" r="r" b="b"/>
                <a:pathLst>
                  <a:path w="1383" h="734" extrusionOk="0">
                    <a:moveTo>
                      <a:pt x="696" y="1"/>
                    </a:moveTo>
                    <a:cubicBezTo>
                      <a:pt x="535" y="1"/>
                      <a:pt x="372" y="36"/>
                      <a:pt x="248" y="107"/>
                    </a:cubicBezTo>
                    <a:cubicBezTo>
                      <a:pt x="0" y="249"/>
                      <a:pt x="0" y="473"/>
                      <a:pt x="248" y="627"/>
                    </a:cubicBezTo>
                    <a:cubicBezTo>
                      <a:pt x="367" y="698"/>
                      <a:pt x="526" y="733"/>
                      <a:pt x="687" y="733"/>
                    </a:cubicBezTo>
                    <a:cubicBezTo>
                      <a:pt x="848" y="733"/>
                      <a:pt x="1010" y="698"/>
                      <a:pt x="1134" y="627"/>
                    </a:cubicBezTo>
                    <a:cubicBezTo>
                      <a:pt x="1382" y="473"/>
                      <a:pt x="1382" y="261"/>
                      <a:pt x="1134" y="107"/>
                    </a:cubicBezTo>
                    <a:cubicBezTo>
                      <a:pt x="1016" y="36"/>
                      <a:pt x="857" y="1"/>
                      <a:pt x="696" y="1"/>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8" name="Google Shape;10758;p73"/>
              <p:cNvSpPr/>
              <p:nvPr/>
            </p:nvSpPr>
            <p:spPr>
              <a:xfrm>
                <a:off x="-2014969" y="3722669"/>
                <a:ext cx="125565" cy="65375"/>
              </a:xfrm>
              <a:custGeom>
                <a:avLst/>
                <a:gdLst/>
                <a:ahLst/>
                <a:cxnLst/>
                <a:rect l="l" t="t" r="r" b="b"/>
                <a:pathLst>
                  <a:path w="993" h="517" extrusionOk="0">
                    <a:moveTo>
                      <a:pt x="501" y="0"/>
                    </a:moveTo>
                    <a:cubicBezTo>
                      <a:pt x="387" y="0"/>
                      <a:pt x="272" y="24"/>
                      <a:pt x="177" y="71"/>
                    </a:cubicBezTo>
                    <a:cubicBezTo>
                      <a:pt x="0" y="177"/>
                      <a:pt x="0" y="343"/>
                      <a:pt x="177" y="437"/>
                    </a:cubicBezTo>
                    <a:cubicBezTo>
                      <a:pt x="266" y="490"/>
                      <a:pt x="381" y="517"/>
                      <a:pt x="496" y="517"/>
                    </a:cubicBezTo>
                    <a:cubicBezTo>
                      <a:pt x="611" y="517"/>
                      <a:pt x="727" y="490"/>
                      <a:pt x="815" y="437"/>
                    </a:cubicBezTo>
                    <a:cubicBezTo>
                      <a:pt x="992" y="343"/>
                      <a:pt x="992" y="177"/>
                      <a:pt x="815" y="71"/>
                    </a:cubicBezTo>
                    <a:cubicBezTo>
                      <a:pt x="727" y="24"/>
                      <a:pt x="614" y="0"/>
                      <a:pt x="501" y="0"/>
                    </a:cubicBezTo>
                    <a:close/>
                  </a:path>
                </a:pathLst>
              </a:cu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9" name="Google Shape;10759;p73"/>
              <p:cNvSpPr/>
              <p:nvPr/>
            </p:nvSpPr>
            <p:spPr>
              <a:xfrm>
                <a:off x="-2010543" y="3722669"/>
                <a:ext cx="116587" cy="37429"/>
              </a:xfrm>
              <a:custGeom>
                <a:avLst/>
                <a:gdLst/>
                <a:ahLst/>
                <a:cxnLst/>
                <a:rect l="l" t="t" r="r" b="b"/>
                <a:pathLst>
                  <a:path w="922" h="296" extrusionOk="0">
                    <a:moveTo>
                      <a:pt x="449" y="0"/>
                    </a:moveTo>
                    <a:cubicBezTo>
                      <a:pt x="334" y="0"/>
                      <a:pt x="219" y="24"/>
                      <a:pt x="131" y="71"/>
                    </a:cubicBezTo>
                    <a:cubicBezTo>
                      <a:pt x="48" y="130"/>
                      <a:pt x="1" y="225"/>
                      <a:pt x="12" y="295"/>
                    </a:cubicBezTo>
                    <a:cubicBezTo>
                      <a:pt x="12" y="236"/>
                      <a:pt x="60" y="189"/>
                      <a:pt x="131" y="142"/>
                    </a:cubicBezTo>
                    <a:cubicBezTo>
                      <a:pt x="219" y="95"/>
                      <a:pt x="334" y="71"/>
                      <a:pt x="449" y="71"/>
                    </a:cubicBezTo>
                    <a:cubicBezTo>
                      <a:pt x="565" y="71"/>
                      <a:pt x="680" y="95"/>
                      <a:pt x="768" y="142"/>
                    </a:cubicBezTo>
                    <a:cubicBezTo>
                      <a:pt x="839" y="189"/>
                      <a:pt x="887" y="236"/>
                      <a:pt x="898" y="295"/>
                    </a:cubicBezTo>
                    <a:cubicBezTo>
                      <a:pt x="922" y="225"/>
                      <a:pt x="887" y="130"/>
                      <a:pt x="768" y="71"/>
                    </a:cubicBezTo>
                    <a:cubicBezTo>
                      <a:pt x="680" y="24"/>
                      <a:pt x="565" y="0"/>
                      <a:pt x="449" y="0"/>
                    </a:cubicBezTo>
                    <a:close/>
                  </a:path>
                </a:pathLst>
              </a:custGeom>
              <a:solidFill>
                <a:schemeClr val="accent5"/>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0" name="Google Shape;10760;p73"/>
              <p:cNvSpPr/>
              <p:nvPr/>
            </p:nvSpPr>
            <p:spPr>
              <a:xfrm>
                <a:off x="-2014969" y="3783872"/>
                <a:ext cx="53868" cy="92688"/>
              </a:xfrm>
              <a:custGeom>
                <a:avLst/>
                <a:gdLst/>
                <a:ahLst/>
                <a:cxnLst/>
                <a:rect l="l" t="t" r="r" b="b"/>
                <a:pathLst>
                  <a:path w="426" h="733" extrusionOk="0">
                    <a:moveTo>
                      <a:pt x="0" y="0"/>
                    </a:moveTo>
                    <a:lnTo>
                      <a:pt x="0" y="591"/>
                    </a:lnTo>
                    <a:cubicBezTo>
                      <a:pt x="24" y="603"/>
                      <a:pt x="36" y="603"/>
                      <a:pt x="47" y="626"/>
                    </a:cubicBezTo>
                    <a:cubicBezTo>
                      <a:pt x="142" y="662"/>
                      <a:pt x="225" y="697"/>
                      <a:pt x="343" y="709"/>
                    </a:cubicBezTo>
                    <a:cubicBezTo>
                      <a:pt x="378" y="709"/>
                      <a:pt x="402" y="709"/>
                      <a:pt x="425" y="733"/>
                    </a:cubicBezTo>
                    <a:lnTo>
                      <a:pt x="425" y="142"/>
                    </a:lnTo>
                    <a:cubicBezTo>
                      <a:pt x="390" y="142"/>
                      <a:pt x="366" y="142"/>
                      <a:pt x="343" y="119"/>
                    </a:cubicBezTo>
                    <a:cubicBezTo>
                      <a:pt x="248" y="107"/>
                      <a:pt x="142" y="83"/>
                      <a:pt x="47" y="36"/>
                    </a:cubicBezTo>
                    <a:cubicBezTo>
                      <a:pt x="36" y="12"/>
                      <a:pt x="24" y="12"/>
                      <a:pt x="0" y="0"/>
                    </a:cubicBez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1" name="Google Shape;10761;p73"/>
              <p:cNvSpPr/>
              <p:nvPr/>
            </p:nvSpPr>
            <p:spPr>
              <a:xfrm>
                <a:off x="-2457172" y="3877952"/>
                <a:ext cx="280972" cy="245060"/>
              </a:xfrm>
              <a:custGeom>
                <a:avLst/>
                <a:gdLst/>
                <a:ahLst/>
                <a:cxnLst/>
                <a:rect l="l" t="t" r="r" b="b"/>
                <a:pathLst>
                  <a:path w="2222" h="1938" extrusionOk="0">
                    <a:moveTo>
                      <a:pt x="0" y="1"/>
                    </a:moveTo>
                    <a:lnTo>
                      <a:pt x="0" y="650"/>
                    </a:lnTo>
                    <a:lnTo>
                      <a:pt x="2221" y="1938"/>
                    </a:lnTo>
                    <a:lnTo>
                      <a:pt x="2221" y="1265"/>
                    </a:lnTo>
                    <a:lnTo>
                      <a:pt x="0" y="1"/>
                    </a:lnTo>
                    <a:close/>
                  </a:path>
                </a:pathLst>
              </a:cu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2" name="Google Shape;10762;p73"/>
              <p:cNvSpPr/>
              <p:nvPr/>
            </p:nvSpPr>
            <p:spPr>
              <a:xfrm>
                <a:off x="-2150905" y="3827118"/>
                <a:ext cx="333196" cy="378086"/>
              </a:xfrm>
              <a:custGeom>
                <a:avLst/>
                <a:gdLst/>
                <a:ahLst/>
                <a:cxnLst/>
                <a:rect l="l" t="t" r="r" b="b"/>
                <a:pathLst>
                  <a:path w="2635" h="2990" extrusionOk="0">
                    <a:moveTo>
                      <a:pt x="2634" y="1"/>
                    </a:moveTo>
                    <a:lnTo>
                      <a:pt x="0" y="1525"/>
                    </a:lnTo>
                    <a:lnTo>
                      <a:pt x="0" y="2990"/>
                    </a:lnTo>
                    <a:lnTo>
                      <a:pt x="2623" y="1466"/>
                    </a:lnTo>
                    <a:lnTo>
                      <a:pt x="2634" y="1"/>
                    </a:lnTo>
                    <a:close/>
                  </a:path>
                </a:pathLst>
              </a:custGeom>
              <a:solidFill>
                <a:srgbClr val="EBEAEA">
                  <a:alpha val="5346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3" name="Google Shape;10763;p73"/>
            <p:cNvGrpSpPr/>
            <p:nvPr/>
          </p:nvGrpSpPr>
          <p:grpSpPr>
            <a:xfrm>
              <a:off x="1488267" y="1906634"/>
              <a:ext cx="304008" cy="564114"/>
              <a:chOff x="6058230" y="-2567239"/>
              <a:chExt cx="663194" cy="1230616"/>
            </a:xfrm>
          </p:grpSpPr>
          <p:sp>
            <p:nvSpPr>
              <p:cNvPr id="10764" name="Google Shape;10764;p73"/>
              <p:cNvSpPr/>
              <p:nvPr/>
            </p:nvSpPr>
            <p:spPr>
              <a:xfrm>
                <a:off x="6176683" y="-2305973"/>
                <a:ext cx="412195" cy="969350"/>
              </a:xfrm>
              <a:custGeom>
                <a:avLst/>
                <a:gdLst/>
                <a:ahLst/>
                <a:cxnLst/>
                <a:rect l="l" t="t" r="r" b="b"/>
                <a:pathLst>
                  <a:path w="1726" h="4059" extrusionOk="0">
                    <a:moveTo>
                      <a:pt x="442" y="0"/>
                    </a:moveTo>
                    <a:cubicBezTo>
                      <a:pt x="366" y="0"/>
                      <a:pt x="297" y="19"/>
                      <a:pt x="237" y="54"/>
                    </a:cubicBezTo>
                    <a:cubicBezTo>
                      <a:pt x="83" y="148"/>
                      <a:pt x="0" y="325"/>
                      <a:pt x="0" y="538"/>
                    </a:cubicBezTo>
                    <a:lnTo>
                      <a:pt x="0" y="3078"/>
                    </a:lnTo>
                    <a:cubicBezTo>
                      <a:pt x="0" y="3137"/>
                      <a:pt x="36" y="3184"/>
                      <a:pt x="95" y="3184"/>
                    </a:cubicBezTo>
                    <a:cubicBezTo>
                      <a:pt x="154" y="3184"/>
                      <a:pt x="201" y="3137"/>
                      <a:pt x="201" y="3078"/>
                    </a:cubicBezTo>
                    <a:lnTo>
                      <a:pt x="201" y="538"/>
                    </a:lnTo>
                    <a:cubicBezTo>
                      <a:pt x="201" y="396"/>
                      <a:pt x="260" y="278"/>
                      <a:pt x="331" y="231"/>
                    </a:cubicBezTo>
                    <a:cubicBezTo>
                      <a:pt x="360" y="214"/>
                      <a:pt x="394" y="206"/>
                      <a:pt x="431" y="206"/>
                    </a:cubicBezTo>
                    <a:cubicBezTo>
                      <a:pt x="499" y="206"/>
                      <a:pt x="578" y="232"/>
                      <a:pt x="662" y="278"/>
                    </a:cubicBezTo>
                    <a:lnTo>
                      <a:pt x="945" y="444"/>
                    </a:lnTo>
                    <a:cubicBezTo>
                      <a:pt x="1252" y="621"/>
                      <a:pt x="1501" y="1058"/>
                      <a:pt x="1501" y="1412"/>
                    </a:cubicBezTo>
                    <a:lnTo>
                      <a:pt x="1501" y="3952"/>
                    </a:lnTo>
                    <a:cubicBezTo>
                      <a:pt x="1501" y="4011"/>
                      <a:pt x="1548" y="4058"/>
                      <a:pt x="1607" y="4058"/>
                    </a:cubicBezTo>
                    <a:cubicBezTo>
                      <a:pt x="1666" y="4058"/>
                      <a:pt x="1713" y="4011"/>
                      <a:pt x="1725" y="3952"/>
                    </a:cubicBezTo>
                    <a:lnTo>
                      <a:pt x="1725" y="1412"/>
                    </a:lnTo>
                    <a:cubicBezTo>
                      <a:pt x="1725" y="999"/>
                      <a:pt x="1430" y="467"/>
                      <a:pt x="1063" y="266"/>
                    </a:cubicBezTo>
                    <a:lnTo>
                      <a:pt x="780" y="101"/>
                    </a:lnTo>
                    <a:cubicBezTo>
                      <a:pt x="658" y="33"/>
                      <a:pt x="544" y="0"/>
                      <a:pt x="442" y="0"/>
                    </a:cubicBezTo>
                    <a:close/>
                  </a:path>
                </a:pathLst>
              </a:custGeom>
              <a:solidFill>
                <a:schemeClr val="dk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5" name="Google Shape;10765;p73"/>
              <p:cNvSpPr/>
              <p:nvPr/>
            </p:nvSpPr>
            <p:spPr>
              <a:xfrm>
                <a:off x="6233060" y="-2053544"/>
                <a:ext cx="56599" cy="59465"/>
              </a:xfrm>
              <a:custGeom>
                <a:avLst/>
                <a:gdLst/>
                <a:ahLst/>
                <a:cxnLst/>
                <a:rect l="l" t="t" r="r" b="b"/>
                <a:pathLst>
                  <a:path w="237" h="249" extrusionOk="0">
                    <a:moveTo>
                      <a:pt x="237" y="1"/>
                    </a:moveTo>
                    <a:lnTo>
                      <a:pt x="71" y="107"/>
                    </a:lnTo>
                    <a:cubicBezTo>
                      <a:pt x="71" y="172"/>
                      <a:pt x="52" y="217"/>
                      <a:pt x="13" y="242"/>
                    </a:cubicBezTo>
                    <a:lnTo>
                      <a:pt x="13" y="242"/>
                    </a:lnTo>
                    <a:lnTo>
                      <a:pt x="166" y="154"/>
                    </a:lnTo>
                    <a:cubicBezTo>
                      <a:pt x="201" y="131"/>
                      <a:pt x="225" y="72"/>
                      <a:pt x="237" y="1"/>
                    </a:cubicBezTo>
                    <a:close/>
                    <a:moveTo>
                      <a:pt x="13" y="242"/>
                    </a:moveTo>
                    <a:lnTo>
                      <a:pt x="0" y="249"/>
                    </a:lnTo>
                    <a:cubicBezTo>
                      <a:pt x="5" y="247"/>
                      <a:pt x="9" y="244"/>
                      <a:pt x="13" y="242"/>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6" name="Google Shape;10766;p73"/>
              <p:cNvSpPr/>
              <p:nvPr/>
            </p:nvSpPr>
            <p:spPr>
              <a:xfrm>
                <a:off x="6233044" y="-2053544"/>
                <a:ext cx="56599" cy="59465"/>
              </a:xfrm>
              <a:custGeom>
                <a:avLst/>
                <a:gdLst/>
                <a:ahLst/>
                <a:cxnLst/>
                <a:rect l="l" t="t" r="r" b="b"/>
                <a:pathLst>
                  <a:path w="237" h="249" extrusionOk="0">
                    <a:moveTo>
                      <a:pt x="237" y="1"/>
                    </a:moveTo>
                    <a:lnTo>
                      <a:pt x="71" y="107"/>
                    </a:lnTo>
                    <a:cubicBezTo>
                      <a:pt x="71" y="178"/>
                      <a:pt x="36" y="225"/>
                      <a:pt x="1" y="249"/>
                    </a:cubicBezTo>
                    <a:lnTo>
                      <a:pt x="154" y="154"/>
                    </a:lnTo>
                    <a:cubicBezTo>
                      <a:pt x="201" y="131"/>
                      <a:pt x="237" y="72"/>
                      <a:pt x="237" y="1"/>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7" name="Google Shape;10767;p73"/>
              <p:cNvSpPr/>
              <p:nvPr/>
            </p:nvSpPr>
            <p:spPr>
              <a:xfrm>
                <a:off x="6250000" y="-2073127"/>
                <a:ext cx="39643" cy="45375"/>
              </a:xfrm>
              <a:custGeom>
                <a:avLst/>
                <a:gdLst/>
                <a:ahLst/>
                <a:cxnLst/>
                <a:rect l="l" t="t" r="r" b="b"/>
                <a:pathLst>
                  <a:path w="166" h="190" extrusionOk="0">
                    <a:moveTo>
                      <a:pt x="166" y="0"/>
                    </a:moveTo>
                    <a:lnTo>
                      <a:pt x="0" y="95"/>
                    </a:lnTo>
                    <a:lnTo>
                      <a:pt x="0" y="189"/>
                    </a:lnTo>
                    <a:lnTo>
                      <a:pt x="166" y="83"/>
                    </a:lnTo>
                    <a:lnTo>
                      <a:pt x="166" y="0"/>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8" name="Google Shape;10768;p73"/>
              <p:cNvSpPr/>
              <p:nvPr/>
            </p:nvSpPr>
            <p:spPr>
              <a:xfrm>
                <a:off x="6083545" y="-2567239"/>
                <a:ext cx="98869" cy="37255"/>
              </a:xfrm>
              <a:custGeom>
                <a:avLst/>
                <a:gdLst/>
                <a:ahLst/>
                <a:cxnLst/>
                <a:rect l="l" t="t" r="r" b="b"/>
                <a:pathLst>
                  <a:path w="414" h="156" extrusionOk="0">
                    <a:moveTo>
                      <a:pt x="22" y="118"/>
                    </a:moveTo>
                    <a:cubicBezTo>
                      <a:pt x="15" y="122"/>
                      <a:pt x="7" y="126"/>
                      <a:pt x="0" y="132"/>
                    </a:cubicBezTo>
                    <a:lnTo>
                      <a:pt x="22" y="118"/>
                    </a:lnTo>
                    <a:close/>
                    <a:moveTo>
                      <a:pt x="240" y="0"/>
                    </a:moveTo>
                    <a:cubicBezTo>
                      <a:pt x="212" y="0"/>
                      <a:pt x="188" y="8"/>
                      <a:pt x="166" y="26"/>
                    </a:cubicBezTo>
                    <a:lnTo>
                      <a:pt x="22" y="118"/>
                    </a:lnTo>
                    <a:lnTo>
                      <a:pt x="22" y="118"/>
                    </a:lnTo>
                    <a:cubicBezTo>
                      <a:pt x="42" y="108"/>
                      <a:pt x="65" y="103"/>
                      <a:pt x="90" y="103"/>
                    </a:cubicBezTo>
                    <a:cubicBezTo>
                      <a:pt x="138" y="103"/>
                      <a:pt x="193" y="121"/>
                      <a:pt x="249" y="155"/>
                    </a:cubicBezTo>
                    <a:lnTo>
                      <a:pt x="414" y="61"/>
                    </a:lnTo>
                    <a:cubicBezTo>
                      <a:pt x="347" y="24"/>
                      <a:pt x="289" y="0"/>
                      <a:pt x="240" y="0"/>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9" name="Google Shape;10769;p73"/>
              <p:cNvSpPr/>
              <p:nvPr/>
            </p:nvSpPr>
            <p:spPr>
              <a:xfrm>
                <a:off x="6083545" y="-2567000"/>
                <a:ext cx="56599" cy="31285"/>
              </a:xfrm>
              <a:custGeom>
                <a:avLst/>
                <a:gdLst/>
                <a:ahLst/>
                <a:cxnLst/>
                <a:rect l="l" t="t" r="r" b="b"/>
                <a:pathLst>
                  <a:path w="237" h="131" extrusionOk="0">
                    <a:moveTo>
                      <a:pt x="237" y="1"/>
                    </a:moveTo>
                    <a:cubicBezTo>
                      <a:pt x="213" y="13"/>
                      <a:pt x="178" y="13"/>
                      <a:pt x="166" y="25"/>
                    </a:cubicBezTo>
                    <a:lnTo>
                      <a:pt x="46" y="102"/>
                    </a:lnTo>
                    <a:lnTo>
                      <a:pt x="46" y="102"/>
                    </a:lnTo>
                    <a:cubicBezTo>
                      <a:pt x="55" y="98"/>
                      <a:pt x="64" y="95"/>
                      <a:pt x="71" y="95"/>
                    </a:cubicBezTo>
                    <a:lnTo>
                      <a:pt x="237" y="1"/>
                    </a:lnTo>
                    <a:close/>
                    <a:moveTo>
                      <a:pt x="46" y="102"/>
                    </a:moveTo>
                    <a:lnTo>
                      <a:pt x="46" y="102"/>
                    </a:lnTo>
                    <a:cubicBezTo>
                      <a:pt x="27" y="109"/>
                      <a:pt x="8" y="123"/>
                      <a:pt x="0" y="131"/>
                    </a:cubicBezTo>
                    <a:lnTo>
                      <a:pt x="46" y="102"/>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0" name="Google Shape;10770;p73"/>
              <p:cNvSpPr/>
              <p:nvPr/>
            </p:nvSpPr>
            <p:spPr>
              <a:xfrm>
                <a:off x="6100501" y="-2567000"/>
                <a:ext cx="67823" cy="28658"/>
              </a:xfrm>
              <a:custGeom>
                <a:avLst/>
                <a:gdLst/>
                <a:ahLst/>
                <a:cxnLst/>
                <a:rect l="l" t="t" r="r" b="b"/>
                <a:pathLst>
                  <a:path w="284" h="120" extrusionOk="0">
                    <a:moveTo>
                      <a:pt x="166" y="1"/>
                    </a:moveTo>
                    <a:lnTo>
                      <a:pt x="0" y="95"/>
                    </a:lnTo>
                    <a:cubicBezTo>
                      <a:pt x="36" y="95"/>
                      <a:pt x="83" y="95"/>
                      <a:pt x="118" y="119"/>
                    </a:cubicBezTo>
                    <a:lnTo>
                      <a:pt x="284" y="13"/>
                    </a:lnTo>
                    <a:cubicBezTo>
                      <a:pt x="237" y="1"/>
                      <a:pt x="189" y="1"/>
                      <a:pt x="166"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1" name="Google Shape;10771;p73"/>
              <p:cNvSpPr/>
              <p:nvPr/>
            </p:nvSpPr>
            <p:spPr>
              <a:xfrm>
                <a:off x="6125815" y="-2564135"/>
                <a:ext cx="56599" cy="31285"/>
              </a:xfrm>
              <a:custGeom>
                <a:avLst/>
                <a:gdLst/>
                <a:ahLst/>
                <a:cxnLst/>
                <a:rect l="l" t="t" r="r" b="b"/>
                <a:pathLst>
                  <a:path w="237" h="131" extrusionOk="0">
                    <a:moveTo>
                      <a:pt x="166" y="1"/>
                    </a:moveTo>
                    <a:lnTo>
                      <a:pt x="1" y="107"/>
                    </a:lnTo>
                    <a:cubicBezTo>
                      <a:pt x="36" y="119"/>
                      <a:pt x="48" y="119"/>
                      <a:pt x="72" y="131"/>
                    </a:cubicBezTo>
                    <a:lnTo>
                      <a:pt x="237" y="24"/>
                    </a:lnTo>
                    <a:cubicBezTo>
                      <a:pt x="213" y="13"/>
                      <a:pt x="178" y="13"/>
                      <a:pt x="166"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2" name="Google Shape;10772;p73"/>
              <p:cNvSpPr/>
              <p:nvPr/>
            </p:nvSpPr>
            <p:spPr>
              <a:xfrm>
                <a:off x="6585777" y="-1847445"/>
                <a:ext cx="56599" cy="59465"/>
              </a:xfrm>
              <a:custGeom>
                <a:avLst/>
                <a:gdLst/>
                <a:ahLst/>
                <a:cxnLst/>
                <a:rect l="l" t="t" r="r" b="b"/>
                <a:pathLst>
                  <a:path w="237" h="249" extrusionOk="0">
                    <a:moveTo>
                      <a:pt x="236" y="0"/>
                    </a:moveTo>
                    <a:lnTo>
                      <a:pt x="71" y="95"/>
                    </a:lnTo>
                    <a:cubicBezTo>
                      <a:pt x="71" y="177"/>
                      <a:pt x="36" y="213"/>
                      <a:pt x="0" y="248"/>
                    </a:cubicBezTo>
                    <a:lnTo>
                      <a:pt x="154" y="142"/>
                    </a:lnTo>
                    <a:cubicBezTo>
                      <a:pt x="201" y="118"/>
                      <a:pt x="236" y="71"/>
                      <a:pt x="236" y="0"/>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3" name="Google Shape;10773;p73"/>
              <p:cNvSpPr/>
              <p:nvPr/>
            </p:nvSpPr>
            <p:spPr>
              <a:xfrm>
                <a:off x="6585777" y="-1853176"/>
                <a:ext cx="56599" cy="62331"/>
              </a:xfrm>
              <a:custGeom>
                <a:avLst/>
                <a:gdLst/>
                <a:ahLst/>
                <a:cxnLst/>
                <a:rect l="l" t="t" r="r" b="b"/>
                <a:pathLst>
                  <a:path w="237" h="261" extrusionOk="0">
                    <a:moveTo>
                      <a:pt x="236" y="1"/>
                    </a:moveTo>
                    <a:lnTo>
                      <a:pt x="71" y="107"/>
                    </a:lnTo>
                    <a:cubicBezTo>
                      <a:pt x="71" y="176"/>
                      <a:pt x="37" y="234"/>
                      <a:pt x="3" y="259"/>
                    </a:cubicBezTo>
                    <a:lnTo>
                      <a:pt x="3" y="259"/>
                    </a:lnTo>
                    <a:lnTo>
                      <a:pt x="154" y="154"/>
                    </a:lnTo>
                    <a:cubicBezTo>
                      <a:pt x="201" y="142"/>
                      <a:pt x="236" y="83"/>
                      <a:pt x="236" y="1"/>
                    </a:cubicBezTo>
                    <a:close/>
                    <a:moveTo>
                      <a:pt x="3" y="259"/>
                    </a:moveTo>
                    <a:lnTo>
                      <a:pt x="0" y="261"/>
                    </a:lnTo>
                    <a:cubicBezTo>
                      <a:pt x="1" y="260"/>
                      <a:pt x="2" y="259"/>
                      <a:pt x="3" y="259"/>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4" name="Google Shape;10774;p73"/>
              <p:cNvSpPr/>
              <p:nvPr/>
            </p:nvSpPr>
            <p:spPr>
              <a:xfrm>
                <a:off x="6602733" y="-1870132"/>
                <a:ext cx="39643" cy="42509"/>
              </a:xfrm>
              <a:custGeom>
                <a:avLst/>
                <a:gdLst/>
                <a:ahLst/>
                <a:cxnLst/>
                <a:rect l="l" t="t" r="r" b="b"/>
                <a:pathLst>
                  <a:path w="166" h="178" extrusionOk="0">
                    <a:moveTo>
                      <a:pt x="165" y="1"/>
                    </a:moveTo>
                    <a:lnTo>
                      <a:pt x="0" y="95"/>
                    </a:lnTo>
                    <a:lnTo>
                      <a:pt x="0" y="178"/>
                    </a:lnTo>
                    <a:lnTo>
                      <a:pt x="165" y="95"/>
                    </a:lnTo>
                    <a:lnTo>
                      <a:pt x="165"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5" name="Google Shape;10775;p73"/>
              <p:cNvSpPr/>
              <p:nvPr/>
            </p:nvSpPr>
            <p:spPr>
              <a:xfrm>
                <a:off x="6659093" y="-1923627"/>
                <a:ext cx="62331" cy="79287"/>
              </a:xfrm>
              <a:custGeom>
                <a:avLst/>
                <a:gdLst/>
                <a:ahLst/>
                <a:cxnLst/>
                <a:rect l="l" t="t" r="r" b="b"/>
                <a:pathLst>
                  <a:path w="261" h="332" extrusionOk="0">
                    <a:moveTo>
                      <a:pt x="260" y="0"/>
                    </a:moveTo>
                    <a:lnTo>
                      <a:pt x="107" y="107"/>
                    </a:lnTo>
                    <a:cubicBezTo>
                      <a:pt x="107" y="208"/>
                      <a:pt x="64" y="288"/>
                      <a:pt x="8" y="326"/>
                    </a:cubicBezTo>
                    <a:lnTo>
                      <a:pt x="8" y="326"/>
                    </a:lnTo>
                    <a:lnTo>
                      <a:pt x="166" y="225"/>
                    </a:lnTo>
                    <a:cubicBezTo>
                      <a:pt x="225" y="201"/>
                      <a:pt x="260" y="118"/>
                      <a:pt x="260" y="0"/>
                    </a:cubicBezTo>
                    <a:close/>
                    <a:moveTo>
                      <a:pt x="8" y="326"/>
                    </a:moveTo>
                    <a:lnTo>
                      <a:pt x="0" y="331"/>
                    </a:lnTo>
                    <a:cubicBezTo>
                      <a:pt x="3" y="329"/>
                      <a:pt x="6" y="328"/>
                      <a:pt x="8" y="326"/>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6" name="Google Shape;10776;p73"/>
              <p:cNvSpPr/>
              <p:nvPr/>
            </p:nvSpPr>
            <p:spPr>
              <a:xfrm>
                <a:off x="6659093" y="-1923627"/>
                <a:ext cx="62331" cy="79287"/>
              </a:xfrm>
              <a:custGeom>
                <a:avLst/>
                <a:gdLst/>
                <a:ahLst/>
                <a:cxnLst/>
                <a:rect l="l" t="t" r="r" b="b"/>
                <a:pathLst>
                  <a:path w="261" h="332" extrusionOk="0">
                    <a:moveTo>
                      <a:pt x="260" y="0"/>
                    </a:moveTo>
                    <a:lnTo>
                      <a:pt x="107" y="107"/>
                    </a:lnTo>
                    <a:cubicBezTo>
                      <a:pt x="83" y="213"/>
                      <a:pt x="59" y="284"/>
                      <a:pt x="0" y="331"/>
                    </a:cubicBezTo>
                    <a:lnTo>
                      <a:pt x="166" y="225"/>
                    </a:lnTo>
                    <a:cubicBezTo>
                      <a:pt x="225" y="201"/>
                      <a:pt x="260" y="118"/>
                      <a:pt x="260" y="0"/>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7" name="Google Shape;10777;p73"/>
              <p:cNvSpPr/>
              <p:nvPr/>
            </p:nvSpPr>
            <p:spPr>
              <a:xfrm>
                <a:off x="6585777" y="-1850314"/>
                <a:ext cx="56599" cy="62331"/>
              </a:xfrm>
              <a:custGeom>
                <a:avLst/>
                <a:gdLst/>
                <a:ahLst/>
                <a:cxnLst/>
                <a:rect l="l" t="t" r="r" b="b"/>
                <a:pathLst>
                  <a:path w="237" h="261" extrusionOk="0">
                    <a:moveTo>
                      <a:pt x="236" y="1"/>
                    </a:moveTo>
                    <a:lnTo>
                      <a:pt x="71" y="107"/>
                    </a:lnTo>
                    <a:cubicBezTo>
                      <a:pt x="71" y="176"/>
                      <a:pt x="37" y="234"/>
                      <a:pt x="3" y="259"/>
                    </a:cubicBezTo>
                    <a:lnTo>
                      <a:pt x="3" y="259"/>
                    </a:lnTo>
                    <a:lnTo>
                      <a:pt x="154" y="154"/>
                    </a:lnTo>
                    <a:cubicBezTo>
                      <a:pt x="201" y="142"/>
                      <a:pt x="236" y="83"/>
                      <a:pt x="236" y="1"/>
                    </a:cubicBezTo>
                    <a:close/>
                    <a:moveTo>
                      <a:pt x="3" y="259"/>
                    </a:moveTo>
                    <a:lnTo>
                      <a:pt x="0" y="261"/>
                    </a:lnTo>
                    <a:cubicBezTo>
                      <a:pt x="1" y="260"/>
                      <a:pt x="2" y="259"/>
                      <a:pt x="3" y="259"/>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8" name="Google Shape;10778;p73"/>
              <p:cNvSpPr/>
              <p:nvPr/>
            </p:nvSpPr>
            <p:spPr>
              <a:xfrm>
                <a:off x="6684408" y="-2143817"/>
                <a:ext cx="37016" cy="245741"/>
              </a:xfrm>
              <a:custGeom>
                <a:avLst/>
                <a:gdLst/>
                <a:ahLst/>
                <a:cxnLst/>
                <a:rect l="l" t="t" r="r" b="b"/>
                <a:pathLst>
                  <a:path w="155" h="1029" extrusionOk="0">
                    <a:moveTo>
                      <a:pt x="154" y="1"/>
                    </a:moveTo>
                    <a:lnTo>
                      <a:pt x="1" y="84"/>
                    </a:lnTo>
                    <a:lnTo>
                      <a:pt x="1" y="1029"/>
                    </a:lnTo>
                    <a:lnTo>
                      <a:pt x="154" y="922"/>
                    </a:lnTo>
                    <a:lnTo>
                      <a:pt x="154"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9" name="Google Shape;10779;p73"/>
              <p:cNvSpPr/>
              <p:nvPr/>
            </p:nvSpPr>
            <p:spPr>
              <a:xfrm>
                <a:off x="6250000" y="-2070264"/>
                <a:ext cx="39643" cy="45375"/>
              </a:xfrm>
              <a:custGeom>
                <a:avLst/>
                <a:gdLst/>
                <a:ahLst/>
                <a:cxnLst/>
                <a:rect l="l" t="t" r="r" b="b"/>
                <a:pathLst>
                  <a:path w="166" h="190" extrusionOk="0">
                    <a:moveTo>
                      <a:pt x="166" y="0"/>
                    </a:moveTo>
                    <a:lnTo>
                      <a:pt x="0" y="95"/>
                    </a:lnTo>
                    <a:lnTo>
                      <a:pt x="0" y="189"/>
                    </a:lnTo>
                    <a:lnTo>
                      <a:pt x="166" y="83"/>
                    </a:lnTo>
                    <a:lnTo>
                      <a:pt x="166" y="0"/>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0" name="Google Shape;10780;p73"/>
              <p:cNvSpPr/>
              <p:nvPr/>
            </p:nvSpPr>
            <p:spPr>
              <a:xfrm>
                <a:off x="6142771" y="-2552910"/>
                <a:ext cx="493869" cy="285384"/>
              </a:xfrm>
              <a:custGeom>
                <a:avLst/>
                <a:gdLst/>
                <a:ahLst/>
                <a:cxnLst/>
                <a:rect l="l" t="t" r="r" b="b"/>
                <a:pathLst>
                  <a:path w="2068" h="1195" extrusionOk="0">
                    <a:moveTo>
                      <a:pt x="166" y="1"/>
                    </a:moveTo>
                    <a:lnTo>
                      <a:pt x="1" y="84"/>
                    </a:lnTo>
                    <a:lnTo>
                      <a:pt x="1914" y="1194"/>
                    </a:lnTo>
                    <a:lnTo>
                      <a:pt x="2068" y="1088"/>
                    </a:lnTo>
                    <a:lnTo>
                      <a:pt x="166"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1" name="Google Shape;10781;p73"/>
              <p:cNvSpPr/>
              <p:nvPr/>
            </p:nvSpPr>
            <p:spPr>
              <a:xfrm>
                <a:off x="6058230" y="-2546940"/>
                <a:ext cx="626412" cy="759432"/>
              </a:xfrm>
              <a:custGeom>
                <a:avLst/>
                <a:gdLst/>
                <a:ahLst/>
                <a:cxnLst/>
                <a:rect l="l" t="t" r="r" b="b"/>
                <a:pathLst>
                  <a:path w="2623" h="3180" extrusionOk="0">
                    <a:moveTo>
                      <a:pt x="199" y="1"/>
                    </a:moveTo>
                    <a:cubicBezTo>
                      <a:pt x="83" y="1"/>
                      <a:pt x="0" y="89"/>
                      <a:pt x="0" y="248"/>
                    </a:cubicBezTo>
                    <a:lnTo>
                      <a:pt x="0" y="1193"/>
                    </a:lnTo>
                    <a:cubicBezTo>
                      <a:pt x="0" y="1405"/>
                      <a:pt x="154" y="1665"/>
                      <a:pt x="331" y="1783"/>
                    </a:cubicBezTo>
                    <a:lnTo>
                      <a:pt x="331" y="1878"/>
                    </a:lnTo>
                    <a:cubicBezTo>
                      <a:pt x="331" y="2020"/>
                      <a:pt x="425" y="2209"/>
                      <a:pt x="567" y="2291"/>
                    </a:cubicBezTo>
                    <a:cubicBezTo>
                      <a:pt x="605" y="2312"/>
                      <a:pt x="640" y="2321"/>
                      <a:pt x="672" y="2321"/>
                    </a:cubicBezTo>
                    <a:cubicBezTo>
                      <a:pt x="749" y="2321"/>
                      <a:pt x="803" y="2262"/>
                      <a:pt x="803" y="2161"/>
                    </a:cubicBezTo>
                    <a:lnTo>
                      <a:pt x="803" y="2067"/>
                    </a:lnTo>
                    <a:lnTo>
                      <a:pt x="1808" y="2646"/>
                    </a:lnTo>
                    <a:lnTo>
                      <a:pt x="1808" y="2728"/>
                    </a:lnTo>
                    <a:cubicBezTo>
                      <a:pt x="1808" y="2882"/>
                      <a:pt x="1914" y="3071"/>
                      <a:pt x="2044" y="3142"/>
                    </a:cubicBezTo>
                    <a:cubicBezTo>
                      <a:pt x="2084" y="3167"/>
                      <a:pt x="2121" y="3179"/>
                      <a:pt x="2155" y="3179"/>
                    </a:cubicBezTo>
                    <a:cubicBezTo>
                      <a:pt x="2229" y="3179"/>
                      <a:pt x="2280" y="3118"/>
                      <a:pt x="2280" y="3012"/>
                    </a:cubicBezTo>
                    <a:lnTo>
                      <a:pt x="2280" y="2929"/>
                    </a:lnTo>
                    <a:cubicBezTo>
                      <a:pt x="2332" y="2955"/>
                      <a:pt x="2381" y="2968"/>
                      <a:pt x="2425" y="2968"/>
                    </a:cubicBezTo>
                    <a:cubicBezTo>
                      <a:pt x="2542" y="2968"/>
                      <a:pt x="2623" y="2880"/>
                      <a:pt x="2623" y="2717"/>
                    </a:cubicBezTo>
                    <a:lnTo>
                      <a:pt x="2623" y="1772"/>
                    </a:lnTo>
                    <a:cubicBezTo>
                      <a:pt x="2623" y="1547"/>
                      <a:pt x="2457" y="1287"/>
                      <a:pt x="2268" y="1169"/>
                    </a:cubicBezTo>
                    <a:lnTo>
                      <a:pt x="355" y="47"/>
                    </a:lnTo>
                    <a:cubicBezTo>
                      <a:pt x="299" y="16"/>
                      <a:pt x="246" y="1"/>
                      <a:pt x="199"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2" name="Google Shape;10782;p73"/>
              <p:cNvSpPr/>
              <p:nvPr/>
            </p:nvSpPr>
            <p:spPr>
              <a:xfrm>
                <a:off x="6599867" y="-2293316"/>
                <a:ext cx="121557" cy="169559"/>
              </a:xfrm>
              <a:custGeom>
                <a:avLst/>
                <a:gdLst/>
                <a:ahLst/>
                <a:cxnLst/>
                <a:rect l="l" t="t" r="r" b="b"/>
                <a:pathLst>
                  <a:path w="509" h="710" extrusionOk="0">
                    <a:moveTo>
                      <a:pt x="154" y="1"/>
                    </a:moveTo>
                    <a:lnTo>
                      <a:pt x="0" y="107"/>
                    </a:lnTo>
                    <a:cubicBezTo>
                      <a:pt x="189" y="213"/>
                      <a:pt x="355" y="485"/>
                      <a:pt x="355" y="710"/>
                    </a:cubicBezTo>
                    <a:lnTo>
                      <a:pt x="508" y="603"/>
                    </a:lnTo>
                    <a:cubicBezTo>
                      <a:pt x="508" y="391"/>
                      <a:pt x="355" y="119"/>
                      <a:pt x="154"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3" name="Google Shape;10783;p73"/>
              <p:cNvSpPr/>
              <p:nvPr/>
            </p:nvSpPr>
            <p:spPr>
              <a:xfrm>
                <a:off x="6599867" y="-2293316"/>
                <a:ext cx="112959" cy="113198"/>
              </a:xfrm>
              <a:custGeom>
                <a:avLst/>
                <a:gdLst/>
                <a:ahLst/>
                <a:cxnLst/>
                <a:rect l="l" t="t" r="r" b="b"/>
                <a:pathLst>
                  <a:path w="473" h="474" extrusionOk="0">
                    <a:moveTo>
                      <a:pt x="154" y="1"/>
                    </a:moveTo>
                    <a:lnTo>
                      <a:pt x="0" y="107"/>
                    </a:lnTo>
                    <a:cubicBezTo>
                      <a:pt x="130" y="178"/>
                      <a:pt x="237" y="332"/>
                      <a:pt x="307" y="473"/>
                    </a:cubicBezTo>
                    <a:lnTo>
                      <a:pt x="473" y="367"/>
                    </a:lnTo>
                    <a:cubicBezTo>
                      <a:pt x="390" y="225"/>
                      <a:pt x="296" y="72"/>
                      <a:pt x="154"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4" name="Google Shape;10784;p73"/>
              <p:cNvSpPr/>
              <p:nvPr/>
            </p:nvSpPr>
            <p:spPr>
              <a:xfrm>
                <a:off x="6670318" y="-2205909"/>
                <a:ext cx="48241" cy="62331"/>
              </a:xfrm>
              <a:custGeom>
                <a:avLst/>
                <a:gdLst/>
                <a:ahLst/>
                <a:cxnLst/>
                <a:rect l="l" t="t" r="r" b="b"/>
                <a:pathLst>
                  <a:path w="202" h="261" extrusionOk="0">
                    <a:moveTo>
                      <a:pt x="154" y="1"/>
                    </a:moveTo>
                    <a:lnTo>
                      <a:pt x="1" y="107"/>
                    </a:lnTo>
                    <a:cubicBezTo>
                      <a:pt x="24" y="166"/>
                      <a:pt x="36" y="214"/>
                      <a:pt x="36" y="261"/>
                    </a:cubicBezTo>
                    <a:lnTo>
                      <a:pt x="201" y="155"/>
                    </a:lnTo>
                    <a:cubicBezTo>
                      <a:pt x="190" y="107"/>
                      <a:pt x="178" y="48"/>
                      <a:pt x="154" y="1"/>
                    </a:cubicBez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5" name="Google Shape;10785;p73"/>
              <p:cNvSpPr/>
              <p:nvPr/>
            </p:nvSpPr>
            <p:spPr>
              <a:xfrm>
                <a:off x="6678915" y="-2169131"/>
                <a:ext cx="39643" cy="45375"/>
              </a:xfrm>
              <a:custGeom>
                <a:avLst/>
                <a:gdLst/>
                <a:ahLst/>
                <a:cxnLst/>
                <a:rect l="l" t="t" r="r" b="b"/>
                <a:pathLst>
                  <a:path w="166" h="190" extrusionOk="0">
                    <a:moveTo>
                      <a:pt x="165" y="1"/>
                    </a:moveTo>
                    <a:lnTo>
                      <a:pt x="0" y="107"/>
                    </a:lnTo>
                    <a:cubicBezTo>
                      <a:pt x="24" y="130"/>
                      <a:pt x="24" y="166"/>
                      <a:pt x="0" y="190"/>
                    </a:cubicBezTo>
                    <a:lnTo>
                      <a:pt x="165" y="83"/>
                    </a:lnTo>
                    <a:lnTo>
                      <a:pt x="165" y="1"/>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6" name="Google Shape;10786;p73"/>
              <p:cNvSpPr/>
              <p:nvPr/>
            </p:nvSpPr>
            <p:spPr>
              <a:xfrm>
                <a:off x="6506728" y="-2211402"/>
                <a:ext cx="239" cy="239"/>
              </a:xfrm>
              <a:custGeom>
                <a:avLst/>
                <a:gdLst/>
                <a:ahLst/>
                <a:cxnLst/>
                <a:rect l="l" t="t" r="r" b="b"/>
                <a:pathLst>
                  <a:path w="1" h="1" extrusionOk="0">
                    <a:moveTo>
                      <a:pt x="0" y="0"/>
                    </a:moveTo>
                    <a:lnTo>
                      <a:pt x="0" y="0"/>
                    </a:lnTo>
                    <a:close/>
                  </a:path>
                </a:pathLst>
              </a:custGeom>
              <a:solidFill>
                <a:schemeClr val="accent3"/>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7" name="Google Shape;10787;p73"/>
              <p:cNvSpPr/>
              <p:nvPr/>
            </p:nvSpPr>
            <p:spPr>
              <a:xfrm>
                <a:off x="6105993" y="-2445681"/>
                <a:ext cx="53972" cy="133020"/>
              </a:xfrm>
              <a:custGeom>
                <a:avLst/>
                <a:gdLst/>
                <a:ahLst/>
                <a:cxnLst/>
                <a:rect l="l" t="t" r="r" b="b"/>
                <a:pathLst>
                  <a:path w="226" h="557" extrusionOk="0">
                    <a:moveTo>
                      <a:pt x="1" y="1"/>
                    </a:moveTo>
                    <a:lnTo>
                      <a:pt x="1" y="402"/>
                    </a:lnTo>
                    <a:lnTo>
                      <a:pt x="225" y="556"/>
                    </a:lnTo>
                    <a:lnTo>
                      <a:pt x="225" y="154"/>
                    </a:lnTo>
                    <a:lnTo>
                      <a:pt x="1" y="1"/>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8" name="Google Shape;10788;p73"/>
              <p:cNvSpPr/>
              <p:nvPr/>
            </p:nvSpPr>
            <p:spPr>
              <a:xfrm>
                <a:off x="6182176" y="-2363767"/>
                <a:ext cx="68062" cy="65196"/>
              </a:xfrm>
              <a:custGeom>
                <a:avLst/>
                <a:gdLst/>
                <a:ahLst/>
                <a:cxnLst/>
                <a:rect l="l" t="t" r="r" b="b"/>
                <a:pathLst>
                  <a:path w="285" h="273" extrusionOk="0">
                    <a:moveTo>
                      <a:pt x="1" y="0"/>
                    </a:moveTo>
                    <a:lnTo>
                      <a:pt x="1" y="107"/>
                    </a:lnTo>
                    <a:lnTo>
                      <a:pt x="284" y="272"/>
                    </a:lnTo>
                    <a:lnTo>
                      <a:pt x="284" y="166"/>
                    </a:lnTo>
                    <a:lnTo>
                      <a:pt x="1"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9" name="Google Shape;10789;p73"/>
              <p:cNvSpPr/>
              <p:nvPr/>
            </p:nvSpPr>
            <p:spPr>
              <a:xfrm>
                <a:off x="6269822" y="-2349677"/>
                <a:ext cx="146871" cy="180783"/>
              </a:xfrm>
              <a:custGeom>
                <a:avLst/>
                <a:gdLst/>
                <a:ahLst/>
                <a:cxnLst/>
                <a:rect l="l" t="t" r="r" b="b"/>
                <a:pathLst>
                  <a:path w="615" h="757" extrusionOk="0">
                    <a:moveTo>
                      <a:pt x="0" y="0"/>
                    </a:moveTo>
                    <a:lnTo>
                      <a:pt x="0" y="402"/>
                    </a:lnTo>
                    <a:lnTo>
                      <a:pt x="614" y="757"/>
                    </a:lnTo>
                    <a:lnTo>
                      <a:pt x="614" y="367"/>
                    </a:lnTo>
                    <a:lnTo>
                      <a:pt x="0"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0" name="Google Shape;10790;p73"/>
              <p:cNvSpPr/>
              <p:nvPr/>
            </p:nvSpPr>
            <p:spPr>
              <a:xfrm>
                <a:off x="6105993" y="-2312899"/>
                <a:ext cx="313564" cy="273682"/>
              </a:xfrm>
              <a:custGeom>
                <a:avLst/>
                <a:gdLst/>
                <a:ahLst/>
                <a:cxnLst/>
                <a:rect l="l" t="t" r="r" b="b"/>
                <a:pathLst>
                  <a:path w="1313" h="1146" extrusionOk="0">
                    <a:moveTo>
                      <a:pt x="1" y="0"/>
                    </a:moveTo>
                    <a:lnTo>
                      <a:pt x="1" y="378"/>
                    </a:lnTo>
                    <a:lnTo>
                      <a:pt x="1312" y="1146"/>
                    </a:lnTo>
                    <a:lnTo>
                      <a:pt x="1312" y="744"/>
                    </a:lnTo>
                    <a:lnTo>
                      <a:pt x="1" y="0"/>
                    </a:lnTo>
                    <a:close/>
                  </a:path>
                </a:pathLst>
              </a:custGeom>
              <a:solidFill>
                <a:schemeClr val="lt1"/>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1" name="Google Shape;10791;p73"/>
              <p:cNvSpPr/>
              <p:nvPr/>
            </p:nvSpPr>
            <p:spPr>
              <a:xfrm>
                <a:off x="6100501" y="-2564138"/>
                <a:ext cx="67823" cy="28658"/>
              </a:xfrm>
              <a:custGeom>
                <a:avLst/>
                <a:gdLst/>
                <a:ahLst/>
                <a:cxnLst/>
                <a:rect l="l" t="t" r="r" b="b"/>
                <a:pathLst>
                  <a:path w="284" h="120" extrusionOk="0">
                    <a:moveTo>
                      <a:pt x="166" y="1"/>
                    </a:moveTo>
                    <a:lnTo>
                      <a:pt x="0" y="95"/>
                    </a:lnTo>
                    <a:cubicBezTo>
                      <a:pt x="36" y="95"/>
                      <a:pt x="83" y="95"/>
                      <a:pt x="118" y="119"/>
                    </a:cubicBezTo>
                    <a:lnTo>
                      <a:pt x="284" y="13"/>
                    </a:lnTo>
                    <a:cubicBezTo>
                      <a:pt x="237" y="1"/>
                      <a:pt x="189" y="1"/>
                      <a:pt x="166" y="1"/>
                    </a:cubicBez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2" name="Google Shape;10792;p73"/>
              <p:cNvSpPr/>
              <p:nvPr/>
            </p:nvSpPr>
            <p:spPr>
              <a:xfrm>
                <a:off x="6659093" y="-1920765"/>
                <a:ext cx="62331" cy="79287"/>
              </a:xfrm>
              <a:custGeom>
                <a:avLst/>
                <a:gdLst/>
                <a:ahLst/>
                <a:cxnLst/>
                <a:rect l="l" t="t" r="r" b="b"/>
                <a:pathLst>
                  <a:path w="261" h="332" extrusionOk="0">
                    <a:moveTo>
                      <a:pt x="260" y="0"/>
                    </a:moveTo>
                    <a:lnTo>
                      <a:pt x="107" y="107"/>
                    </a:lnTo>
                    <a:cubicBezTo>
                      <a:pt x="83" y="213"/>
                      <a:pt x="59" y="284"/>
                      <a:pt x="0" y="331"/>
                    </a:cubicBezTo>
                    <a:lnTo>
                      <a:pt x="166" y="225"/>
                    </a:lnTo>
                    <a:cubicBezTo>
                      <a:pt x="225" y="201"/>
                      <a:pt x="260" y="118"/>
                      <a:pt x="260" y="0"/>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3" name="Google Shape;10793;p73"/>
              <p:cNvSpPr/>
              <p:nvPr/>
            </p:nvSpPr>
            <p:spPr>
              <a:xfrm>
                <a:off x="6684408" y="-2140954"/>
                <a:ext cx="37016" cy="245741"/>
              </a:xfrm>
              <a:custGeom>
                <a:avLst/>
                <a:gdLst/>
                <a:ahLst/>
                <a:cxnLst/>
                <a:rect l="l" t="t" r="r" b="b"/>
                <a:pathLst>
                  <a:path w="155" h="1029" extrusionOk="0">
                    <a:moveTo>
                      <a:pt x="154" y="1"/>
                    </a:moveTo>
                    <a:lnTo>
                      <a:pt x="1" y="84"/>
                    </a:lnTo>
                    <a:lnTo>
                      <a:pt x="1" y="1029"/>
                    </a:lnTo>
                    <a:lnTo>
                      <a:pt x="154" y="922"/>
                    </a:lnTo>
                    <a:lnTo>
                      <a:pt x="154"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4" name="Google Shape;10794;p73"/>
              <p:cNvSpPr/>
              <p:nvPr/>
            </p:nvSpPr>
            <p:spPr>
              <a:xfrm>
                <a:off x="6142771" y="-2550048"/>
                <a:ext cx="493869" cy="285384"/>
              </a:xfrm>
              <a:custGeom>
                <a:avLst/>
                <a:gdLst/>
                <a:ahLst/>
                <a:cxnLst/>
                <a:rect l="l" t="t" r="r" b="b"/>
                <a:pathLst>
                  <a:path w="2068" h="1195" extrusionOk="0">
                    <a:moveTo>
                      <a:pt x="166" y="1"/>
                    </a:moveTo>
                    <a:lnTo>
                      <a:pt x="1" y="84"/>
                    </a:lnTo>
                    <a:lnTo>
                      <a:pt x="1914" y="1194"/>
                    </a:lnTo>
                    <a:lnTo>
                      <a:pt x="2068" y="1088"/>
                    </a:lnTo>
                    <a:lnTo>
                      <a:pt x="166" y="1"/>
                    </a:lnTo>
                    <a:close/>
                  </a:path>
                </a:pathLst>
              </a:custGeom>
              <a:solidFill>
                <a:srgbClr val="EBEAEA">
                  <a:alpha val="5157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5" name="Google Shape;10795;p73"/>
              <p:cNvSpPr/>
              <p:nvPr/>
            </p:nvSpPr>
            <p:spPr>
              <a:xfrm>
                <a:off x="6599867" y="-2290454"/>
                <a:ext cx="112959" cy="113198"/>
              </a:xfrm>
              <a:custGeom>
                <a:avLst/>
                <a:gdLst/>
                <a:ahLst/>
                <a:cxnLst/>
                <a:rect l="l" t="t" r="r" b="b"/>
                <a:pathLst>
                  <a:path w="473" h="474" extrusionOk="0">
                    <a:moveTo>
                      <a:pt x="154" y="1"/>
                    </a:moveTo>
                    <a:lnTo>
                      <a:pt x="0" y="107"/>
                    </a:lnTo>
                    <a:cubicBezTo>
                      <a:pt x="130" y="178"/>
                      <a:pt x="237" y="332"/>
                      <a:pt x="307" y="473"/>
                    </a:cubicBezTo>
                    <a:lnTo>
                      <a:pt x="473" y="367"/>
                    </a:lnTo>
                    <a:cubicBezTo>
                      <a:pt x="390" y="225"/>
                      <a:pt x="296" y="72"/>
                      <a:pt x="154" y="1"/>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6" name="Google Shape;10796;p73"/>
              <p:cNvSpPr/>
              <p:nvPr/>
            </p:nvSpPr>
            <p:spPr>
              <a:xfrm>
                <a:off x="6670318" y="-2203047"/>
                <a:ext cx="48241" cy="62331"/>
              </a:xfrm>
              <a:custGeom>
                <a:avLst/>
                <a:gdLst/>
                <a:ahLst/>
                <a:cxnLst/>
                <a:rect l="l" t="t" r="r" b="b"/>
                <a:pathLst>
                  <a:path w="202" h="261" extrusionOk="0">
                    <a:moveTo>
                      <a:pt x="154" y="1"/>
                    </a:moveTo>
                    <a:lnTo>
                      <a:pt x="1" y="107"/>
                    </a:lnTo>
                    <a:cubicBezTo>
                      <a:pt x="24" y="166"/>
                      <a:pt x="36" y="214"/>
                      <a:pt x="36" y="261"/>
                    </a:cubicBezTo>
                    <a:lnTo>
                      <a:pt x="201" y="155"/>
                    </a:lnTo>
                    <a:cubicBezTo>
                      <a:pt x="190" y="107"/>
                      <a:pt x="178" y="48"/>
                      <a:pt x="154" y="1"/>
                    </a:cubicBez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7" name="Google Shape;10797;p73"/>
              <p:cNvSpPr/>
              <p:nvPr/>
            </p:nvSpPr>
            <p:spPr>
              <a:xfrm>
                <a:off x="6678915" y="-2166269"/>
                <a:ext cx="39643" cy="45375"/>
              </a:xfrm>
              <a:custGeom>
                <a:avLst/>
                <a:gdLst/>
                <a:ahLst/>
                <a:cxnLst/>
                <a:rect l="l" t="t" r="r" b="b"/>
                <a:pathLst>
                  <a:path w="166" h="190" extrusionOk="0">
                    <a:moveTo>
                      <a:pt x="165" y="1"/>
                    </a:moveTo>
                    <a:lnTo>
                      <a:pt x="0" y="107"/>
                    </a:lnTo>
                    <a:cubicBezTo>
                      <a:pt x="24" y="130"/>
                      <a:pt x="24" y="166"/>
                      <a:pt x="0" y="190"/>
                    </a:cubicBezTo>
                    <a:lnTo>
                      <a:pt x="165" y="83"/>
                    </a:lnTo>
                    <a:lnTo>
                      <a:pt x="165" y="1"/>
                    </a:lnTo>
                    <a:close/>
                  </a:path>
                </a:pathLst>
              </a:custGeom>
              <a:solidFill>
                <a:srgbClr val="282A2E">
                  <a:alpha val="16980"/>
                </a:srgbClr>
              </a:solidFill>
              <a:ln>
                <a:noFill/>
              </a:ln>
              <a:effectLst>
                <a:outerShdw blurRad="57150" dist="19050" dir="5400000" algn="bl" rotWithShape="0">
                  <a:schemeClr val="dk1">
                    <a:alpha val="3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98" name="Google Shape;10798;p73"/>
            <p:cNvGrpSpPr/>
            <p:nvPr/>
          </p:nvGrpSpPr>
          <p:grpSpPr>
            <a:xfrm>
              <a:off x="640398" y="2470750"/>
              <a:ext cx="301969" cy="562336"/>
              <a:chOff x="7686885" y="2546950"/>
              <a:chExt cx="301969" cy="562336"/>
            </a:xfrm>
          </p:grpSpPr>
          <p:sp>
            <p:nvSpPr>
              <p:cNvPr id="10799" name="Google Shape;10799;p73"/>
              <p:cNvSpPr/>
              <p:nvPr/>
            </p:nvSpPr>
            <p:spPr>
              <a:xfrm>
                <a:off x="7912479" y="2581851"/>
                <a:ext cx="46408" cy="419949"/>
              </a:xfrm>
              <a:custGeom>
                <a:avLst/>
                <a:gdLst/>
                <a:ahLst/>
                <a:cxnLst/>
                <a:rect l="l" t="t" r="r" b="b"/>
                <a:pathLst>
                  <a:path w="367" h="3321" extrusionOk="0">
                    <a:moveTo>
                      <a:pt x="296" y="1"/>
                    </a:moveTo>
                    <a:cubicBezTo>
                      <a:pt x="249" y="1"/>
                      <a:pt x="225" y="24"/>
                      <a:pt x="225" y="71"/>
                    </a:cubicBezTo>
                    <a:lnTo>
                      <a:pt x="225" y="1501"/>
                    </a:lnTo>
                    <a:cubicBezTo>
                      <a:pt x="24" y="1737"/>
                      <a:pt x="1" y="1843"/>
                      <a:pt x="1" y="1903"/>
                    </a:cubicBezTo>
                    <a:cubicBezTo>
                      <a:pt x="1" y="2056"/>
                      <a:pt x="131" y="2115"/>
                      <a:pt x="201" y="2127"/>
                    </a:cubicBezTo>
                    <a:lnTo>
                      <a:pt x="201" y="3249"/>
                    </a:lnTo>
                    <a:cubicBezTo>
                      <a:pt x="201" y="3296"/>
                      <a:pt x="237" y="3320"/>
                      <a:pt x="284" y="3320"/>
                    </a:cubicBezTo>
                    <a:cubicBezTo>
                      <a:pt x="320" y="3320"/>
                      <a:pt x="355" y="3285"/>
                      <a:pt x="367" y="3261"/>
                    </a:cubicBezTo>
                    <a:lnTo>
                      <a:pt x="367" y="2068"/>
                    </a:lnTo>
                    <a:cubicBezTo>
                      <a:pt x="367" y="2032"/>
                      <a:pt x="343" y="2009"/>
                      <a:pt x="308" y="1997"/>
                    </a:cubicBezTo>
                    <a:cubicBezTo>
                      <a:pt x="296" y="1997"/>
                      <a:pt x="284" y="1973"/>
                      <a:pt x="261" y="1973"/>
                    </a:cubicBezTo>
                    <a:cubicBezTo>
                      <a:pt x="166" y="1950"/>
                      <a:pt x="142" y="1938"/>
                      <a:pt x="142" y="1903"/>
                    </a:cubicBezTo>
                    <a:cubicBezTo>
                      <a:pt x="142" y="1855"/>
                      <a:pt x="225" y="1737"/>
                      <a:pt x="355" y="1595"/>
                    </a:cubicBezTo>
                    <a:cubicBezTo>
                      <a:pt x="367" y="1584"/>
                      <a:pt x="367" y="1548"/>
                      <a:pt x="367" y="1536"/>
                    </a:cubicBezTo>
                    <a:lnTo>
                      <a:pt x="367" y="71"/>
                    </a:lnTo>
                    <a:cubicBezTo>
                      <a:pt x="367" y="24"/>
                      <a:pt x="343" y="1"/>
                      <a:pt x="296" y="1"/>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0" name="Google Shape;10800;p73"/>
              <p:cNvSpPr/>
              <p:nvPr/>
            </p:nvSpPr>
            <p:spPr>
              <a:xfrm>
                <a:off x="7751124" y="2687946"/>
                <a:ext cx="47925" cy="421340"/>
              </a:xfrm>
              <a:custGeom>
                <a:avLst/>
                <a:gdLst/>
                <a:ahLst/>
                <a:cxnLst/>
                <a:rect l="l" t="t" r="r" b="b"/>
                <a:pathLst>
                  <a:path w="379" h="3332" extrusionOk="0">
                    <a:moveTo>
                      <a:pt x="83" y="0"/>
                    </a:moveTo>
                    <a:cubicBezTo>
                      <a:pt x="36" y="0"/>
                      <a:pt x="1" y="36"/>
                      <a:pt x="1" y="83"/>
                    </a:cubicBezTo>
                    <a:lnTo>
                      <a:pt x="1" y="1536"/>
                    </a:lnTo>
                    <a:cubicBezTo>
                      <a:pt x="1" y="1571"/>
                      <a:pt x="36" y="1619"/>
                      <a:pt x="83" y="1619"/>
                    </a:cubicBezTo>
                    <a:cubicBezTo>
                      <a:pt x="178" y="1619"/>
                      <a:pt x="225" y="1642"/>
                      <a:pt x="225" y="1642"/>
                    </a:cubicBezTo>
                    <a:cubicBezTo>
                      <a:pt x="225" y="1737"/>
                      <a:pt x="119" y="1879"/>
                      <a:pt x="60" y="1949"/>
                    </a:cubicBezTo>
                    <a:cubicBezTo>
                      <a:pt x="48" y="1985"/>
                      <a:pt x="36" y="1997"/>
                      <a:pt x="24" y="2009"/>
                    </a:cubicBezTo>
                    <a:cubicBezTo>
                      <a:pt x="1" y="2032"/>
                      <a:pt x="1" y="2044"/>
                      <a:pt x="1" y="2056"/>
                    </a:cubicBezTo>
                    <a:lnTo>
                      <a:pt x="1" y="3249"/>
                    </a:lnTo>
                    <a:cubicBezTo>
                      <a:pt x="1" y="3296"/>
                      <a:pt x="36" y="3332"/>
                      <a:pt x="83" y="3332"/>
                    </a:cubicBezTo>
                    <a:cubicBezTo>
                      <a:pt x="119" y="3332"/>
                      <a:pt x="154" y="3296"/>
                      <a:pt x="154" y="3249"/>
                    </a:cubicBezTo>
                    <a:lnTo>
                      <a:pt x="154" y="2091"/>
                    </a:lnTo>
                    <a:lnTo>
                      <a:pt x="178" y="2056"/>
                    </a:lnTo>
                    <a:cubicBezTo>
                      <a:pt x="261" y="1949"/>
                      <a:pt x="379" y="1784"/>
                      <a:pt x="379" y="1654"/>
                    </a:cubicBezTo>
                    <a:cubicBezTo>
                      <a:pt x="379" y="1560"/>
                      <a:pt x="296" y="1477"/>
                      <a:pt x="154" y="1465"/>
                    </a:cubicBezTo>
                    <a:lnTo>
                      <a:pt x="154" y="83"/>
                    </a:lnTo>
                    <a:cubicBezTo>
                      <a:pt x="154" y="36"/>
                      <a:pt x="119" y="0"/>
                      <a:pt x="83" y="0"/>
                    </a:cubicBez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1" name="Google Shape;10801;p73"/>
              <p:cNvSpPr/>
              <p:nvPr/>
            </p:nvSpPr>
            <p:spPr>
              <a:xfrm>
                <a:off x="7758585" y="2546950"/>
                <a:ext cx="209279" cy="102300"/>
              </a:xfrm>
              <a:custGeom>
                <a:avLst/>
                <a:gdLst/>
                <a:ahLst/>
                <a:cxnLst/>
                <a:rect l="l" t="t" r="r" b="b"/>
                <a:pathLst>
                  <a:path w="1655" h="809" extrusionOk="0">
                    <a:moveTo>
                      <a:pt x="1240" y="1"/>
                    </a:moveTo>
                    <a:cubicBezTo>
                      <a:pt x="1163" y="1"/>
                      <a:pt x="1076" y="27"/>
                      <a:pt x="981" y="88"/>
                    </a:cubicBezTo>
                    <a:lnTo>
                      <a:pt x="1" y="643"/>
                    </a:lnTo>
                    <a:lnTo>
                      <a:pt x="273" y="808"/>
                    </a:lnTo>
                    <a:lnTo>
                      <a:pt x="1241" y="241"/>
                    </a:lnTo>
                    <a:cubicBezTo>
                      <a:pt x="1352" y="186"/>
                      <a:pt x="1449" y="166"/>
                      <a:pt x="1531" y="166"/>
                    </a:cubicBezTo>
                    <a:cubicBezTo>
                      <a:pt x="1554" y="166"/>
                      <a:pt x="1575" y="168"/>
                      <a:pt x="1596" y="170"/>
                    </a:cubicBezTo>
                    <a:cubicBezTo>
                      <a:pt x="1619" y="194"/>
                      <a:pt x="1631" y="206"/>
                      <a:pt x="1655" y="206"/>
                    </a:cubicBezTo>
                    <a:lnTo>
                      <a:pt x="1395" y="40"/>
                    </a:lnTo>
                    <a:cubicBezTo>
                      <a:pt x="1349" y="15"/>
                      <a:pt x="1298" y="1"/>
                      <a:pt x="1240" y="1"/>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2" name="Google Shape;10802;p73"/>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3" name="Google Shape;10803;p73"/>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chemeClr val="accent5"/>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4" name="Google Shape;10804;p73"/>
              <p:cNvSpPr/>
              <p:nvPr/>
            </p:nvSpPr>
            <p:spPr>
              <a:xfrm>
                <a:off x="7719763" y="2568067"/>
                <a:ext cx="269091" cy="258090"/>
              </a:xfrm>
              <a:custGeom>
                <a:avLst/>
                <a:gdLst/>
                <a:ahLst/>
                <a:cxnLst/>
                <a:rect l="l" t="t" r="r" b="b"/>
                <a:pathLst>
                  <a:path w="2128" h="2041" extrusionOk="0">
                    <a:moveTo>
                      <a:pt x="1806" y="0"/>
                    </a:moveTo>
                    <a:cubicBezTo>
                      <a:pt x="1729" y="0"/>
                      <a:pt x="1642" y="24"/>
                      <a:pt x="1548" y="74"/>
                    </a:cubicBezTo>
                    <a:lnTo>
                      <a:pt x="580" y="641"/>
                    </a:lnTo>
                    <a:cubicBezTo>
                      <a:pt x="272" y="830"/>
                      <a:pt x="1" y="1279"/>
                      <a:pt x="1" y="1645"/>
                    </a:cubicBezTo>
                    <a:cubicBezTo>
                      <a:pt x="1" y="1896"/>
                      <a:pt x="125" y="2041"/>
                      <a:pt x="315" y="2041"/>
                    </a:cubicBezTo>
                    <a:cubicBezTo>
                      <a:pt x="393" y="2041"/>
                      <a:pt x="483" y="2016"/>
                      <a:pt x="580" y="1964"/>
                    </a:cubicBezTo>
                    <a:lnTo>
                      <a:pt x="1548" y="1409"/>
                    </a:lnTo>
                    <a:cubicBezTo>
                      <a:pt x="1855" y="1220"/>
                      <a:pt x="2127" y="771"/>
                      <a:pt x="2127" y="405"/>
                    </a:cubicBezTo>
                    <a:cubicBezTo>
                      <a:pt x="2127" y="151"/>
                      <a:pt x="2000" y="0"/>
                      <a:pt x="1806" y="0"/>
                    </a:cubicBezTo>
                    <a:close/>
                  </a:path>
                </a:pathLst>
              </a:custGeom>
              <a:solidFill>
                <a:srgbClr val="FFFFFF">
                  <a:alpha val="3725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5" name="Google Shape;10805;p73"/>
              <p:cNvSpPr/>
              <p:nvPr/>
            </p:nvSpPr>
            <p:spPr>
              <a:xfrm>
                <a:off x="7772115" y="2664046"/>
                <a:ext cx="56904" cy="74733"/>
              </a:xfrm>
              <a:custGeom>
                <a:avLst/>
                <a:gdLst/>
                <a:ahLst/>
                <a:cxnLst/>
                <a:rect l="l" t="t" r="r" b="b"/>
                <a:pathLst>
                  <a:path w="450" h="591" extrusionOk="0">
                    <a:moveTo>
                      <a:pt x="449" y="0"/>
                    </a:moveTo>
                    <a:lnTo>
                      <a:pt x="0" y="272"/>
                    </a:lnTo>
                    <a:lnTo>
                      <a:pt x="0" y="591"/>
                    </a:lnTo>
                    <a:lnTo>
                      <a:pt x="449" y="331"/>
                    </a:lnTo>
                    <a:lnTo>
                      <a:pt x="449"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6" name="Google Shape;10806;p73"/>
              <p:cNvSpPr/>
              <p:nvPr/>
            </p:nvSpPr>
            <p:spPr>
              <a:xfrm>
                <a:off x="7772115" y="2673024"/>
                <a:ext cx="136063" cy="122532"/>
              </a:xfrm>
              <a:custGeom>
                <a:avLst/>
                <a:gdLst/>
                <a:ahLst/>
                <a:cxnLst/>
                <a:rect l="l" t="t" r="r" b="b"/>
                <a:pathLst>
                  <a:path w="1076" h="969" extrusionOk="0">
                    <a:moveTo>
                      <a:pt x="1075" y="0"/>
                    </a:moveTo>
                    <a:lnTo>
                      <a:pt x="0" y="638"/>
                    </a:lnTo>
                    <a:lnTo>
                      <a:pt x="0" y="969"/>
                    </a:lnTo>
                    <a:lnTo>
                      <a:pt x="1075" y="331"/>
                    </a:lnTo>
                    <a:lnTo>
                      <a:pt x="1075" y="0"/>
                    </a:lnTo>
                    <a:close/>
                  </a:path>
                </a:pathLst>
              </a:custGeom>
              <a:solidFill>
                <a:schemeClr val="dk1"/>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7" name="Google Shape;10807;p73"/>
              <p:cNvSpPr/>
              <p:nvPr/>
            </p:nvSpPr>
            <p:spPr>
              <a:xfrm>
                <a:off x="7686885" y="2628133"/>
                <a:ext cx="106220" cy="194357"/>
              </a:xfrm>
              <a:custGeom>
                <a:avLst/>
                <a:gdLst/>
                <a:ahLst/>
                <a:cxnLst/>
                <a:rect l="l" t="t" r="r" b="b"/>
                <a:pathLst>
                  <a:path w="840" h="1537" extrusionOk="0">
                    <a:moveTo>
                      <a:pt x="568" y="1"/>
                    </a:moveTo>
                    <a:cubicBezTo>
                      <a:pt x="261" y="190"/>
                      <a:pt x="1" y="639"/>
                      <a:pt x="1" y="1005"/>
                    </a:cubicBezTo>
                    <a:cubicBezTo>
                      <a:pt x="1" y="1182"/>
                      <a:pt x="60" y="1324"/>
                      <a:pt x="154" y="1371"/>
                    </a:cubicBezTo>
                    <a:lnTo>
                      <a:pt x="408" y="1526"/>
                    </a:lnTo>
                    <a:lnTo>
                      <a:pt x="408" y="1526"/>
                    </a:lnTo>
                    <a:cubicBezTo>
                      <a:pt x="313" y="1463"/>
                      <a:pt x="261" y="1337"/>
                      <a:pt x="261" y="1170"/>
                    </a:cubicBezTo>
                    <a:cubicBezTo>
                      <a:pt x="261" y="804"/>
                      <a:pt x="509" y="343"/>
                      <a:pt x="840" y="166"/>
                    </a:cubicBezTo>
                    <a:lnTo>
                      <a:pt x="568" y="1"/>
                    </a:lnTo>
                    <a:close/>
                    <a:moveTo>
                      <a:pt x="408" y="1526"/>
                    </a:moveTo>
                    <a:cubicBezTo>
                      <a:pt x="414" y="1530"/>
                      <a:pt x="420" y="1533"/>
                      <a:pt x="426" y="1537"/>
                    </a:cubicBezTo>
                    <a:lnTo>
                      <a:pt x="408" y="1526"/>
                    </a:lnTo>
                    <a:close/>
                  </a:path>
                </a:pathLst>
              </a:custGeom>
              <a:solidFill>
                <a:srgbClr val="EBEAEA">
                  <a:alpha val="51570"/>
                </a:srgbClr>
              </a:solidFill>
              <a:ln>
                <a:noFill/>
              </a:ln>
              <a:effectLst>
                <a:outerShdw blurRad="57150" dist="19050" dir="5400000" algn="bl" rotWithShape="0">
                  <a:schemeClr val="dk1">
                    <a:alpha val="3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FB5BCBF8-F936-ED75-9D98-51F7778642ED}"/>
              </a:ext>
            </a:extLst>
          </p:cNvPr>
          <p:cNvSpPr>
            <a:spLocks noGrp="1"/>
          </p:cNvSpPr>
          <p:nvPr>
            <p:ph type="subTitle" idx="1"/>
          </p:nvPr>
        </p:nvSpPr>
        <p:spPr>
          <a:xfrm>
            <a:off x="2059083" y="1065150"/>
            <a:ext cx="6339517" cy="3346851"/>
          </a:xfrm>
        </p:spPr>
        <p:txBody>
          <a:bodyPr/>
          <a:lstStyle/>
          <a:p>
            <a:r>
              <a:rPr lang="en-US" dirty="0"/>
              <a:t>Microelectronic circuits / Adel S. </a:t>
            </a:r>
            <a:r>
              <a:rPr lang="en-US" dirty="0" err="1"/>
              <a:t>Sedra</a:t>
            </a:r>
            <a:r>
              <a:rPr lang="en-US" dirty="0"/>
              <a:t>, University of Waterloo, Kenneth C. Smith, University of Toronto. — Seventh edition.</a:t>
            </a:r>
            <a:endParaRPr lang="en-IN" dirty="0"/>
          </a:p>
          <a:p>
            <a:endParaRPr lang="en-IN" dirty="0"/>
          </a:p>
          <a:p>
            <a:pPr marL="139700" indent="0">
              <a:buNone/>
            </a:pPr>
            <a:endParaRPr lang="en-IN" dirty="0"/>
          </a:p>
          <a:p>
            <a:r>
              <a:rPr lang="en-IN" dirty="0"/>
              <a:t>H. </a:t>
            </a:r>
            <a:r>
              <a:rPr lang="en-IN" dirty="0" err="1"/>
              <a:t>Bhavanishankar</a:t>
            </a:r>
            <a:r>
              <a:rPr lang="en-IN" dirty="0"/>
              <a:t> and J. Manikandan, "Design and development of low-cost portable function generator," 2021 IEEE Mysore Sub Section International Conference (</a:t>
            </a:r>
            <a:r>
              <a:rPr lang="en-IN" dirty="0" err="1"/>
              <a:t>MysuruCon</a:t>
            </a:r>
            <a:r>
              <a:rPr lang="en-IN" dirty="0"/>
              <a:t>), Hassan, India, 2021, pp. 692-696, </a:t>
            </a:r>
            <a:r>
              <a:rPr lang="en-IN" dirty="0" err="1"/>
              <a:t>doi</a:t>
            </a:r>
            <a:r>
              <a:rPr lang="en-IN" dirty="0"/>
              <a:t>: 10.1109/MysuruCon52639.2021.9641085. keywords: {</a:t>
            </a:r>
            <a:r>
              <a:rPr lang="en-IN" dirty="0" err="1"/>
              <a:t>Industries;Electronic</a:t>
            </a:r>
            <a:r>
              <a:rPr lang="en-IN" dirty="0"/>
              <a:t> </a:t>
            </a:r>
            <a:r>
              <a:rPr lang="en-IN" dirty="0" err="1"/>
              <a:t>equipment;Microcontrollers;IEEE</a:t>
            </a:r>
            <a:r>
              <a:rPr lang="en-IN" dirty="0"/>
              <a:t> </a:t>
            </a:r>
            <a:r>
              <a:rPr lang="en-IN" dirty="0" err="1"/>
              <a:t>Sections;Touch</a:t>
            </a:r>
            <a:r>
              <a:rPr lang="en-IN" dirty="0"/>
              <a:t> sensitive </a:t>
            </a:r>
            <a:r>
              <a:rPr lang="en-IN" dirty="0" err="1"/>
              <a:t>screens;Maintenance</a:t>
            </a:r>
            <a:r>
              <a:rPr lang="en-IN" dirty="0"/>
              <a:t> </a:t>
            </a:r>
            <a:r>
              <a:rPr lang="en-IN" dirty="0" err="1"/>
              <a:t>engineering;Signal</a:t>
            </a:r>
            <a:r>
              <a:rPr lang="en-IN" dirty="0"/>
              <a:t> </a:t>
            </a:r>
            <a:r>
              <a:rPr lang="en-IN" dirty="0" err="1"/>
              <a:t>generators;Function</a:t>
            </a:r>
            <a:r>
              <a:rPr lang="en-IN" dirty="0"/>
              <a:t> </a:t>
            </a:r>
            <a:r>
              <a:rPr lang="en-IN" dirty="0" err="1"/>
              <a:t>generator;Test</a:t>
            </a:r>
            <a:r>
              <a:rPr lang="en-IN" dirty="0"/>
              <a:t> </a:t>
            </a:r>
            <a:r>
              <a:rPr lang="en-IN" dirty="0" err="1"/>
              <a:t>equipment;Embedded</a:t>
            </a:r>
            <a:r>
              <a:rPr lang="en-IN" dirty="0"/>
              <a:t> system design},</a:t>
            </a:r>
          </a:p>
          <a:p>
            <a:endParaRPr lang="en-IN" dirty="0"/>
          </a:p>
          <a:p>
            <a:endParaRPr lang="en-IN" dirty="0"/>
          </a:p>
        </p:txBody>
      </p:sp>
    </p:spTree>
  </p:cSld>
  <p:clrMapOvr>
    <a:masterClrMapping/>
  </p:clrMapOvr>
</p:sld>
</file>

<file path=ppt/theme/theme1.xml><?xml version="1.0" encoding="utf-8"?>
<a:theme xmlns:a="http://schemas.openxmlformats.org/drawingml/2006/main" name="Semiconductor Material by Slidesgo">
  <a:themeElements>
    <a:clrScheme name="Simple Light">
      <a:dk1>
        <a:srgbClr val="282A2E"/>
      </a:dk1>
      <a:lt1>
        <a:srgbClr val="EBEAEA"/>
      </a:lt1>
      <a:dk2>
        <a:srgbClr val="0E746B"/>
      </a:dk2>
      <a:lt2>
        <a:srgbClr val="2D9DD5"/>
      </a:lt2>
      <a:accent1>
        <a:srgbClr val="3D2BA1"/>
      </a:accent1>
      <a:accent2>
        <a:srgbClr val="0E2A47"/>
      </a:accent2>
      <a:accent3>
        <a:srgbClr val="D61818"/>
      </a:accent3>
      <a:accent4>
        <a:srgbClr val="FFBB33"/>
      </a:accent4>
      <a:accent5>
        <a:srgbClr val="CDCDCD"/>
      </a:accent5>
      <a:accent6>
        <a:srgbClr val="FFFFFF"/>
      </a:accent6>
      <a:hlink>
        <a:srgbClr val="282A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TotalTime>
  <Words>375</Words>
  <Application>Microsoft Office PowerPoint</Application>
  <PresentationFormat>On-screen Show (16:9)</PresentationFormat>
  <Paragraphs>33</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Nunito Light</vt:lpstr>
      <vt:lpstr>Asap</vt:lpstr>
      <vt:lpstr>Söhne</vt:lpstr>
      <vt:lpstr>Anaheim</vt:lpstr>
      <vt:lpstr>Bakbak One</vt:lpstr>
      <vt:lpstr>Arial</vt:lpstr>
      <vt:lpstr>Semiconductor Material by Slidesgo</vt:lpstr>
      <vt:lpstr>FUNCTION GENERATOR</vt:lpstr>
      <vt:lpstr>Table of contents</vt:lpstr>
      <vt:lpstr>ABSTRACT</vt:lpstr>
      <vt:lpstr>PowerPoint Presentation</vt:lpstr>
      <vt:lpstr>BLOCK DIAGRAM</vt:lpstr>
      <vt:lpstr>FINAL SIGNAL GENERATOR CIRCUIT</vt:lpstr>
      <vt:lpstr>SINE WAVE GENERATOR CIRCUIT</vt:lpstr>
      <vt:lpstr>SQUARE WAVE GENERATOR CIRCUIT</vt:lpstr>
      <vt:lpstr>TRIANGULAR WAVE GENERATOR CIRCUIT</vt:lpstr>
      <vt:lpstr>RECTANGLE AND SAWTOOTH WAVE GENERATOR CIRCUIT</vt:lpstr>
      <vt:lpstr>SAWTOOTH GENERATOR CIRCUIT</vt:lpstr>
      <vt:lpstr>GAIN STAGE AND AMPLITUDE CONTROL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 GENERATOR</dc:title>
  <dc:creator>ASUS</dc:creator>
  <cp:lastModifiedBy>Puppala Sravan - [CB.EN.U4ECE21244]</cp:lastModifiedBy>
  <cp:revision>5</cp:revision>
  <dcterms:modified xsi:type="dcterms:W3CDTF">2024-03-06T13:45:15Z</dcterms:modified>
</cp:coreProperties>
</file>